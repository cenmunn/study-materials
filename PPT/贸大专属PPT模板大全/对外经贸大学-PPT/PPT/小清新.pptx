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89" r:id="rId6"/>
    <p:sldId id="290" r:id="rId7"/>
    <p:sldId id="278" r:id="rId8"/>
    <p:sldId id="291" r:id="rId9"/>
    <p:sldId id="276" r:id="rId10"/>
    <p:sldId id="277" r:id="rId11"/>
    <p:sldId id="292" r:id="rId12"/>
    <p:sldId id="267" r:id="rId13"/>
    <p:sldId id="293" r:id="rId14"/>
    <p:sldId id="265" r:id="rId15"/>
    <p:sldId id="294" r:id="rId16"/>
    <p:sldId id="295" r:id="rId17"/>
    <p:sldId id="296" r:id="rId18"/>
    <p:sldId id="273" r:id="rId19"/>
    <p:sldId id="263" r:id="rId20"/>
    <p:sldId id="283" r:id="rId21"/>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2">
          <p15:clr>
            <a:srgbClr val="A4A3A4"/>
          </p15:clr>
        </p15:guide>
        <p15:guide id="2" orient="horz" pos="55">
          <p15:clr>
            <a:srgbClr val="A4A3A4"/>
          </p15:clr>
        </p15:guide>
        <p15:guide id="3" pos="158">
          <p15:clr>
            <a:srgbClr val="A4A3A4"/>
          </p15:clr>
        </p15:guide>
        <p15:guide id="4" orient="horz" pos="2414">
          <p15:clr>
            <a:srgbClr val="A4A3A4"/>
          </p15:clr>
        </p15:guide>
        <p15:guide id="5" pos="5602">
          <p15:clr>
            <a:srgbClr val="A4A3A4"/>
          </p15:clr>
        </p15:guide>
        <p15:guide id="6" orient="horz" pos="1225">
          <p15:clr>
            <a:srgbClr val="A4A3A4"/>
          </p15:clr>
        </p15:guide>
        <p15:guide id="7" orient="horz" pos="55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5A53"/>
    <a:srgbClr val="F8E1E6"/>
    <a:srgbClr val="E7E8F1"/>
    <a:srgbClr val="C8D6E7"/>
    <a:srgbClr val="3F998E"/>
    <a:srgbClr val="4B8A64"/>
    <a:srgbClr val="579EA7"/>
    <a:srgbClr val="0A683B"/>
    <a:srgbClr val="77987F"/>
    <a:srgbClr val="F6BB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94" autoAdjust="0"/>
  </p:normalViewPr>
  <p:slideViewPr>
    <p:cSldViewPr snapToGrid="0" showGuides="1">
      <p:cViewPr varScale="1">
        <p:scale>
          <a:sx n="119" d="100"/>
          <a:sy n="119" d="100"/>
        </p:scale>
        <p:origin x="594" y="96"/>
      </p:cViewPr>
      <p:guideLst>
        <p:guide orient="horz" pos="3162"/>
        <p:guide orient="horz" pos="55"/>
        <p:guide pos="158"/>
        <p:guide orient="horz" pos="2414"/>
        <p:guide pos="5602"/>
        <p:guide orient="horz" pos="1225"/>
        <p:guide orient="horz" pos="55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solidFill>
              <a:schemeClr val="tx1">
                <a:lumMod val="85000"/>
                <a:lumOff val="15000"/>
              </a:schemeClr>
            </a:solidFill>
            <a:ln w="12700">
              <a:noFill/>
            </a:ln>
          </c:spPr>
          <c:dPt>
            <c:idx val="0"/>
            <c:bubble3D val="0"/>
            <c:spPr>
              <a:solidFill>
                <a:schemeClr val="accent1"/>
              </a:solidFill>
              <a:ln w="12700">
                <a:noFill/>
              </a:ln>
              <a:effectLst/>
            </c:spPr>
            <c:extLst>
              <c:ext xmlns:c16="http://schemas.microsoft.com/office/drawing/2014/chart" uri="{C3380CC4-5D6E-409C-BE32-E72D297353CC}">
                <c16:uniqueId val="{00000001-443F-4BF5-816C-355EDEE2B8B0}"/>
              </c:ext>
            </c:extLst>
          </c:dPt>
          <c:dPt>
            <c:idx val="1"/>
            <c:bubble3D val="0"/>
            <c:spPr>
              <a:solidFill>
                <a:schemeClr val="accent4"/>
              </a:solidFill>
              <a:ln w="12700">
                <a:noFill/>
              </a:ln>
              <a:effectLst/>
            </c:spPr>
            <c:extLst>
              <c:ext xmlns:c16="http://schemas.microsoft.com/office/drawing/2014/chart" uri="{C3380CC4-5D6E-409C-BE32-E72D297353CC}">
                <c16:uniqueId val="{00000003-443F-4BF5-816C-355EDEE2B8B0}"/>
              </c:ext>
            </c:extLst>
          </c:dPt>
          <c:dPt>
            <c:idx val="2"/>
            <c:bubble3D val="0"/>
            <c:spPr>
              <a:solidFill>
                <a:schemeClr val="accent3"/>
              </a:solidFill>
              <a:ln w="12700">
                <a:noFill/>
              </a:ln>
              <a:effectLst/>
            </c:spPr>
            <c:extLst>
              <c:ext xmlns:c16="http://schemas.microsoft.com/office/drawing/2014/chart" uri="{C3380CC4-5D6E-409C-BE32-E72D297353CC}">
                <c16:uniqueId val="{00000005-443F-4BF5-816C-355EDEE2B8B0}"/>
              </c:ext>
            </c:extLst>
          </c:dPt>
          <c:dPt>
            <c:idx val="3"/>
            <c:bubble3D val="0"/>
            <c:spPr>
              <a:solidFill>
                <a:schemeClr val="accent2"/>
              </a:solidFill>
              <a:ln w="12700">
                <a:noFill/>
              </a:ln>
              <a:effectLst/>
            </c:spPr>
            <c:extLst>
              <c:ext xmlns:c16="http://schemas.microsoft.com/office/drawing/2014/chart" uri="{C3380CC4-5D6E-409C-BE32-E72D297353CC}">
                <c16:uniqueId val="{00000007-443F-4BF5-816C-355EDEE2B8B0}"/>
              </c:ext>
            </c:extLst>
          </c:dPt>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443F-4BF5-816C-355EDEE2B8B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64CAE4-94E5-4ED3-83C2-CF5DDB03129A}" type="datetimeFigureOut">
              <a:rPr lang="zh-CN" altLang="en-US" smtClean="0"/>
              <a:t>2019/8/26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09C82-FF06-49BD-B447-A4D2776C6535}" type="slidenum">
              <a:rPr lang="zh-CN" altLang="en-US" smtClean="0"/>
              <a:t>‹#›</a:t>
            </a:fld>
            <a:endParaRPr lang="zh-CN" altLang="en-US"/>
          </a:p>
        </p:txBody>
      </p:sp>
    </p:spTree>
    <p:extLst>
      <p:ext uri="{BB962C8B-B14F-4D97-AF65-F5344CB8AC3E}">
        <p14:creationId xmlns:p14="http://schemas.microsoft.com/office/powerpoint/2010/main" val="132376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D609C82-FF06-49BD-B447-A4D2776C6535}" type="slidenum">
              <a:rPr lang="zh-CN" altLang="en-US" smtClean="0"/>
              <a:t>2</a:t>
            </a:fld>
            <a:endParaRPr lang="zh-CN" altLang="en-US"/>
          </a:p>
        </p:txBody>
      </p:sp>
    </p:spTree>
    <p:extLst>
      <p:ext uri="{BB962C8B-B14F-4D97-AF65-F5344CB8AC3E}">
        <p14:creationId xmlns:p14="http://schemas.microsoft.com/office/powerpoint/2010/main" val="34051587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flip="none" rotWithShape="1">
          <a:gsLst>
            <a:gs pos="64000">
              <a:srgbClr val="F6F5FD"/>
            </a:gs>
            <a:gs pos="100000">
              <a:srgbClr val="E7E8F1"/>
            </a:gs>
            <a:gs pos="0">
              <a:srgbClr val="C8D6E7"/>
            </a:gs>
          </a:gsLst>
          <a:lin ang="8100000" scaled="1"/>
          <a:tileRect/>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28A0092B-C50C-407E-A947-70E740481C1C}">
                <a14:useLocalDpi xmlns:a14="http://schemas.microsoft.com/office/drawing/2010/main" val="0"/>
              </a:ext>
            </a:extLst>
          </a:blip>
          <a:srcRect t="4997" b="4997"/>
          <a:stretch>
            <a:fillRect/>
          </a:stretch>
        </p:blipFill>
        <p:spPr>
          <a:xfrm>
            <a:off x="-15232" y="-8568"/>
            <a:ext cx="9159232" cy="5152068"/>
          </a:xfrm>
          <a:prstGeom prst="rect">
            <a:avLst/>
          </a:prstGeom>
        </p:spPr>
      </p:pic>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3856" y="0"/>
            <a:ext cx="8230144" cy="5143500"/>
          </a:xfrm>
          <a:prstGeom prst="rect">
            <a:avLst/>
          </a:prstGeom>
        </p:spPr>
      </p:pic>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椭圆 1"/>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6928" y="0"/>
            <a:ext cx="8230144" cy="5143500"/>
          </a:xfrm>
          <a:prstGeom prst="rect">
            <a:avLst/>
          </a:prstGeom>
        </p:spPr>
      </p:pic>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icture Placeholder 7"/>
          <p:cNvSpPr>
            <a:spLocks noGrp="1"/>
          </p:cNvSpPr>
          <p:nvPr>
            <p:ph type="pic" sz="quarter" idx="14"/>
          </p:nvPr>
        </p:nvSpPr>
        <p:spPr>
          <a:xfrm>
            <a:off x="0" y="1245649"/>
            <a:ext cx="3254187" cy="18982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矩形 7"/>
          <p:cNvSpPr/>
          <p:nvPr userDrawn="1"/>
        </p:nvSpPr>
        <p:spPr>
          <a:xfrm>
            <a:off x="3254187" y="1245649"/>
            <a:ext cx="5889813" cy="18982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Picture Placeholder 7"/>
          <p:cNvSpPr>
            <a:spLocks noGrp="1"/>
          </p:cNvSpPr>
          <p:nvPr>
            <p:ph type="pic" sz="quarter" idx="15"/>
          </p:nvPr>
        </p:nvSpPr>
        <p:spPr>
          <a:xfrm>
            <a:off x="5889813" y="3231198"/>
            <a:ext cx="3254187" cy="18982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4" name="矩形 13"/>
          <p:cNvSpPr/>
          <p:nvPr userDrawn="1"/>
        </p:nvSpPr>
        <p:spPr>
          <a:xfrm>
            <a:off x="1" y="3231198"/>
            <a:ext cx="5889812" cy="18982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椭圆 1"/>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icture Placeholder 7"/>
          <p:cNvSpPr>
            <a:spLocks noGrp="1"/>
          </p:cNvSpPr>
          <p:nvPr>
            <p:ph type="pic" sz="quarter" idx="14"/>
          </p:nvPr>
        </p:nvSpPr>
        <p:spPr>
          <a:xfrm>
            <a:off x="0" y="-9776"/>
            <a:ext cx="9144000" cy="23319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8" name="Picture Placeholder 7"/>
          <p:cNvSpPr>
            <a:spLocks noGrp="1"/>
          </p:cNvSpPr>
          <p:nvPr>
            <p:ph type="pic" sz="quarter" idx="15"/>
          </p:nvPr>
        </p:nvSpPr>
        <p:spPr>
          <a:xfrm>
            <a:off x="312413" y="1494161"/>
            <a:ext cx="2080139" cy="1410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椭圆 6"/>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userDrawn="1"/>
        </p:nvSpPr>
        <p:spPr>
          <a:xfrm>
            <a:off x="312412" y="2993508"/>
            <a:ext cx="2080139" cy="14109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460865" y="1494161"/>
            <a:ext cx="2080139" cy="14109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Picture Placeholder 7"/>
          <p:cNvSpPr>
            <a:spLocks noGrp="1"/>
          </p:cNvSpPr>
          <p:nvPr>
            <p:ph type="pic" sz="quarter" idx="16"/>
          </p:nvPr>
        </p:nvSpPr>
        <p:spPr>
          <a:xfrm>
            <a:off x="2460865" y="2993508"/>
            <a:ext cx="2080139" cy="1410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0" name="Picture Placeholder 7"/>
          <p:cNvSpPr>
            <a:spLocks noGrp="1"/>
          </p:cNvSpPr>
          <p:nvPr>
            <p:ph type="pic" sz="quarter" idx="17"/>
          </p:nvPr>
        </p:nvSpPr>
        <p:spPr>
          <a:xfrm>
            <a:off x="4609318" y="1494161"/>
            <a:ext cx="2080139" cy="1410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1" name="矩形 20"/>
          <p:cNvSpPr/>
          <p:nvPr userDrawn="1"/>
        </p:nvSpPr>
        <p:spPr>
          <a:xfrm>
            <a:off x="4609317" y="2993508"/>
            <a:ext cx="2080139" cy="14109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userDrawn="1"/>
        </p:nvSpPr>
        <p:spPr>
          <a:xfrm>
            <a:off x="6757768" y="1494161"/>
            <a:ext cx="2080140" cy="14109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Picture Placeholder 7"/>
          <p:cNvSpPr>
            <a:spLocks noGrp="1"/>
          </p:cNvSpPr>
          <p:nvPr>
            <p:ph type="pic" sz="quarter" idx="18"/>
          </p:nvPr>
        </p:nvSpPr>
        <p:spPr>
          <a:xfrm>
            <a:off x="6757769" y="2993507"/>
            <a:ext cx="2080139" cy="13954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6" name="椭圆 15"/>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Picture Placeholder 7"/>
          <p:cNvSpPr>
            <a:spLocks noGrp="1"/>
          </p:cNvSpPr>
          <p:nvPr>
            <p:ph type="pic" sz="quarter" idx="15"/>
          </p:nvPr>
        </p:nvSpPr>
        <p:spPr>
          <a:xfrm>
            <a:off x="376183" y="1502681"/>
            <a:ext cx="1800000" cy="18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3" name="Picture Placeholder 7"/>
          <p:cNvSpPr>
            <a:spLocks noGrp="1"/>
          </p:cNvSpPr>
          <p:nvPr>
            <p:ph type="pic" sz="quarter" idx="16"/>
          </p:nvPr>
        </p:nvSpPr>
        <p:spPr>
          <a:xfrm>
            <a:off x="2556436" y="1502681"/>
            <a:ext cx="1800000" cy="18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4" name="Picture Placeholder 7"/>
          <p:cNvSpPr>
            <a:spLocks noGrp="1"/>
          </p:cNvSpPr>
          <p:nvPr>
            <p:ph type="pic" sz="quarter" idx="17"/>
          </p:nvPr>
        </p:nvSpPr>
        <p:spPr>
          <a:xfrm>
            <a:off x="4736689" y="1502681"/>
            <a:ext cx="1800000" cy="18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5" name="Picture Placeholder 7"/>
          <p:cNvSpPr>
            <a:spLocks noGrp="1"/>
          </p:cNvSpPr>
          <p:nvPr>
            <p:ph type="pic" sz="quarter" idx="18"/>
          </p:nvPr>
        </p:nvSpPr>
        <p:spPr>
          <a:xfrm>
            <a:off x="6916942" y="1502681"/>
            <a:ext cx="1800000" cy="180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16" name="椭圆 15"/>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Picture Placeholder 7"/>
          <p:cNvSpPr>
            <a:spLocks noGrp="1"/>
          </p:cNvSpPr>
          <p:nvPr>
            <p:ph type="pic" sz="quarter" idx="15"/>
          </p:nvPr>
        </p:nvSpPr>
        <p:spPr>
          <a:xfrm>
            <a:off x="358775" y="1502681"/>
            <a:ext cx="1618534" cy="16185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3" name="Picture Placeholder 7"/>
          <p:cNvSpPr>
            <a:spLocks noGrp="1"/>
          </p:cNvSpPr>
          <p:nvPr>
            <p:ph type="pic" sz="quarter" idx="16"/>
          </p:nvPr>
        </p:nvSpPr>
        <p:spPr>
          <a:xfrm>
            <a:off x="2078347" y="1502681"/>
            <a:ext cx="1618534" cy="16185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4" name="Picture Placeholder 7"/>
          <p:cNvSpPr>
            <a:spLocks noGrp="1"/>
          </p:cNvSpPr>
          <p:nvPr>
            <p:ph type="pic" sz="quarter" idx="17"/>
          </p:nvPr>
        </p:nvSpPr>
        <p:spPr>
          <a:xfrm>
            <a:off x="358775" y="3219866"/>
            <a:ext cx="1618534" cy="16185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5" name="Picture Placeholder 7"/>
          <p:cNvSpPr>
            <a:spLocks noGrp="1"/>
          </p:cNvSpPr>
          <p:nvPr>
            <p:ph type="pic" sz="quarter" idx="18"/>
          </p:nvPr>
        </p:nvSpPr>
        <p:spPr>
          <a:xfrm>
            <a:off x="2078347" y="3219866"/>
            <a:ext cx="1618534" cy="16185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16" name="椭圆 15"/>
          <p:cNvSpPr/>
          <p:nvPr userDrawn="1"/>
        </p:nvSpPr>
        <p:spPr>
          <a:xfrm>
            <a:off x="7410581" y="536978"/>
            <a:ext cx="449884" cy="449884"/>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8286484" y="916875"/>
            <a:ext cx="241428" cy="24142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8527912" y="52117"/>
            <a:ext cx="189030" cy="1890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7970773" y="146632"/>
            <a:ext cx="449884" cy="449884"/>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userDrawn="1"/>
        </p:nvSpPr>
        <p:spPr>
          <a:xfrm>
            <a:off x="6853172" y="-271584"/>
            <a:ext cx="603929" cy="60392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userDrawn="1"/>
        </p:nvSpPr>
        <p:spPr>
          <a:xfrm>
            <a:off x="8800504" y="536978"/>
            <a:ext cx="310052" cy="310052"/>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A6084C-D423-4633-9DB0-C53B02510C9D}" type="datetimeFigureOut">
              <a:rPr lang="zh-CN" altLang="en-US" smtClean="0"/>
              <a:t>2019/8/26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D34060E-A31D-4A8F-83B2-D419DE20E177}" type="slidenum">
              <a:rPr lang="zh-CN" altLang="en-US" smtClean="0"/>
              <a:t>‹#›</a:t>
            </a:fld>
            <a:endParaRPr lang="zh-CN" alt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3000">
              <a:srgbClr val="F6F5FD"/>
            </a:gs>
            <a:gs pos="100000">
              <a:srgbClr val="EEEEFA"/>
            </a:gs>
            <a:gs pos="0">
              <a:srgbClr val="F7F8FD"/>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3A6084C-D423-4633-9DB0-C53B02510C9D}" type="datetimeFigureOut">
              <a:rPr lang="zh-CN" altLang="en-US" smtClean="0"/>
              <a:t>2019/8/26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D34060E-A31D-4A8F-83B2-D419DE20E17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slow">
    <p:wip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5" Type="http://schemas.openxmlformats.org/officeDocument/2006/relationships/image" Target="../media/image14.jpeg"/><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 Id="rId5" Type="http://schemas.openxmlformats.org/officeDocument/2006/relationships/image" Target="../media/image18.jpeg"/><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80559" y="2294281"/>
            <a:ext cx="4288353" cy="584775"/>
          </a:xfrm>
          <a:prstGeom prst="rect">
            <a:avLst/>
          </a:prstGeom>
          <a:noFill/>
        </p:spPr>
        <p:txBody>
          <a:bodyPr wrap="none" rtlCol="0">
            <a:spAutoFit/>
          </a:bodyPr>
          <a:lstStyle/>
          <a:p>
            <a:r>
              <a:rPr lang="zh-CN" altLang="en-US" sz="3200" dirty="0">
                <a:solidFill>
                  <a:schemeClr val="accent1"/>
                </a:solidFill>
                <a:latin typeface="+mj-ea"/>
                <a:ea typeface="+mj-ea"/>
              </a:rPr>
              <a:t>对外经济贸易大学模板</a:t>
            </a:r>
          </a:p>
        </p:txBody>
      </p:sp>
      <p:sp>
        <p:nvSpPr>
          <p:cNvPr id="8" name="矩形 7"/>
          <p:cNvSpPr/>
          <p:nvPr/>
        </p:nvSpPr>
        <p:spPr>
          <a:xfrm>
            <a:off x="480559" y="2801581"/>
            <a:ext cx="4139175" cy="340734"/>
          </a:xfrm>
          <a:prstGeom prst="rect">
            <a:avLst/>
          </a:prstGeom>
        </p:spPr>
        <p:txBody>
          <a:bodyPr wrap="square">
            <a:spAutoFit/>
          </a:bodyPr>
          <a:lstStyle/>
          <a:p>
            <a:pPr>
              <a:lnSpc>
                <a:spcPct val="150000"/>
              </a:lnSpc>
              <a:defRPr/>
            </a:pPr>
            <a:r>
              <a:rPr lang="en-US" altLang="zh-CN" sz="1200" dirty="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University of Foreign Economics and Business Template</a:t>
            </a:r>
            <a:endParaRPr lang="zh-CN" altLang="en-US" sz="1200" dirty="0">
              <a:solidFill>
                <a:schemeClr val="tx1">
                  <a:lumMod val="85000"/>
                  <a:lumOff val="15000"/>
                </a:schemeClr>
              </a:solidFill>
              <a:ea typeface="微软雅黑" panose="020B0503020204020204" charset="-122"/>
            </a:endParaRPr>
          </a:p>
        </p:txBody>
      </p:sp>
      <p:sp>
        <p:nvSpPr>
          <p:cNvPr id="9" name="Line 21"/>
          <p:cNvSpPr>
            <a:spLocks noChangeShapeType="1"/>
          </p:cNvSpPr>
          <p:nvPr/>
        </p:nvSpPr>
        <p:spPr bwMode="auto">
          <a:xfrm>
            <a:off x="611188" y="3200571"/>
            <a:ext cx="3336900" cy="0"/>
          </a:xfrm>
          <a:prstGeom prst="line">
            <a:avLst/>
          </a:prstGeom>
          <a:noFill/>
          <a:ln w="6350">
            <a:solidFill>
              <a:schemeClr val="tx1">
                <a:lumMod val="75000"/>
                <a:lumOff val="2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schemeClr val="tx1">
                    <a:lumMod val="75000"/>
                    <a:lumOff val="25000"/>
                  </a:schemeClr>
                </a:solidFill>
              </a:ln>
              <a:solidFill>
                <a:srgbClr val="000000"/>
              </a:solidFill>
              <a:latin typeface="Arial" panose="020B0604020202020204" pitchFamily="34" charset="0"/>
            </a:endParaRPr>
          </a:p>
        </p:txBody>
      </p:sp>
      <p:sp>
        <p:nvSpPr>
          <p:cNvPr id="10" name="Rectangle 20"/>
          <p:cNvSpPr>
            <a:spLocks noChangeArrowheads="1"/>
          </p:cNvSpPr>
          <p:nvPr/>
        </p:nvSpPr>
        <p:spPr bwMode="auto">
          <a:xfrm>
            <a:off x="611188" y="3352712"/>
            <a:ext cx="295273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anose="020B0604020202020204" pitchFamily="34" charset="0"/>
              <a:buNone/>
            </a:pPr>
            <a:r>
              <a:rPr lang="zh-CN" altLang="en-US" sz="1050" dirty="0">
                <a:solidFill>
                  <a:schemeClr val="accent1"/>
                </a:solidFill>
                <a:latin typeface="微软雅黑" panose="020B0503020204020204" charset="-122"/>
                <a:ea typeface="微软雅黑" panose="020B0503020204020204" charset="-122"/>
                <a:cs typeface="Arial" panose="020B0604020202020204" pitchFamily="34" charset="0"/>
              </a:rPr>
              <a:t>小北</a:t>
            </a:r>
            <a:endParaRPr lang="zh-CN" altLang="en-US" sz="1050" dirty="0">
              <a:solidFill>
                <a:srgbClr val="53585E"/>
              </a:solidFill>
              <a:latin typeface="微软雅黑" panose="020B0503020204020204" charset="-122"/>
              <a:ea typeface="微软雅黑" panose="020B0503020204020204" charset="-122"/>
              <a:cs typeface="Arial" panose="020B0604020202020204"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559" y="1549174"/>
            <a:ext cx="2785826" cy="5929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7586" y="755189"/>
            <a:ext cx="1561197" cy="400110"/>
          </a:xfrm>
          <a:prstGeom prst="rect">
            <a:avLst/>
          </a:prstGeom>
          <a:noFill/>
        </p:spPr>
        <p:txBody>
          <a:bodyPr wrap="none" rtlCol="0">
            <a:spAutoFit/>
          </a:bodyPr>
          <a:lstStyle/>
          <a:p>
            <a:r>
              <a:rPr lang="en-US" altLang="zh-CN" sz="2000">
                <a:solidFill>
                  <a:schemeClr val="accent1"/>
                </a:solidFill>
                <a:latin typeface="+mj-ea"/>
                <a:ea typeface="+mj-ea"/>
              </a:rPr>
              <a:t>CONTENTS</a:t>
            </a:r>
            <a:endParaRPr lang="zh-CN" altLang="en-US" sz="2000">
              <a:solidFill>
                <a:schemeClr val="accent1"/>
              </a:solidFill>
              <a:latin typeface="+mj-ea"/>
              <a:ea typeface="+mj-ea"/>
            </a:endParaRPr>
          </a:p>
        </p:txBody>
      </p:sp>
      <p:sp>
        <p:nvSpPr>
          <p:cNvPr id="5" name="文本框 4"/>
          <p:cNvSpPr txBox="1"/>
          <p:nvPr/>
        </p:nvSpPr>
        <p:spPr>
          <a:xfrm>
            <a:off x="277586" y="205634"/>
            <a:ext cx="1127232" cy="584775"/>
          </a:xfrm>
          <a:prstGeom prst="rect">
            <a:avLst/>
          </a:prstGeom>
          <a:noFill/>
        </p:spPr>
        <p:txBody>
          <a:bodyPr wrap="none" rtlCol="0">
            <a:spAutoFit/>
          </a:bodyPr>
          <a:lstStyle/>
          <a:p>
            <a:r>
              <a:rPr lang="zh-CN" altLang="en-US" sz="3200">
                <a:solidFill>
                  <a:schemeClr val="accent1"/>
                </a:solidFill>
                <a:latin typeface="+mj-ea"/>
                <a:ea typeface="+mj-ea"/>
              </a:rPr>
              <a:t>目 录</a:t>
            </a:r>
          </a:p>
        </p:txBody>
      </p:sp>
      <p:cxnSp>
        <p:nvCxnSpPr>
          <p:cNvPr id="7" name="直接连接符 6"/>
          <p:cNvCxnSpPr/>
          <p:nvPr/>
        </p:nvCxnSpPr>
        <p:spPr>
          <a:xfrm>
            <a:off x="408215" y="1155299"/>
            <a:ext cx="33473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000062" y="1675062"/>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工作岗位概述</a:t>
            </a:r>
          </a:p>
        </p:txBody>
      </p:sp>
      <p:sp>
        <p:nvSpPr>
          <p:cNvPr id="9" name="矩形 8"/>
          <p:cNvSpPr/>
          <p:nvPr/>
        </p:nvSpPr>
        <p:spPr>
          <a:xfrm>
            <a:off x="5676298" y="1675062"/>
            <a:ext cx="1704030"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zh-CN" altLang="en-US" sz="1800" kern="0">
                <a:solidFill>
                  <a:schemeClr val="accent1"/>
                </a:solidFill>
                <a:latin typeface="+mn-ea"/>
                <a:cs typeface="Arial" panose="020B0604020202020204" pitchFamily="34" charset="0"/>
              </a:rPr>
              <a:t>工作完成情况</a:t>
            </a:r>
            <a:endParaRPr lang="en-US" altLang="zh-CN" sz="1800" kern="0" dirty="0">
              <a:solidFill>
                <a:schemeClr val="accent1"/>
              </a:solidFill>
              <a:latin typeface="+mn-ea"/>
              <a:cs typeface="Arial" panose="020B0604020202020204" pitchFamily="34" charset="0"/>
            </a:endParaRPr>
          </a:p>
        </p:txBody>
      </p:sp>
      <p:sp>
        <p:nvSpPr>
          <p:cNvPr id="10" name="矩形 9"/>
          <p:cNvSpPr/>
          <p:nvPr/>
        </p:nvSpPr>
        <p:spPr>
          <a:xfrm>
            <a:off x="1024602" y="3044167"/>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zh-CN" altLang="en-US" sz="1800" kern="0">
                <a:solidFill>
                  <a:schemeClr val="accent1"/>
                </a:solidFill>
                <a:latin typeface="+mn-ea"/>
                <a:cs typeface="Arial" panose="020B0604020202020204" pitchFamily="34" charset="0"/>
              </a:rPr>
              <a:t>成功项目展示</a:t>
            </a:r>
            <a:endParaRPr lang="en-US" altLang="zh-CN" sz="1800" kern="0" dirty="0">
              <a:solidFill>
                <a:schemeClr val="accent1"/>
              </a:solidFill>
              <a:latin typeface="+mn-ea"/>
              <a:cs typeface="Arial" panose="020B0604020202020204" pitchFamily="34" charset="0"/>
            </a:endParaRPr>
          </a:p>
        </p:txBody>
      </p:sp>
      <p:sp>
        <p:nvSpPr>
          <p:cNvPr id="11" name="矩形 10"/>
          <p:cNvSpPr/>
          <p:nvPr/>
        </p:nvSpPr>
        <p:spPr>
          <a:xfrm>
            <a:off x="5661267" y="3044167"/>
            <a:ext cx="1957880"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下一步工作计划</a:t>
            </a:r>
          </a:p>
        </p:txBody>
      </p:sp>
      <p:sp>
        <p:nvSpPr>
          <p:cNvPr id="16" name="矩形 15"/>
          <p:cNvSpPr/>
          <p:nvPr/>
        </p:nvSpPr>
        <p:spPr>
          <a:xfrm>
            <a:off x="979828" y="2117876"/>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sp>
        <p:nvSpPr>
          <p:cNvPr id="17" name="矩形 16"/>
          <p:cNvSpPr/>
          <p:nvPr/>
        </p:nvSpPr>
        <p:spPr>
          <a:xfrm>
            <a:off x="5684274" y="2117876"/>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sp>
        <p:nvSpPr>
          <p:cNvPr id="18" name="矩形 17"/>
          <p:cNvSpPr/>
          <p:nvPr/>
        </p:nvSpPr>
        <p:spPr>
          <a:xfrm>
            <a:off x="1003336" y="3434683"/>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sp>
        <p:nvSpPr>
          <p:cNvPr id="19" name="矩形 18"/>
          <p:cNvSpPr/>
          <p:nvPr/>
        </p:nvSpPr>
        <p:spPr>
          <a:xfrm>
            <a:off x="5684274" y="3434683"/>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21" name="直接连接符 20"/>
          <p:cNvCxnSpPr/>
          <p:nvPr/>
        </p:nvCxnSpPr>
        <p:spPr>
          <a:xfrm>
            <a:off x="1090313" y="2138503"/>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779698" y="2138503"/>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110633" y="3486396"/>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771205" y="3486396"/>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396023" y="1786733"/>
            <a:ext cx="549555" cy="5495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mj-lt"/>
              </a:rPr>
              <a:t>01</a:t>
            </a:r>
            <a:endParaRPr lang="zh-CN" altLang="en-US" sz="1400">
              <a:latin typeface="+mj-lt"/>
            </a:endParaRPr>
          </a:p>
        </p:txBody>
      </p:sp>
      <p:sp>
        <p:nvSpPr>
          <p:cNvPr id="25" name="椭圆 24"/>
          <p:cNvSpPr/>
          <p:nvPr/>
        </p:nvSpPr>
        <p:spPr>
          <a:xfrm>
            <a:off x="5057765" y="1784556"/>
            <a:ext cx="549555" cy="5495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mj-lt"/>
              </a:rPr>
              <a:t>02</a:t>
            </a:r>
            <a:endParaRPr lang="zh-CN" altLang="en-US" sz="1400">
              <a:latin typeface="+mj-lt"/>
            </a:endParaRPr>
          </a:p>
        </p:txBody>
      </p:sp>
      <p:sp>
        <p:nvSpPr>
          <p:cNvPr id="26" name="椭圆 25"/>
          <p:cNvSpPr/>
          <p:nvPr/>
        </p:nvSpPr>
        <p:spPr>
          <a:xfrm>
            <a:off x="5057765" y="3139044"/>
            <a:ext cx="549555" cy="5495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mj-lt"/>
              </a:rPr>
              <a:t>04</a:t>
            </a:r>
            <a:endParaRPr lang="zh-CN" altLang="en-US" sz="1400">
              <a:latin typeface="+mj-lt"/>
            </a:endParaRPr>
          </a:p>
        </p:txBody>
      </p:sp>
      <p:sp>
        <p:nvSpPr>
          <p:cNvPr id="27" name="椭圆 26"/>
          <p:cNvSpPr/>
          <p:nvPr/>
        </p:nvSpPr>
        <p:spPr>
          <a:xfrm>
            <a:off x="405942" y="3139044"/>
            <a:ext cx="549555" cy="54955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mj-lt"/>
              </a:rPr>
              <a:t>03</a:t>
            </a:r>
            <a:endParaRPr lang="zh-CN" altLang="en-US" sz="1400">
              <a:latin typeface="+mj-lt"/>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504" y="3764536"/>
            <a:ext cx="1347396" cy="1378964"/>
          </a:xfrm>
          <a:prstGeom prst="rect">
            <a:avLst/>
          </a:prstGeom>
        </p:spPr>
      </p:pic>
      <p:pic>
        <p:nvPicPr>
          <p:cNvPr id="6" name="图片 5"/>
          <p:cNvPicPr>
            <a:picLocks noChangeAspect="1"/>
          </p:cNvPicPr>
          <p:nvPr/>
        </p:nvPicPr>
        <p:blipFill rotWithShape="1">
          <a:blip r:embed="rId4" cstate="print">
            <a:extLst>
              <a:ext uri="{28A0092B-C50C-407E-A947-70E740481C1C}">
                <a14:useLocalDpi xmlns:a14="http://schemas.microsoft.com/office/drawing/2010/main" val="0"/>
              </a:ext>
            </a:extLst>
          </a:blip>
          <a:srcRect r="49295" b="51850"/>
          <a:stretch>
            <a:fillRect/>
          </a:stretch>
        </p:blipFill>
        <p:spPr>
          <a:xfrm>
            <a:off x="5885444" y="-82997"/>
            <a:ext cx="4173096" cy="2476592"/>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6760" y="2555544"/>
            <a:ext cx="2877711" cy="584775"/>
          </a:xfrm>
          <a:prstGeom prst="rect">
            <a:avLst/>
          </a:prstGeom>
          <a:noFill/>
        </p:spPr>
        <p:txBody>
          <a:bodyPr wrap="none" rtlCol="0">
            <a:spAutoFit/>
          </a:bodyPr>
          <a:lstStyle/>
          <a:p>
            <a:r>
              <a:rPr lang="zh-CN" altLang="en-US" sz="3200" spc="300">
                <a:solidFill>
                  <a:schemeClr val="accent1"/>
                </a:solidFill>
                <a:latin typeface="+mj-ea"/>
                <a:ea typeface="+mj-ea"/>
              </a:rPr>
              <a:t>工作岗位概述</a:t>
            </a:r>
          </a:p>
        </p:txBody>
      </p:sp>
      <p:sp>
        <p:nvSpPr>
          <p:cNvPr id="4" name="矩形 3"/>
          <p:cNvSpPr/>
          <p:nvPr/>
        </p:nvSpPr>
        <p:spPr>
          <a:xfrm>
            <a:off x="611188" y="3159495"/>
            <a:ext cx="3875265" cy="577081"/>
          </a:xfrm>
          <a:prstGeom prst="rect">
            <a:avLst/>
          </a:prstGeom>
        </p:spPr>
        <p:txBody>
          <a:bodyPr wrap="square">
            <a:spAutoFit/>
          </a:bodyPr>
          <a:lstStyle/>
          <a:p>
            <a:pPr>
              <a:lnSpc>
                <a:spcPct val="150000"/>
              </a:lnSpc>
              <a:defRPr/>
            </a:pPr>
            <a:r>
              <a:rPr lang="en-US" altLang="zh-CN" sz="105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a:t>
            </a:r>
            <a:endParaRPr lang="zh-CN" altLang="en-US" sz="1050">
              <a:solidFill>
                <a:schemeClr val="tx1">
                  <a:lumMod val="85000"/>
                  <a:lumOff val="15000"/>
                </a:schemeClr>
              </a:solidFill>
              <a:ea typeface="微软雅黑" panose="020B0503020204020204" charset="-122"/>
            </a:endParaRPr>
          </a:p>
        </p:txBody>
      </p:sp>
      <p:sp>
        <p:nvSpPr>
          <p:cNvPr id="6" name="椭圆 5"/>
          <p:cNvSpPr/>
          <p:nvPr/>
        </p:nvSpPr>
        <p:spPr>
          <a:xfrm>
            <a:off x="8014915" y="-212326"/>
            <a:ext cx="1261898" cy="126189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7688057" y="301529"/>
            <a:ext cx="653715" cy="65371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8870442" y="1049572"/>
            <a:ext cx="406371" cy="406371"/>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277014" y="1189962"/>
            <a:ext cx="267944" cy="267944"/>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408985" y="203266"/>
            <a:ext cx="215357" cy="215357"/>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484704" y="986609"/>
            <a:ext cx="203353" cy="203353"/>
          </a:xfrm>
          <a:prstGeom prst="ellipse">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Line 21"/>
          <p:cNvSpPr>
            <a:spLocks noChangeShapeType="1"/>
          </p:cNvSpPr>
          <p:nvPr/>
        </p:nvSpPr>
        <p:spPr bwMode="auto">
          <a:xfrm>
            <a:off x="669969" y="3140319"/>
            <a:ext cx="2611291" cy="0"/>
          </a:xfrm>
          <a:prstGeom prst="line">
            <a:avLst/>
          </a:prstGeom>
          <a:noFill/>
          <a:ln w="63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schemeClr val="tx1">
                    <a:lumMod val="75000"/>
                    <a:lumOff val="25000"/>
                  </a:schemeClr>
                </a:solidFill>
              </a:ln>
              <a:solidFill>
                <a:srgbClr val="000000"/>
              </a:solidFill>
              <a:latin typeface="Arial" panose="020B0604020202020204" pitchFamily="34" charset="0"/>
            </a:endParaRPr>
          </a:p>
        </p:txBody>
      </p:sp>
      <p:sp>
        <p:nvSpPr>
          <p:cNvPr id="14" name="文本框 13"/>
          <p:cNvSpPr txBox="1"/>
          <p:nvPr/>
        </p:nvSpPr>
        <p:spPr>
          <a:xfrm>
            <a:off x="611188" y="1985815"/>
            <a:ext cx="1978875" cy="523220"/>
          </a:xfrm>
          <a:prstGeom prst="rect">
            <a:avLst/>
          </a:prstGeom>
          <a:solidFill>
            <a:schemeClr val="accent1"/>
          </a:solidFill>
        </p:spPr>
        <p:txBody>
          <a:bodyPr wrap="none" rtlCol="0">
            <a:spAutoFit/>
          </a:bodyPr>
          <a:lstStyle/>
          <a:p>
            <a:r>
              <a:rPr lang="en-US" altLang="zh-CN" sz="2800">
                <a:solidFill>
                  <a:schemeClr val="bg1"/>
                </a:solidFill>
                <a:latin typeface="+mj-lt"/>
                <a:ea typeface="+mj-ea"/>
              </a:rPr>
              <a:t>PART ONE</a:t>
            </a:r>
            <a:endParaRPr lang="zh-CN" altLang="en-US" sz="2800">
              <a:solidFill>
                <a:schemeClr val="bg1"/>
              </a:solidFill>
              <a:latin typeface="+mj-lt"/>
              <a:ea typeface="+mj-ea"/>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工作岗位概述</a:t>
            </a:r>
          </a:p>
        </p:txBody>
      </p:sp>
      <p:sp>
        <p:nvSpPr>
          <p:cNvPr id="17" name="矩形 16"/>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18" name="直接连接符 17"/>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2517" y="1309605"/>
            <a:ext cx="4160281" cy="2776535"/>
          </a:xfrm>
          <a:prstGeom prst="rect">
            <a:avLst/>
          </a:prstGeom>
        </p:spPr>
      </p:pic>
      <p:sp>
        <p:nvSpPr>
          <p:cNvPr id="24" name="矩形 23"/>
          <p:cNvSpPr/>
          <p:nvPr/>
        </p:nvSpPr>
        <p:spPr>
          <a:xfrm>
            <a:off x="4626187" y="1212957"/>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a:solidFill>
                  <a:schemeClr val="accent1"/>
                </a:solidFill>
                <a:latin typeface="+mj-ea"/>
                <a:ea typeface="+mj-ea"/>
              </a:rPr>
              <a:t>工作岗位概述</a:t>
            </a:r>
          </a:p>
        </p:txBody>
      </p:sp>
      <p:cxnSp>
        <p:nvCxnSpPr>
          <p:cNvPr id="25" name="直接连接符 24"/>
          <p:cNvCxnSpPr/>
          <p:nvPr/>
        </p:nvCxnSpPr>
        <p:spPr>
          <a:xfrm>
            <a:off x="4717042" y="1702111"/>
            <a:ext cx="22847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626187" y="1709346"/>
            <a:ext cx="4517813" cy="507831"/>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7" name="矩形 26"/>
          <p:cNvSpPr/>
          <p:nvPr/>
        </p:nvSpPr>
        <p:spPr>
          <a:xfrm>
            <a:off x="5154506" y="2289460"/>
            <a:ext cx="3989493" cy="507831"/>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8" name="矩形 27"/>
          <p:cNvSpPr/>
          <p:nvPr/>
        </p:nvSpPr>
        <p:spPr>
          <a:xfrm>
            <a:off x="5154506" y="2933885"/>
            <a:ext cx="3989493" cy="507831"/>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9" name="矩形 28"/>
          <p:cNvSpPr/>
          <p:nvPr/>
        </p:nvSpPr>
        <p:spPr>
          <a:xfrm>
            <a:off x="5154506" y="3578309"/>
            <a:ext cx="3989493" cy="507831"/>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grpSp>
        <p:nvGrpSpPr>
          <p:cNvPr id="12" name="Group 112"/>
          <p:cNvGrpSpPr/>
          <p:nvPr/>
        </p:nvGrpSpPr>
        <p:grpSpPr>
          <a:xfrm>
            <a:off x="4815046" y="2459740"/>
            <a:ext cx="282248" cy="264427"/>
            <a:chOff x="5368132" y="3540125"/>
            <a:chExt cx="465138" cy="435769"/>
          </a:xfrm>
          <a:solidFill>
            <a:schemeClr val="accent1"/>
          </a:solidFill>
        </p:grpSpPr>
        <p:sp>
          <p:nvSpPr>
            <p:cNvPr id="14"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15"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19" name="AutoShape 112"/>
          <p:cNvSpPr/>
          <p:nvPr/>
        </p:nvSpPr>
        <p:spPr bwMode="auto">
          <a:xfrm>
            <a:off x="4821725" y="3708974"/>
            <a:ext cx="282706" cy="28196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accent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20" name="组合 19"/>
          <p:cNvGrpSpPr/>
          <p:nvPr/>
        </p:nvGrpSpPr>
        <p:grpSpPr>
          <a:xfrm>
            <a:off x="4809407" y="3048998"/>
            <a:ext cx="281766" cy="281766"/>
            <a:chOff x="3191434" y="2145028"/>
            <a:chExt cx="359165" cy="359165"/>
          </a:xfrm>
          <a:solidFill>
            <a:schemeClr val="accent1"/>
          </a:solidFill>
        </p:grpSpPr>
        <p:sp>
          <p:nvSpPr>
            <p:cNvPr id="21"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3"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工作岗位概述</a:t>
            </a:r>
          </a:p>
        </p:txBody>
      </p:sp>
      <p:sp>
        <p:nvSpPr>
          <p:cNvPr id="17" name="矩形 16"/>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18" name="直接连接符 17"/>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Freeform 1350"/>
          <p:cNvSpPr/>
          <p:nvPr/>
        </p:nvSpPr>
        <p:spPr bwMode="auto">
          <a:xfrm>
            <a:off x="3903244" y="1269503"/>
            <a:ext cx="1328066" cy="1094608"/>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20" name="Freeform 1351"/>
          <p:cNvSpPr/>
          <p:nvPr/>
        </p:nvSpPr>
        <p:spPr bwMode="auto">
          <a:xfrm>
            <a:off x="4962613" y="2077795"/>
            <a:ext cx="1092406" cy="1328066"/>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a:p>
        </p:txBody>
      </p:sp>
      <p:sp>
        <p:nvSpPr>
          <p:cNvPr id="21" name="Freeform 1352"/>
          <p:cNvSpPr/>
          <p:nvPr/>
        </p:nvSpPr>
        <p:spPr bwMode="auto">
          <a:xfrm>
            <a:off x="3918661" y="3137164"/>
            <a:ext cx="1328066" cy="1092406"/>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22" name="Freeform 1353"/>
          <p:cNvSpPr/>
          <p:nvPr/>
        </p:nvSpPr>
        <p:spPr bwMode="auto">
          <a:xfrm>
            <a:off x="3094952" y="2093212"/>
            <a:ext cx="1092406" cy="1328066"/>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a:p>
        </p:txBody>
      </p:sp>
      <p:sp>
        <p:nvSpPr>
          <p:cNvPr id="23" name="矩形 22"/>
          <p:cNvSpPr/>
          <p:nvPr/>
        </p:nvSpPr>
        <p:spPr>
          <a:xfrm>
            <a:off x="6078549" y="1542989"/>
            <a:ext cx="2572043"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30" name="矩形 29"/>
          <p:cNvSpPr/>
          <p:nvPr/>
        </p:nvSpPr>
        <p:spPr>
          <a:xfrm>
            <a:off x="6069625" y="1269503"/>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31" name="直接连接符 30"/>
          <p:cNvCxnSpPr/>
          <p:nvPr/>
        </p:nvCxnSpPr>
        <p:spPr>
          <a:xfrm>
            <a:off x="6179743" y="1580070"/>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6145764" y="3461287"/>
            <a:ext cx="2572043"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33" name="矩形 32"/>
          <p:cNvSpPr/>
          <p:nvPr/>
        </p:nvSpPr>
        <p:spPr>
          <a:xfrm>
            <a:off x="6129540" y="3148013"/>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34" name="直接连接符 33"/>
          <p:cNvCxnSpPr/>
          <p:nvPr/>
        </p:nvCxnSpPr>
        <p:spPr>
          <a:xfrm>
            <a:off x="6239658" y="3458580"/>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522909" y="1542989"/>
            <a:ext cx="2572043" cy="722505"/>
          </a:xfrm>
          <a:prstGeom prst="rect">
            <a:avLst/>
          </a:prstGeom>
        </p:spPr>
        <p:txBody>
          <a:bodyPr wrap="square">
            <a:spAutoFit/>
          </a:bodyPr>
          <a:lstStyle/>
          <a:p>
            <a:pPr algn="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36" name="矩形 35"/>
          <p:cNvSpPr/>
          <p:nvPr/>
        </p:nvSpPr>
        <p:spPr>
          <a:xfrm>
            <a:off x="1458559" y="1269503"/>
            <a:ext cx="1636393" cy="307777"/>
          </a:xfrm>
          <a:prstGeom prst="rect">
            <a:avLst/>
          </a:prstGeom>
        </p:spPr>
        <p:txBody>
          <a:bodyPr wrap="square">
            <a:spAutoFit/>
          </a:bodyPr>
          <a:lstStyle/>
          <a:p>
            <a:pPr algn="r">
              <a:spcBef>
                <a:spcPts val="600"/>
              </a:spcBef>
            </a:pPr>
            <a:r>
              <a:rPr lang="en-US" altLang="zh-CN" sz="1400">
                <a:solidFill>
                  <a:schemeClr val="accent1"/>
                </a:solidFill>
                <a:latin typeface="+mj-lt"/>
              </a:rPr>
              <a:t>KEY WORD</a:t>
            </a:r>
          </a:p>
        </p:txBody>
      </p:sp>
      <p:cxnSp>
        <p:nvCxnSpPr>
          <p:cNvPr id="37" name="直接连接符 36"/>
          <p:cNvCxnSpPr/>
          <p:nvPr/>
        </p:nvCxnSpPr>
        <p:spPr>
          <a:xfrm>
            <a:off x="2828600" y="1577280"/>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35400" y="3388698"/>
            <a:ext cx="2572043" cy="722505"/>
          </a:xfrm>
          <a:prstGeom prst="rect">
            <a:avLst/>
          </a:prstGeom>
        </p:spPr>
        <p:txBody>
          <a:bodyPr wrap="square">
            <a:spAutoFit/>
          </a:bodyPr>
          <a:lstStyle/>
          <a:p>
            <a:pPr algn="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39" name="矩形 38"/>
          <p:cNvSpPr/>
          <p:nvPr/>
        </p:nvSpPr>
        <p:spPr>
          <a:xfrm>
            <a:off x="1371050" y="3115212"/>
            <a:ext cx="1636393" cy="307777"/>
          </a:xfrm>
          <a:prstGeom prst="rect">
            <a:avLst/>
          </a:prstGeom>
        </p:spPr>
        <p:txBody>
          <a:bodyPr wrap="square">
            <a:spAutoFit/>
          </a:bodyPr>
          <a:lstStyle/>
          <a:p>
            <a:pPr algn="r">
              <a:spcBef>
                <a:spcPts val="600"/>
              </a:spcBef>
            </a:pPr>
            <a:r>
              <a:rPr lang="en-US" altLang="zh-CN" sz="1400">
                <a:solidFill>
                  <a:schemeClr val="accent1"/>
                </a:solidFill>
                <a:latin typeface="+mj-lt"/>
              </a:rPr>
              <a:t>KEY WORD</a:t>
            </a:r>
          </a:p>
        </p:txBody>
      </p:sp>
      <p:cxnSp>
        <p:nvCxnSpPr>
          <p:cNvPr id="40" name="直接连接符 39"/>
          <p:cNvCxnSpPr/>
          <p:nvPr/>
        </p:nvCxnSpPr>
        <p:spPr>
          <a:xfrm>
            <a:off x="2747864" y="3422989"/>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094552" y="1357768"/>
            <a:ext cx="370441" cy="3704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5625852" y="2265494"/>
            <a:ext cx="370441" cy="370441"/>
          </a:xfrm>
          <a:prstGeom prst="ellipse">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143406" y="2777572"/>
            <a:ext cx="370441" cy="370441"/>
          </a:xfrm>
          <a:prstGeom prst="ellipse">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4689718" y="3793097"/>
            <a:ext cx="370441" cy="3704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Group 112"/>
          <p:cNvGrpSpPr/>
          <p:nvPr/>
        </p:nvGrpSpPr>
        <p:grpSpPr>
          <a:xfrm>
            <a:off x="3219689" y="2860733"/>
            <a:ext cx="217874" cy="204118"/>
            <a:chOff x="5368132" y="3540125"/>
            <a:chExt cx="465138" cy="435769"/>
          </a:xfrm>
          <a:solidFill>
            <a:schemeClr val="bg1"/>
          </a:solidFill>
        </p:grpSpPr>
        <p:sp>
          <p:nvSpPr>
            <p:cNvPr id="28"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9"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41" name="AutoShape 112"/>
          <p:cNvSpPr/>
          <p:nvPr/>
        </p:nvSpPr>
        <p:spPr bwMode="auto">
          <a:xfrm>
            <a:off x="4765824" y="3873038"/>
            <a:ext cx="218227" cy="21726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42" name="组合 41"/>
          <p:cNvGrpSpPr/>
          <p:nvPr/>
        </p:nvGrpSpPr>
        <p:grpSpPr>
          <a:xfrm>
            <a:off x="5702321" y="2341963"/>
            <a:ext cx="217502" cy="217502"/>
            <a:chOff x="3191434" y="2145028"/>
            <a:chExt cx="359165" cy="359165"/>
          </a:xfrm>
          <a:solidFill>
            <a:schemeClr val="bg1"/>
          </a:solidFill>
        </p:grpSpPr>
        <p:sp>
          <p:nvSpPr>
            <p:cNvPr id="43"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4"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5"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6" name="组合 45"/>
          <p:cNvGrpSpPr/>
          <p:nvPr/>
        </p:nvGrpSpPr>
        <p:grpSpPr>
          <a:xfrm>
            <a:off x="4167801" y="1418035"/>
            <a:ext cx="217502" cy="217502"/>
            <a:chOff x="2473104" y="2145028"/>
            <a:chExt cx="359165" cy="359165"/>
          </a:xfrm>
          <a:solidFill>
            <a:schemeClr val="bg1"/>
          </a:solidFill>
        </p:grpSpPr>
        <p:sp>
          <p:nvSpPr>
            <p:cNvPr id="47"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8"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工作岗位概述</a:t>
            </a:r>
          </a:p>
        </p:txBody>
      </p:sp>
      <p:sp>
        <p:nvSpPr>
          <p:cNvPr id="17" name="矩形 16"/>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18" name="直接连接符 17"/>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3" name="Freeform 323"/>
          <p:cNvSpPr>
            <a:spLocks noEditPoints="1"/>
          </p:cNvSpPr>
          <p:nvPr/>
        </p:nvSpPr>
        <p:spPr bwMode="auto">
          <a:xfrm>
            <a:off x="3089275" y="1328420"/>
            <a:ext cx="2965450" cy="2962275"/>
          </a:xfrm>
          <a:custGeom>
            <a:avLst/>
            <a:gdLst>
              <a:gd name="T0" fmla="*/ 467 w 934"/>
              <a:gd name="T1" fmla="*/ 933 h 933"/>
              <a:gd name="T2" fmla="*/ 0 w 934"/>
              <a:gd name="T3" fmla="*/ 467 h 933"/>
              <a:gd name="T4" fmla="*/ 467 w 934"/>
              <a:gd name="T5" fmla="*/ 0 h 933"/>
              <a:gd name="T6" fmla="*/ 934 w 934"/>
              <a:gd name="T7" fmla="*/ 467 h 933"/>
              <a:gd name="T8" fmla="*/ 467 w 934"/>
              <a:gd name="T9" fmla="*/ 933 h 933"/>
              <a:gd name="T10" fmla="*/ 467 w 934"/>
              <a:gd name="T11" fmla="*/ 40 h 933"/>
              <a:gd name="T12" fmla="*/ 40 w 934"/>
              <a:gd name="T13" fmla="*/ 467 h 933"/>
              <a:gd name="T14" fmla="*/ 467 w 934"/>
              <a:gd name="T15" fmla="*/ 893 h 933"/>
              <a:gd name="T16" fmla="*/ 894 w 934"/>
              <a:gd name="T17" fmla="*/ 467 h 933"/>
              <a:gd name="T18" fmla="*/ 467 w 934"/>
              <a:gd name="T19" fmla="*/ 4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4" h="933">
                <a:moveTo>
                  <a:pt x="467" y="933"/>
                </a:moveTo>
                <a:cubicBezTo>
                  <a:pt x="210" y="933"/>
                  <a:pt x="0" y="724"/>
                  <a:pt x="0" y="467"/>
                </a:cubicBezTo>
                <a:cubicBezTo>
                  <a:pt x="0" y="209"/>
                  <a:pt x="210" y="0"/>
                  <a:pt x="467" y="0"/>
                </a:cubicBezTo>
                <a:cubicBezTo>
                  <a:pt x="724" y="0"/>
                  <a:pt x="934" y="209"/>
                  <a:pt x="934" y="467"/>
                </a:cubicBezTo>
                <a:cubicBezTo>
                  <a:pt x="934" y="724"/>
                  <a:pt x="724" y="933"/>
                  <a:pt x="467" y="933"/>
                </a:cubicBezTo>
                <a:close/>
                <a:moveTo>
                  <a:pt x="467" y="40"/>
                </a:moveTo>
                <a:cubicBezTo>
                  <a:pt x="232" y="40"/>
                  <a:pt x="40" y="231"/>
                  <a:pt x="40" y="467"/>
                </a:cubicBezTo>
                <a:cubicBezTo>
                  <a:pt x="40" y="702"/>
                  <a:pt x="232" y="893"/>
                  <a:pt x="467" y="893"/>
                </a:cubicBezTo>
                <a:cubicBezTo>
                  <a:pt x="702" y="893"/>
                  <a:pt x="894" y="702"/>
                  <a:pt x="894" y="467"/>
                </a:cubicBezTo>
                <a:cubicBezTo>
                  <a:pt x="894" y="231"/>
                  <a:pt x="702" y="40"/>
                  <a:pt x="467" y="40"/>
                </a:cubicBezTo>
                <a:close/>
              </a:path>
            </a:pathLst>
          </a:custGeom>
          <a:solidFill>
            <a:schemeClr val="bg1">
              <a:alpha val="10000"/>
            </a:schemeClr>
          </a:solidFill>
          <a:ln>
            <a:noFill/>
          </a:ln>
        </p:spPr>
        <p:txBody>
          <a:bodyPr vert="horz" wrap="square" lIns="91440" tIns="45720" rIns="91440" bIns="45720" numCol="1" anchor="t" anchorCtr="0" compatLnSpc="1"/>
          <a:lstStyle/>
          <a:p>
            <a:endParaRPr lang="en-US"/>
          </a:p>
        </p:txBody>
      </p:sp>
      <p:grpSp>
        <p:nvGrpSpPr>
          <p:cNvPr id="7" name="组合 6"/>
          <p:cNvGrpSpPr/>
          <p:nvPr/>
        </p:nvGrpSpPr>
        <p:grpSpPr>
          <a:xfrm>
            <a:off x="3330571" y="1592689"/>
            <a:ext cx="2555617" cy="2338466"/>
            <a:chOff x="3150579" y="1655445"/>
            <a:chExt cx="2941131" cy="2691223"/>
          </a:xfrm>
        </p:grpSpPr>
        <p:sp>
          <p:nvSpPr>
            <p:cNvPr id="42" name="Freeform 322"/>
            <p:cNvSpPr>
              <a:spLocks noEditPoints="1"/>
            </p:cNvSpPr>
            <p:nvPr/>
          </p:nvSpPr>
          <p:spPr bwMode="auto">
            <a:xfrm>
              <a:off x="3794125" y="2033270"/>
              <a:ext cx="1555750" cy="1552575"/>
            </a:xfrm>
            <a:custGeom>
              <a:avLst/>
              <a:gdLst>
                <a:gd name="T0" fmla="*/ 245 w 490"/>
                <a:gd name="T1" fmla="*/ 489 h 489"/>
                <a:gd name="T2" fmla="*/ 0 w 490"/>
                <a:gd name="T3" fmla="*/ 245 h 489"/>
                <a:gd name="T4" fmla="*/ 245 w 490"/>
                <a:gd name="T5" fmla="*/ 0 h 489"/>
                <a:gd name="T6" fmla="*/ 490 w 490"/>
                <a:gd name="T7" fmla="*/ 245 h 489"/>
                <a:gd name="T8" fmla="*/ 245 w 490"/>
                <a:gd name="T9" fmla="*/ 489 h 489"/>
                <a:gd name="T10" fmla="*/ 245 w 490"/>
                <a:gd name="T11" fmla="*/ 20 h 489"/>
                <a:gd name="T12" fmla="*/ 20 w 490"/>
                <a:gd name="T13" fmla="*/ 245 h 489"/>
                <a:gd name="T14" fmla="*/ 245 w 490"/>
                <a:gd name="T15" fmla="*/ 469 h 489"/>
                <a:gd name="T16" fmla="*/ 470 w 490"/>
                <a:gd name="T17" fmla="*/ 245 h 489"/>
                <a:gd name="T18" fmla="*/ 245 w 490"/>
                <a:gd name="T19" fmla="*/ 20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0" h="489">
                  <a:moveTo>
                    <a:pt x="245" y="489"/>
                  </a:moveTo>
                  <a:cubicBezTo>
                    <a:pt x="110" y="489"/>
                    <a:pt x="0" y="379"/>
                    <a:pt x="0" y="245"/>
                  </a:cubicBezTo>
                  <a:cubicBezTo>
                    <a:pt x="0" y="110"/>
                    <a:pt x="110" y="0"/>
                    <a:pt x="245" y="0"/>
                  </a:cubicBezTo>
                  <a:cubicBezTo>
                    <a:pt x="380" y="0"/>
                    <a:pt x="490" y="110"/>
                    <a:pt x="490" y="245"/>
                  </a:cubicBezTo>
                  <a:cubicBezTo>
                    <a:pt x="490" y="379"/>
                    <a:pt x="380" y="489"/>
                    <a:pt x="245" y="489"/>
                  </a:cubicBezTo>
                  <a:close/>
                  <a:moveTo>
                    <a:pt x="245" y="20"/>
                  </a:moveTo>
                  <a:cubicBezTo>
                    <a:pt x="121" y="20"/>
                    <a:pt x="20" y="121"/>
                    <a:pt x="20" y="245"/>
                  </a:cubicBezTo>
                  <a:cubicBezTo>
                    <a:pt x="20" y="368"/>
                    <a:pt x="121" y="469"/>
                    <a:pt x="245" y="469"/>
                  </a:cubicBezTo>
                  <a:cubicBezTo>
                    <a:pt x="369" y="469"/>
                    <a:pt x="470" y="368"/>
                    <a:pt x="470" y="245"/>
                  </a:cubicBezTo>
                  <a:cubicBezTo>
                    <a:pt x="470" y="121"/>
                    <a:pt x="369" y="20"/>
                    <a:pt x="245" y="20"/>
                  </a:cubicBezTo>
                  <a:close/>
                </a:path>
              </a:pathLst>
            </a:custGeom>
            <a:solidFill>
              <a:schemeClr val="bg1">
                <a:alpha val="10000"/>
              </a:schemeClr>
            </a:solidFill>
            <a:ln>
              <a:noFill/>
            </a:ln>
          </p:spPr>
          <p:txBody>
            <a:bodyPr vert="horz" wrap="square" lIns="91440" tIns="45720" rIns="91440" bIns="45720" numCol="1" anchor="t" anchorCtr="0" compatLnSpc="1"/>
            <a:lstStyle/>
            <a:p>
              <a:endParaRPr lang="en-US"/>
            </a:p>
          </p:txBody>
        </p:sp>
        <p:sp>
          <p:nvSpPr>
            <p:cNvPr id="44" name="Freeform 324"/>
            <p:cNvSpPr/>
            <p:nvPr/>
          </p:nvSpPr>
          <p:spPr bwMode="auto">
            <a:xfrm>
              <a:off x="3150579" y="1719177"/>
              <a:ext cx="602269" cy="272817"/>
            </a:xfrm>
            <a:custGeom>
              <a:avLst/>
              <a:gdLst>
                <a:gd name="T0" fmla="*/ 674 w 674"/>
                <a:gd name="T1" fmla="*/ 256 h 256"/>
                <a:gd name="T2" fmla="*/ 420 w 674"/>
                <a:gd name="T3" fmla="*/ 0 h 256"/>
                <a:gd name="T4" fmla="*/ 0 w 674"/>
                <a:gd name="T5" fmla="*/ 0 h 256"/>
              </a:gdLst>
              <a:ahLst/>
              <a:cxnLst>
                <a:cxn ang="0">
                  <a:pos x="T0" y="T1"/>
                </a:cxn>
                <a:cxn ang="0">
                  <a:pos x="T2" y="T3"/>
                </a:cxn>
                <a:cxn ang="0">
                  <a:pos x="T4" y="T5"/>
                </a:cxn>
              </a:cxnLst>
              <a:rect l="0" t="0" r="r" b="b"/>
              <a:pathLst>
                <a:path w="674" h="256">
                  <a:moveTo>
                    <a:pt x="674" y="256"/>
                  </a:moveTo>
                  <a:lnTo>
                    <a:pt x="420" y="0"/>
                  </a:lnTo>
                  <a:lnTo>
                    <a:pt x="0" y="0"/>
                  </a:lnTo>
                </a:path>
              </a:pathLst>
            </a:custGeom>
            <a:noFill/>
            <a:ln w="3175" cap="flat">
              <a:solidFill>
                <a:schemeClr val="accent1"/>
              </a:solidFill>
              <a:prstDash val="dash"/>
              <a:miter lim="800000"/>
              <a:headEnd type="diamond" w="med" len="med"/>
              <a:tailEnd type="diamond"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45" name="Freeform 325"/>
            <p:cNvSpPr/>
            <p:nvPr/>
          </p:nvSpPr>
          <p:spPr bwMode="auto">
            <a:xfrm>
              <a:off x="5391150" y="1725907"/>
              <a:ext cx="700560" cy="266088"/>
            </a:xfrm>
            <a:custGeom>
              <a:avLst/>
              <a:gdLst>
                <a:gd name="T0" fmla="*/ 0 w 674"/>
                <a:gd name="T1" fmla="*/ 256 h 256"/>
                <a:gd name="T2" fmla="*/ 254 w 674"/>
                <a:gd name="T3" fmla="*/ 0 h 256"/>
                <a:gd name="T4" fmla="*/ 674 w 674"/>
                <a:gd name="T5" fmla="*/ 0 h 256"/>
              </a:gdLst>
              <a:ahLst/>
              <a:cxnLst>
                <a:cxn ang="0">
                  <a:pos x="T0" y="T1"/>
                </a:cxn>
                <a:cxn ang="0">
                  <a:pos x="T2" y="T3"/>
                </a:cxn>
                <a:cxn ang="0">
                  <a:pos x="T4" y="T5"/>
                </a:cxn>
              </a:cxnLst>
              <a:rect l="0" t="0" r="r" b="b"/>
              <a:pathLst>
                <a:path w="674" h="256">
                  <a:moveTo>
                    <a:pt x="0" y="256"/>
                  </a:moveTo>
                  <a:lnTo>
                    <a:pt x="254" y="0"/>
                  </a:lnTo>
                  <a:lnTo>
                    <a:pt x="674" y="0"/>
                  </a:lnTo>
                </a:path>
              </a:pathLst>
            </a:custGeom>
            <a:noFill/>
            <a:ln w="3175" cap="flat">
              <a:solidFill>
                <a:schemeClr val="accent2"/>
              </a:solidFill>
              <a:prstDash val="dash"/>
              <a:miter lim="800000"/>
              <a:headEnd type="diamond" w="med" len="med"/>
              <a:tailEnd type="diamond"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46" name="Freeform 326"/>
            <p:cNvSpPr/>
            <p:nvPr/>
          </p:nvSpPr>
          <p:spPr bwMode="auto">
            <a:xfrm>
              <a:off x="3606800" y="3309620"/>
              <a:ext cx="1930400" cy="657225"/>
            </a:xfrm>
            <a:custGeom>
              <a:avLst/>
              <a:gdLst>
                <a:gd name="T0" fmla="*/ 304 w 608"/>
                <a:gd name="T1" fmla="*/ 120 h 207"/>
                <a:gd name="T2" fmla="*/ 75 w 608"/>
                <a:gd name="T3" fmla="*/ 0 h 207"/>
                <a:gd name="T4" fmla="*/ 0 w 608"/>
                <a:gd name="T5" fmla="*/ 43 h 207"/>
                <a:gd name="T6" fmla="*/ 304 w 608"/>
                <a:gd name="T7" fmla="*/ 207 h 207"/>
                <a:gd name="T8" fmla="*/ 608 w 608"/>
                <a:gd name="T9" fmla="*/ 43 h 207"/>
                <a:gd name="T10" fmla="*/ 533 w 608"/>
                <a:gd name="T11" fmla="*/ 0 h 207"/>
                <a:gd name="T12" fmla="*/ 304 w 608"/>
                <a:gd name="T13" fmla="*/ 120 h 207"/>
              </a:gdLst>
              <a:ahLst/>
              <a:cxnLst>
                <a:cxn ang="0">
                  <a:pos x="T0" y="T1"/>
                </a:cxn>
                <a:cxn ang="0">
                  <a:pos x="T2" y="T3"/>
                </a:cxn>
                <a:cxn ang="0">
                  <a:pos x="T4" y="T5"/>
                </a:cxn>
                <a:cxn ang="0">
                  <a:pos x="T6" y="T7"/>
                </a:cxn>
                <a:cxn ang="0">
                  <a:pos x="T8" y="T9"/>
                </a:cxn>
                <a:cxn ang="0">
                  <a:pos x="T10" y="T11"/>
                </a:cxn>
                <a:cxn ang="0">
                  <a:pos x="T12" y="T13"/>
                </a:cxn>
              </a:cxnLst>
              <a:rect l="0" t="0" r="r" b="b"/>
              <a:pathLst>
                <a:path w="608" h="207">
                  <a:moveTo>
                    <a:pt x="304" y="120"/>
                  </a:moveTo>
                  <a:cubicBezTo>
                    <a:pt x="209" y="120"/>
                    <a:pt x="125" y="73"/>
                    <a:pt x="75" y="0"/>
                  </a:cubicBezTo>
                  <a:cubicBezTo>
                    <a:pt x="0" y="43"/>
                    <a:pt x="0" y="43"/>
                    <a:pt x="0" y="43"/>
                  </a:cubicBezTo>
                  <a:cubicBezTo>
                    <a:pt x="65" y="142"/>
                    <a:pt x="177" y="207"/>
                    <a:pt x="304" y="207"/>
                  </a:cubicBezTo>
                  <a:cubicBezTo>
                    <a:pt x="431" y="207"/>
                    <a:pt x="543" y="142"/>
                    <a:pt x="608" y="43"/>
                  </a:cubicBezTo>
                  <a:cubicBezTo>
                    <a:pt x="533" y="0"/>
                    <a:pt x="533" y="0"/>
                    <a:pt x="533" y="0"/>
                  </a:cubicBezTo>
                  <a:cubicBezTo>
                    <a:pt x="483" y="73"/>
                    <a:pt x="399" y="120"/>
                    <a:pt x="304" y="120"/>
                  </a:cubicBezTo>
                  <a:close/>
                </a:path>
              </a:pathLst>
            </a:custGeom>
            <a:solidFill>
              <a:schemeClr val="accent3"/>
            </a:solidFill>
            <a:ln>
              <a:noFill/>
            </a:ln>
          </p:spPr>
          <p:txBody>
            <a:bodyPr vert="horz" wrap="square" lIns="91440" tIns="45720" rIns="91440" bIns="45720" numCol="1" anchor="t" anchorCtr="0" compatLnSpc="1"/>
            <a:lstStyle/>
            <a:p>
              <a:endParaRPr lang="en-US"/>
            </a:p>
          </p:txBody>
        </p:sp>
        <p:sp>
          <p:nvSpPr>
            <p:cNvPr id="47" name="Freeform 327"/>
            <p:cNvSpPr/>
            <p:nvPr/>
          </p:nvSpPr>
          <p:spPr bwMode="auto">
            <a:xfrm>
              <a:off x="3416300" y="1655445"/>
              <a:ext cx="1085850" cy="1670050"/>
            </a:xfrm>
            <a:custGeom>
              <a:avLst/>
              <a:gdLst>
                <a:gd name="T0" fmla="*/ 86 w 342"/>
                <a:gd name="T1" fmla="*/ 364 h 526"/>
                <a:gd name="T2" fmla="*/ 342 w 342"/>
                <a:gd name="T3" fmla="*/ 87 h 526"/>
                <a:gd name="T4" fmla="*/ 342 w 342"/>
                <a:gd name="T5" fmla="*/ 0 h 526"/>
                <a:gd name="T6" fmla="*/ 0 w 342"/>
                <a:gd name="T7" fmla="*/ 364 h 526"/>
                <a:gd name="T8" fmla="*/ 38 w 342"/>
                <a:gd name="T9" fmla="*/ 526 h 526"/>
                <a:gd name="T10" fmla="*/ 113 w 342"/>
                <a:gd name="T11" fmla="*/ 483 h 526"/>
                <a:gd name="T12" fmla="*/ 86 w 342"/>
                <a:gd name="T13" fmla="*/ 364 h 526"/>
              </a:gdLst>
              <a:ahLst/>
              <a:cxnLst>
                <a:cxn ang="0">
                  <a:pos x="T0" y="T1"/>
                </a:cxn>
                <a:cxn ang="0">
                  <a:pos x="T2" y="T3"/>
                </a:cxn>
                <a:cxn ang="0">
                  <a:pos x="T4" y="T5"/>
                </a:cxn>
                <a:cxn ang="0">
                  <a:pos x="T6" y="T7"/>
                </a:cxn>
                <a:cxn ang="0">
                  <a:pos x="T8" y="T9"/>
                </a:cxn>
                <a:cxn ang="0">
                  <a:pos x="T10" y="T11"/>
                </a:cxn>
                <a:cxn ang="0">
                  <a:pos x="T12" y="T13"/>
                </a:cxn>
              </a:cxnLst>
              <a:rect l="0" t="0" r="r" b="b"/>
              <a:pathLst>
                <a:path w="342" h="526">
                  <a:moveTo>
                    <a:pt x="86" y="364"/>
                  </a:moveTo>
                  <a:cubicBezTo>
                    <a:pt x="86" y="217"/>
                    <a:pt x="199" y="98"/>
                    <a:pt x="342" y="87"/>
                  </a:cubicBezTo>
                  <a:cubicBezTo>
                    <a:pt x="342" y="0"/>
                    <a:pt x="342" y="0"/>
                    <a:pt x="342" y="0"/>
                  </a:cubicBezTo>
                  <a:cubicBezTo>
                    <a:pt x="151" y="11"/>
                    <a:pt x="0" y="170"/>
                    <a:pt x="0" y="364"/>
                  </a:cubicBezTo>
                  <a:cubicBezTo>
                    <a:pt x="0" y="422"/>
                    <a:pt x="14" y="477"/>
                    <a:pt x="38" y="526"/>
                  </a:cubicBezTo>
                  <a:cubicBezTo>
                    <a:pt x="113" y="483"/>
                    <a:pt x="113" y="483"/>
                    <a:pt x="113" y="483"/>
                  </a:cubicBezTo>
                  <a:cubicBezTo>
                    <a:pt x="96" y="447"/>
                    <a:pt x="86" y="406"/>
                    <a:pt x="86" y="364"/>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48" name="Freeform 328"/>
            <p:cNvSpPr/>
            <p:nvPr/>
          </p:nvSpPr>
          <p:spPr bwMode="auto">
            <a:xfrm>
              <a:off x="4641850" y="1655445"/>
              <a:ext cx="1085850" cy="1670050"/>
            </a:xfrm>
            <a:custGeom>
              <a:avLst/>
              <a:gdLst>
                <a:gd name="T0" fmla="*/ 256 w 342"/>
                <a:gd name="T1" fmla="*/ 364 h 526"/>
                <a:gd name="T2" fmla="*/ 229 w 342"/>
                <a:gd name="T3" fmla="*/ 483 h 526"/>
                <a:gd name="T4" fmla="*/ 304 w 342"/>
                <a:gd name="T5" fmla="*/ 526 h 526"/>
                <a:gd name="T6" fmla="*/ 342 w 342"/>
                <a:gd name="T7" fmla="*/ 364 h 526"/>
                <a:gd name="T8" fmla="*/ 0 w 342"/>
                <a:gd name="T9" fmla="*/ 0 h 526"/>
                <a:gd name="T10" fmla="*/ 0 w 342"/>
                <a:gd name="T11" fmla="*/ 87 h 526"/>
                <a:gd name="T12" fmla="*/ 256 w 342"/>
                <a:gd name="T13" fmla="*/ 364 h 526"/>
              </a:gdLst>
              <a:ahLst/>
              <a:cxnLst>
                <a:cxn ang="0">
                  <a:pos x="T0" y="T1"/>
                </a:cxn>
                <a:cxn ang="0">
                  <a:pos x="T2" y="T3"/>
                </a:cxn>
                <a:cxn ang="0">
                  <a:pos x="T4" y="T5"/>
                </a:cxn>
                <a:cxn ang="0">
                  <a:pos x="T6" y="T7"/>
                </a:cxn>
                <a:cxn ang="0">
                  <a:pos x="T8" y="T9"/>
                </a:cxn>
                <a:cxn ang="0">
                  <a:pos x="T10" y="T11"/>
                </a:cxn>
                <a:cxn ang="0">
                  <a:pos x="T12" y="T13"/>
                </a:cxn>
              </a:cxnLst>
              <a:rect l="0" t="0" r="r" b="b"/>
              <a:pathLst>
                <a:path w="342" h="526">
                  <a:moveTo>
                    <a:pt x="256" y="364"/>
                  </a:moveTo>
                  <a:cubicBezTo>
                    <a:pt x="256" y="406"/>
                    <a:pt x="246" y="447"/>
                    <a:pt x="229" y="483"/>
                  </a:cubicBezTo>
                  <a:cubicBezTo>
                    <a:pt x="304" y="526"/>
                    <a:pt x="304" y="526"/>
                    <a:pt x="304" y="526"/>
                  </a:cubicBezTo>
                  <a:cubicBezTo>
                    <a:pt x="328" y="477"/>
                    <a:pt x="342" y="422"/>
                    <a:pt x="342" y="364"/>
                  </a:cubicBezTo>
                  <a:cubicBezTo>
                    <a:pt x="342" y="170"/>
                    <a:pt x="191" y="11"/>
                    <a:pt x="0" y="0"/>
                  </a:cubicBezTo>
                  <a:cubicBezTo>
                    <a:pt x="0" y="87"/>
                    <a:pt x="0" y="87"/>
                    <a:pt x="0" y="87"/>
                  </a:cubicBezTo>
                  <a:cubicBezTo>
                    <a:pt x="143" y="98"/>
                    <a:pt x="256" y="217"/>
                    <a:pt x="256" y="364"/>
                  </a:cubicBezTo>
                  <a:close/>
                </a:path>
              </a:pathLst>
            </a:custGeom>
            <a:solidFill>
              <a:schemeClr val="accent2"/>
            </a:solidFill>
            <a:ln>
              <a:noFill/>
            </a:ln>
          </p:spPr>
          <p:txBody>
            <a:bodyPr vert="horz" wrap="square" lIns="91440" tIns="45720" rIns="91440" bIns="45720" numCol="1" anchor="t" anchorCtr="0" compatLnSpc="1"/>
            <a:lstStyle/>
            <a:p>
              <a:endParaRPr lang="en-US"/>
            </a:p>
          </p:txBody>
        </p:sp>
        <p:sp>
          <p:nvSpPr>
            <p:cNvPr id="49" name="Line 329"/>
            <p:cNvSpPr>
              <a:spLocks noChangeShapeType="1"/>
            </p:cNvSpPr>
            <p:nvPr/>
          </p:nvSpPr>
          <p:spPr bwMode="auto">
            <a:xfrm>
              <a:off x="4572000" y="3966845"/>
              <a:ext cx="0" cy="379823"/>
            </a:xfrm>
            <a:prstGeom prst="line">
              <a:avLst/>
            </a:prstGeom>
            <a:noFill/>
            <a:ln w="3175" cap="flat">
              <a:solidFill>
                <a:schemeClr val="accent3"/>
              </a:solidFill>
              <a:prstDash val="dash"/>
              <a:miter lim="800000"/>
              <a:headEnd type="diamond" w="med" len="med"/>
              <a:tailEnd type="diamond"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grpSp>
      <p:sp>
        <p:nvSpPr>
          <p:cNvPr id="50" name="矩形 49"/>
          <p:cNvSpPr/>
          <p:nvPr/>
        </p:nvSpPr>
        <p:spPr>
          <a:xfrm>
            <a:off x="721557" y="1759427"/>
            <a:ext cx="2572043" cy="722505"/>
          </a:xfrm>
          <a:prstGeom prst="rect">
            <a:avLst/>
          </a:prstGeom>
        </p:spPr>
        <p:txBody>
          <a:bodyPr wrap="square">
            <a:spAutoFit/>
          </a:bodyPr>
          <a:lstStyle/>
          <a:p>
            <a:pPr algn="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1" name="矩形 50"/>
          <p:cNvSpPr/>
          <p:nvPr/>
        </p:nvSpPr>
        <p:spPr>
          <a:xfrm>
            <a:off x="1657207" y="1485941"/>
            <a:ext cx="1636393" cy="307777"/>
          </a:xfrm>
          <a:prstGeom prst="rect">
            <a:avLst/>
          </a:prstGeom>
        </p:spPr>
        <p:txBody>
          <a:bodyPr wrap="square">
            <a:spAutoFit/>
          </a:bodyPr>
          <a:lstStyle/>
          <a:p>
            <a:pPr algn="r">
              <a:spcBef>
                <a:spcPts val="600"/>
              </a:spcBef>
            </a:pPr>
            <a:r>
              <a:rPr lang="en-US" altLang="zh-CN" sz="1400">
                <a:solidFill>
                  <a:schemeClr val="accent1"/>
                </a:solidFill>
                <a:latin typeface="+mj-lt"/>
              </a:rPr>
              <a:t>KEY WORD</a:t>
            </a:r>
          </a:p>
        </p:txBody>
      </p:sp>
      <p:cxnSp>
        <p:nvCxnSpPr>
          <p:cNvPr id="52" name="直接连接符 51"/>
          <p:cNvCxnSpPr/>
          <p:nvPr/>
        </p:nvCxnSpPr>
        <p:spPr>
          <a:xfrm>
            <a:off x="3027248" y="1793718"/>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5856294" y="1759427"/>
            <a:ext cx="2572043"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4" name="矩形 53"/>
          <p:cNvSpPr/>
          <p:nvPr/>
        </p:nvSpPr>
        <p:spPr>
          <a:xfrm>
            <a:off x="5856294" y="1485941"/>
            <a:ext cx="1636393" cy="307777"/>
          </a:xfrm>
          <a:prstGeom prst="rect">
            <a:avLst/>
          </a:prstGeom>
        </p:spPr>
        <p:txBody>
          <a:bodyPr wrap="square">
            <a:spAutoFit/>
          </a:bodyPr>
          <a:lstStyle/>
          <a:p>
            <a:pPr>
              <a:spcBef>
                <a:spcPts val="600"/>
              </a:spcBef>
            </a:pPr>
            <a:r>
              <a:rPr lang="en-US" altLang="zh-CN" sz="1400">
                <a:solidFill>
                  <a:schemeClr val="accent2"/>
                </a:solidFill>
                <a:latin typeface="+mj-lt"/>
              </a:rPr>
              <a:t>KEY WORD</a:t>
            </a:r>
          </a:p>
        </p:txBody>
      </p:sp>
      <p:cxnSp>
        <p:nvCxnSpPr>
          <p:cNvPr id="55" name="直接连接符 54"/>
          <p:cNvCxnSpPr/>
          <p:nvPr/>
        </p:nvCxnSpPr>
        <p:spPr>
          <a:xfrm>
            <a:off x="5935669" y="1793718"/>
            <a:ext cx="16853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3314145" y="4272979"/>
            <a:ext cx="2572043" cy="722505"/>
          </a:xfrm>
          <a:prstGeom prst="rect">
            <a:avLst/>
          </a:prstGeom>
        </p:spPr>
        <p:txBody>
          <a:bodyPr wrap="square">
            <a:spAutoFit/>
          </a:bodyPr>
          <a:lstStyle/>
          <a:p>
            <a:pPr algn="ct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7" name="矩形 56"/>
          <p:cNvSpPr/>
          <p:nvPr/>
        </p:nvSpPr>
        <p:spPr>
          <a:xfrm>
            <a:off x="3781970" y="3999493"/>
            <a:ext cx="1636393" cy="307777"/>
          </a:xfrm>
          <a:prstGeom prst="rect">
            <a:avLst/>
          </a:prstGeom>
        </p:spPr>
        <p:txBody>
          <a:bodyPr wrap="square">
            <a:spAutoFit/>
          </a:bodyPr>
          <a:lstStyle/>
          <a:p>
            <a:pPr algn="ctr">
              <a:spcBef>
                <a:spcPts val="600"/>
              </a:spcBef>
            </a:pPr>
            <a:r>
              <a:rPr lang="en-US" altLang="zh-CN" sz="1400">
                <a:solidFill>
                  <a:schemeClr val="accent3"/>
                </a:solidFill>
                <a:latin typeface="+mj-lt"/>
              </a:rPr>
              <a:t>KEY WORD</a:t>
            </a:r>
          </a:p>
        </p:txBody>
      </p:sp>
      <p:cxnSp>
        <p:nvCxnSpPr>
          <p:cNvPr id="58" name="直接连接符 57"/>
          <p:cNvCxnSpPr/>
          <p:nvPr/>
        </p:nvCxnSpPr>
        <p:spPr>
          <a:xfrm>
            <a:off x="4515898" y="4307270"/>
            <a:ext cx="16853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12497" r="12497"/>
          <a:stretch>
            <a:fillRect/>
          </a:stretch>
        </p:blipFill>
        <p:spPr>
          <a:xfrm>
            <a:off x="3850616" y="1879708"/>
            <a:ext cx="1442767" cy="1442767"/>
          </a:xfrm>
          <a:prstGeom prst="ellipse">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工作岗位概述</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360281" y="1430564"/>
            <a:ext cx="650240" cy="6502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347321" y="1430564"/>
            <a:ext cx="650240" cy="6502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212441" y="1430564"/>
            <a:ext cx="650240" cy="65024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360281" y="3012970"/>
            <a:ext cx="650240" cy="6502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347321" y="3012970"/>
            <a:ext cx="650240" cy="6502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6212441" y="3012970"/>
            <a:ext cx="650240" cy="65024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050572" y="1644424"/>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47" name="矩形 46"/>
          <p:cNvSpPr/>
          <p:nvPr/>
        </p:nvSpPr>
        <p:spPr>
          <a:xfrm>
            <a:off x="1041647" y="1370938"/>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48" name="直接连接符 47"/>
          <p:cNvCxnSpPr/>
          <p:nvPr/>
        </p:nvCxnSpPr>
        <p:spPr>
          <a:xfrm>
            <a:off x="1151765" y="1681505"/>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9" name="矩形 48"/>
          <p:cNvSpPr/>
          <p:nvPr/>
        </p:nvSpPr>
        <p:spPr>
          <a:xfrm>
            <a:off x="4107679" y="1644424"/>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0" name="矩形 49"/>
          <p:cNvSpPr/>
          <p:nvPr/>
        </p:nvSpPr>
        <p:spPr>
          <a:xfrm>
            <a:off x="4098754" y="1370938"/>
            <a:ext cx="1636393" cy="307777"/>
          </a:xfrm>
          <a:prstGeom prst="rect">
            <a:avLst/>
          </a:prstGeom>
        </p:spPr>
        <p:txBody>
          <a:bodyPr wrap="square">
            <a:spAutoFit/>
          </a:bodyPr>
          <a:lstStyle/>
          <a:p>
            <a:pPr>
              <a:spcBef>
                <a:spcPts val="600"/>
              </a:spcBef>
            </a:pPr>
            <a:r>
              <a:rPr lang="en-US" altLang="zh-CN" sz="1400">
                <a:solidFill>
                  <a:schemeClr val="accent2"/>
                </a:solidFill>
                <a:latin typeface="+mj-lt"/>
              </a:rPr>
              <a:t>KEY WORD</a:t>
            </a:r>
          </a:p>
        </p:txBody>
      </p:sp>
      <p:cxnSp>
        <p:nvCxnSpPr>
          <p:cNvPr id="51" name="直接连接符 50"/>
          <p:cNvCxnSpPr/>
          <p:nvPr/>
        </p:nvCxnSpPr>
        <p:spPr>
          <a:xfrm>
            <a:off x="4208872" y="1681505"/>
            <a:ext cx="16853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6916701" y="1704050"/>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3" name="矩形 52"/>
          <p:cNvSpPr/>
          <p:nvPr/>
        </p:nvSpPr>
        <p:spPr>
          <a:xfrm>
            <a:off x="6907776" y="1430564"/>
            <a:ext cx="1636393" cy="307777"/>
          </a:xfrm>
          <a:prstGeom prst="rect">
            <a:avLst/>
          </a:prstGeom>
        </p:spPr>
        <p:txBody>
          <a:bodyPr wrap="square">
            <a:spAutoFit/>
          </a:bodyPr>
          <a:lstStyle/>
          <a:p>
            <a:pPr>
              <a:spcBef>
                <a:spcPts val="600"/>
              </a:spcBef>
            </a:pPr>
            <a:r>
              <a:rPr lang="en-US" altLang="zh-CN" sz="1400">
                <a:solidFill>
                  <a:schemeClr val="accent3"/>
                </a:solidFill>
                <a:latin typeface="+mj-lt"/>
              </a:rPr>
              <a:t>KEY WORD</a:t>
            </a:r>
          </a:p>
        </p:txBody>
      </p:sp>
      <p:cxnSp>
        <p:nvCxnSpPr>
          <p:cNvPr id="54" name="直接连接符 53"/>
          <p:cNvCxnSpPr/>
          <p:nvPr/>
        </p:nvCxnSpPr>
        <p:spPr>
          <a:xfrm>
            <a:off x="7017894" y="1741131"/>
            <a:ext cx="16853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1050572" y="3285489"/>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6" name="矩形 55"/>
          <p:cNvSpPr/>
          <p:nvPr/>
        </p:nvSpPr>
        <p:spPr>
          <a:xfrm>
            <a:off x="1041647" y="3012003"/>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57" name="直接连接符 56"/>
          <p:cNvCxnSpPr/>
          <p:nvPr/>
        </p:nvCxnSpPr>
        <p:spPr>
          <a:xfrm>
            <a:off x="1151765" y="3322570"/>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8" name="矩形 57"/>
          <p:cNvSpPr/>
          <p:nvPr/>
        </p:nvSpPr>
        <p:spPr>
          <a:xfrm>
            <a:off x="4107679" y="3285489"/>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9" name="矩形 58"/>
          <p:cNvSpPr/>
          <p:nvPr/>
        </p:nvSpPr>
        <p:spPr>
          <a:xfrm>
            <a:off x="4098754" y="3012003"/>
            <a:ext cx="1636393" cy="307777"/>
          </a:xfrm>
          <a:prstGeom prst="rect">
            <a:avLst/>
          </a:prstGeom>
        </p:spPr>
        <p:txBody>
          <a:bodyPr wrap="square">
            <a:spAutoFit/>
          </a:bodyPr>
          <a:lstStyle/>
          <a:p>
            <a:pPr>
              <a:spcBef>
                <a:spcPts val="600"/>
              </a:spcBef>
            </a:pPr>
            <a:r>
              <a:rPr lang="en-US" altLang="zh-CN" sz="1400">
                <a:solidFill>
                  <a:schemeClr val="accent2"/>
                </a:solidFill>
                <a:latin typeface="+mj-lt"/>
              </a:rPr>
              <a:t>KEY WORD</a:t>
            </a:r>
          </a:p>
        </p:txBody>
      </p:sp>
      <p:cxnSp>
        <p:nvCxnSpPr>
          <p:cNvPr id="60" name="直接连接符 59"/>
          <p:cNvCxnSpPr/>
          <p:nvPr/>
        </p:nvCxnSpPr>
        <p:spPr>
          <a:xfrm>
            <a:off x="4208872" y="3322570"/>
            <a:ext cx="16853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6916701" y="3345115"/>
            <a:ext cx="2143702"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62" name="矩形 61"/>
          <p:cNvSpPr/>
          <p:nvPr/>
        </p:nvSpPr>
        <p:spPr>
          <a:xfrm>
            <a:off x="6907776" y="3071629"/>
            <a:ext cx="1636393" cy="307777"/>
          </a:xfrm>
          <a:prstGeom prst="rect">
            <a:avLst/>
          </a:prstGeom>
        </p:spPr>
        <p:txBody>
          <a:bodyPr wrap="square">
            <a:spAutoFit/>
          </a:bodyPr>
          <a:lstStyle/>
          <a:p>
            <a:pPr>
              <a:spcBef>
                <a:spcPts val="600"/>
              </a:spcBef>
            </a:pPr>
            <a:r>
              <a:rPr lang="en-US" altLang="zh-CN" sz="1400">
                <a:solidFill>
                  <a:schemeClr val="accent3"/>
                </a:solidFill>
                <a:latin typeface="+mj-lt"/>
              </a:rPr>
              <a:t>KEY WORD</a:t>
            </a:r>
          </a:p>
        </p:txBody>
      </p:sp>
      <p:cxnSp>
        <p:nvCxnSpPr>
          <p:cNvPr id="63" name="直接连接符 62"/>
          <p:cNvCxnSpPr/>
          <p:nvPr/>
        </p:nvCxnSpPr>
        <p:spPr>
          <a:xfrm>
            <a:off x="7017894" y="3382196"/>
            <a:ext cx="16853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9" name="Group 112"/>
          <p:cNvGrpSpPr/>
          <p:nvPr/>
        </p:nvGrpSpPr>
        <p:grpSpPr>
          <a:xfrm>
            <a:off x="6400042" y="3220348"/>
            <a:ext cx="251354" cy="235484"/>
            <a:chOff x="5368132" y="3540125"/>
            <a:chExt cx="465138" cy="435769"/>
          </a:xfrm>
          <a:solidFill>
            <a:schemeClr val="bg1"/>
          </a:solidFill>
        </p:grpSpPr>
        <p:sp>
          <p:nvSpPr>
            <p:cNvPr id="30"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1"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2" name="AutoShape 112"/>
          <p:cNvSpPr/>
          <p:nvPr/>
        </p:nvSpPr>
        <p:spPr bwMode="auto">
          <a:xfrm>
            <a:off x="559520" y="3212764"/>
            <a:ext cx="251762" cy="2506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33" name="组合 32"/>
          <p:cNvGrpSpPr/>
          <p:nvPr/>
        </p:nvGrpSpPr>
        <p:grpSpPr>
          <a:xfrm>
            <a:off x="3585352" y="3212413"/>
            <a:ext cx="172431" cy="251354"/>
            <a:chOff x="2528974" y="2863357"/>
            <a:chExt cx="246811" cy="359779"/>
          </a:xfrm>
          <a:solidFill>
            <a:schemeClr val="bg1"/>
          </a:solidFill>
        </p:grpSpPr>
        <p:sp>
          <p:nvSpPr>
            <p:cNvPr id="34"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5"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36" name="Group 124"/>
          <p:cNvGrpSpPr/>
          <p:nvPr/>
        </p:nvGrpSpPr>
        <p:grpSpPr>
          <a:xfrm>
            <a:off x="6411884" y="1638533"/>
            <a:ext cx="251354" cy="211463"/>
            <a:chOff x="5368132" y="2625725"/>
            <a:chExt cx="465138" cy="391319"/>
          </a:xfrm>
          <a:solidFill>
            <a:schemeClr val="bg1"/>
          </a:solidFill>
        </p:grpSpPr>
        <p:sp>
          <p:nvSpPr>
            <p:cNvPr id="37"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8"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9"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0" name="组合 39"/>
          <p:cNvGrpSpPr/>
          <p:nvPr/>
        </p:nvGrpSpPr>
        <p:grpSpPr>
          <a:xfrm>
            <a:off x="3546979" y="1638533"/>
            <a:ext cx="250925" cy="250925"/>
            <a:chOff x="3191434" y="2145028"/>
            <a:chExt cx="359165" cy="359165"/>
          </a:xfrm>
          <a:solidFill>
            <a:schemeClr val="bg1"/>
          </a:solidFill>
        </p:grpSpPr>
        <p:sp>
          <p:nvSpPr>
            <p:cNvPr id="64"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5"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7" name="组合 66"/>
          <p:cNvGrpSpPr/>
          <p:nvPr/>
        </p:nvGrpSpPr>
        <p:grpSpPr>
          <a:xfrm>
            <a:off x="566303" y="1644424"/>
            <a:ext cx="250925" cy="250925"/>
            <a:chOff x="2473104" y="2145028"/>
            <a:chExt cx="359165" cy="359165"/>
          </a:xfrm>
          <a:solidFill>
            <a:schemeClr val="bg1"/>
          </a:solidFill>
        </p:grpSpPr>
        <p:sp>
          <p:nvSpPr>
            <p:cNvPr id="6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6760" y="2555544"/>
            <a:ext cx="2877711" cy="584775"/>
          </a:xfrm>
          <a:prstGeom prst="rect">
            <a:avLst/>
          </a:prstGeom>
          <a:noFill/>
        </p:spPr>
        <p:txBody>
          <a:bodyPr wrap="none" rtlCol="0">
            <a:spAutoFit/>
          </a:bodyPr>
          <a:lstStyle/>
          <a:p>
            <a:r>
              <a:rPr lang="zh-CN" altLang="en-US" sz="3200" spc="300">
                <a:solidFill>
                  <a:srgbClr val="4B8A70"/>
                </a:solidFill>
                <a:latin typeface="微软雅黑" panose="020B0503020204020204" charset="-122"/>
                <a:ea typeface="微软雅黑" panose="020B0503020204020204" charset="-122"/>
              </a:rPr>
              <a:t>工作完成情况</a:t>
            </a:r>
          </a:p>
        </p:txBody>
      </p:sp>
      <p:sp>
        <p:nvSpPr>
          <p:cNvPr id="4" name="矩形 3"/>
          <p:cNvSpPr/>
          <p:nvPr/>
        </p:nvSpPr>
        <p:spPr>
          <a:xfrm>
            <a:off x="611188" y="3159495"/>
            <a:ext cx="3875265" cy="577081"/>
          </a:xfrm>
          <a:prstGeom prst="rect">
            <a:avLst/>
          </a:prstGeom>
        </p:spPr>
        <p:txBody>
          <a:bodyPr wrap="square">
            <a:spAutoFit/>
          </a:bodyPr>
          <a:lstStyle/>
          <a:p>
            <a:pPr>
              <a:lnSpc>
                <a:spcPct val="150000"/>
              </a:lnSpc>
              <a:defRPr/>
            </a:pPr>
            <a:r>
              <a:rPr lang="en-US" altLang="zh-CN" sz="1050">
                <a:solidFill>
                  <a:prstClr val="black">
                    <a:lumMod val="85000"/>
                    <a:lumOff val="15000"/>
                  </a:prst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a:t>
            </a:r>
            <a:endParaRPr lang="zh-CN" altLang="en-US" sz="1050">
              <a:solidFill>
                <a:prstClr val="black">
                  <a:lumMod val="85000"/>
                  <a:lumOff val="15000"/>
                </a:prstClr>
              </a:solidFill>
              <a:ea typeface="微软雅黑" panose="020B0503020204020204" charset="-122"/>
            </a:endParaRPr>
          </a:p>
        </p:txBody>
      </p:sp>
      <p:sp>
        <p:nvSpPr>
          <p:cNvPr id="6" name="椭圆 5"/>
          <p:cNvSpPr/>
          <p:nvPr/>
        </p:nvSpPr>
        <p:spPr>
          <a:xfrm>
            <a:off x="8014915" y="-212326"/>
            <a:ext cx="1261898" cy="126189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p:nvPr/>
        </p:nvSpPr>
        <p:spPr>
          <a:xfrm>
            <a:off x="7688057" y="301529"/>
            <a:ext cx="653715" cy="65371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椭圆 7"/>
          <p:cNvSpPr/>
          <p:nvPr/>
        </p:nvSpPr>
        <p:spPr>
          <a:xfrm>
            <a:off x="8870442" y="1049572"/>
            <a:ext cx="406371" cy="406371"/>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椭圆 8"/>
          <p:cNvSpPr/>
          <p:nvPr/>
        </p:nvSpPr>
        <p:spPr>
          <a:xfrm>
            <a:off x="8277014" y="1189962"/>
            <a:ext cx="267944" cy="267944"/>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7408985" y="203266"/>
            <a:ext cx="215357" cy="215357"/>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椭圆 10"/>
          <p:cNvSpPr/>
          <p:nvPr/>
        </p:nvSpPr>
        <p:spPr>
          <a:xfrm>
            <a:off x="7484704" y="986609"/>
            <a:ext cx="203353" cy="203353"/>
          </a:xfrm>
          <a:prstGeom prst="ellipse">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Line 21"/>
          <p:cNvSpPr>
            <a:spLocks noChangeShapeType="1"/>
          </p:cNvSpPr>
          <p:nvPr/>
        </p:nvSpPr>
        <p:spPr bwMode="auto">
          <a:xfrm>
            <a:off x="669969" y="3140319"/>
            <a:ext cx="2611291" cy="0"/>
          </a:xfrm>
          <a:prstGeom prst="line">
            <a:avLst/>
          </a:prstGeom>
          <a:noFill/>
          <a:ln w="63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prstClr val="black">
                    <a:lumMod val="75000"/>
                    <a:lumOff val="25000"/>
                  </a:prstClr>
                </a:solidFill>
              </a:ln>
              <a:solidFill>
                <a:srgbClr val="000000"/>
              </a:solidFill>
              <a:latin typeface="Arial" panose="020B0604020202020204" pitchFamily="34" charset="0"/>
            </a:endParaRPr>
          </a:p>
        </p:txBody>
      </p:sp>
      <p:sp>
        <p:nvSpPr>
          <p:cNvPr id="14" name="文本框 13"/>
          <p:cNvSpPr txBox="1"/>
          <p:nvPr/>
        </p:nvSpPr>
        <p:spPr>
          <a:xfrm>
            <a:off x="611188" y="1985815"/>
            <a:ext cx="2031710" cy="523220"/>
          </a:xfrm>
          <a:prstGeom prst="rect">
            <a:avLst/>
          </a:prstGeom>
          <a:solidFill>
            <a:schemeClr val="accent1"/>
          </a:solidFill>
        </p:spPr>
        <p:txBody>
          <a:bodyPr wrap="none" rtlCol="0">
            <a:spAutoFit/>
          </a:bodyPr>
          <a:lstStyle/>
          <a:p>
            <a:r>
              <a:rPr lang="en-US" altLang="zh-CN" sz="2800">
                <a:solidFill>
                  <a:prstClr val="white"/>
                </a:solidFill>
                <a:latin typeface="Arial" panose="020B0604020202020204"/>
                <a:ea typeface="微软雅黑" panose="020B0503020204020204" charset="-122"/>
              </a:rPr>
              <a:t>PART TWO</a:t>
            </a:r>
            <a:endParaRPr lang="zh-CN" altLang="en-US" sz="2800">
              <a:solidFill>
                <a:prstClr val="white"/>
              </a:solidFill>
              <a:latin typeface="Arial" panose="020B0604020202020204"/>
              <a:ea typeface="微软雅黑" panose="020B0503020204020204" charset="-122"/>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工作完成情况</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545291" y="2975575"/>
            <a:ext cx="958083" cy="1590916"/>
            <a:chOff x="1338021" y="2807936"/>
            <a:chExt cx="958083" cy="1590916"/>
          </a:xfrm>
        </p:grpSpPr>
        <p:cxnSp>
          <p:nvCxnSpPr>
            <p:cNvPr id="26" name="直接连接符 25"/>
            <p:cNvCxnSpPr/>
            <p:nvPr/>
          </p:nvCxnSpPr>
          <p:spPr>
            <a:xfrm>
              <a:off x="1817063" y="2807936"/>
              <a:ext cx="0" cy="1076325"/>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Oval 11"/>
            <p:cNvSpPr>
              <a:spLocks noChangeArrowheads="1"/>
            </p:cNvSpPr>
            <p:nvPr/>
          </p:nvSpPr>
          <p:spPr bwMode="auto">
            <a:xfrm>
              <a:off x="1338021" y="3438499"/>
              <a:ext cx="958083" cy="960353"/>
            </a:xfrm>
            <a:prstGeom prst="ellipse">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微软雅黑" panose="020B0503020204020204" charset="-122"/>
                <a:ea typeface="微软雅黑" panose="020B0503020204020204" charset="-122"/>
              </a:endParaRPr>
            </a:p>
          </p:txBody>
        </p:sp>
      </p:grpSp>
      <p:grpSp>
        <p:nvGrpSpPr>
          <p:cNvPr id="40" name="组合 39"/>
          <p:cNvGrpSpPr/>
          <p:nvPr/>
        </p:nvGrpSpPr>
        <p:grpSpPr>
          <a:xfrm flipV="1">
            <a:off x="2870847" y="1314330"/>
            <a:ext cx="958083" cy="1590916"/>
            <a:chOff x="1338021" y="2807936"/>
            <a:chExt cx="958083" cy="1590916"/>
          </a:xfrm>
        </p:grpSpPr>
        <p:cxnSp>
          <p:nvCxnSpPr>
            <p:cNvPr id="41" name="直接连接符 40"/>
            <p:cNvCxnSpPr/>
            <p:nvPr/>
          </p:nvCxnSpPr>
          <p:spPr>
            <a:xfrm>
              <a:off x="1817063" y="2807936"/>
              <a:ext cx="0" cy="1076325"/>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Oval 11"/>
            <p:cNvSpPr>
              <a:spLocks noChangeArrowheads="1"/>
            </p:cNvSpPr>
            <p:nvPr/>
          </p:nvSpPr>
          <p:spPr bwMode="auto">
            <a:xfrm>
              <a:off x="1338021" y="3438499"/>
              <a:ext cx="958083" cy="960353"/>
            </a:xfrm>
            <a:prstGeom prst="ellipse">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微软雅黑" panose="020B0503020204020204" charset="-122"/>
                <a:ea typeface="微软雅黑" panose="020B0503020204020204" charset="-122"/>
              </a:endParaRPr>
            </a:p>
          </p:txBody>
        </p:sp>
      </p:grpSp>
      <p:grpSp>
        <p:nvGrpSpPr>
          <p:cNvPr id="43" name="组合 42"/>
          <p:cNvGrpSpPr/>
          <p:nvPr/>
        </p:nvGrpSpPr>
        <p:grpSpPr>
          <a:xfrm>
            <a:off x="5196403" y="3011588"/>
            <a:ext cx="958083" cy="1590916"/>
            <a:chOff x="1338021" y="2807936"/>
            <a:chExt cx="958083" cy="1590916"/>
          </a:xfrm>
        </p:grpSpPr>
        <p:cxnSp>
          <p:nvCxnSpPr>
            <p:cNvPr id="44" name="直接连接符 43"/>
            <p:cNvCxnSpPr/>
            <p:nvPr/>
          </p:nvCxnSpPr>
          <p:spPr>
            <a:xfrm>
              <a:off x="1817063" y="2807936"/>
              <a:ext cx="0" cy="1076325"/>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Oval 11"/>
            <p:cNvSpPr>
              <a:spLocks noChangeArrowheads="1"/>
            </p:cNvSpPr>
            <p:nvPr/>
          </p:nvSpPr>
          <p:spPr bwMode="auto">
            <a:xfrm>
              <a:off x="1338021" y="3438499"/>
              <a:ext cx="958083" cy="960353"/>
            </a:xfrm>
            <a:prstGeom prst="ellipse">
              <a:avLst/>
            </a:prstGeom>
            <a:solidFill>
              <a:schemeClr val="accent3"/>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微软雅黑" panose="020B0503020204020204" charset="-122"/>
                <a:ea typeface="微软雅黑" panose="020B0503020204020204" charset="-122"/>
              </a:endParaRPr>
            </a:p>
          </p:txBody>
        </p:sp>
      </p:grpSp>
      <p:grpSp>
        <p:nvGrpSpPr>
          <p:cNvPr id="46" name="组合 45"/>
          <p:cNvGrpSpPr/>
          <p:nvPr/>
        </p:nvGrpSpPr>
        <p:grpSpPr>
          <a:xfrm flipV="1">
            <a:off x="7521958" y="1304165"/>
            <a:ext cx="958083" cy="1590916"/>
            <a:chOff x="1338021" y="2807936"/>
            <a:chExt cx="958083" cy="1590916"/>
          </a:xfrm>
        </p:grpSpPr>
        <p:cxnSp>
          <p:nvCxnSpPr>
            <p:cNvPr id="47" name="直接连接符 46"/>
            <p:cNvCxnSpPr/>
            <p:nvPr/>
          </p:nvCxnSpPr>
          <p:spPr>
            <a:xfrm>
              <a:off x="1817063" y="2807936"/>
              <a:ext cx="0" cy="1076325"/>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8" name="Oval 11"/>
            <p:cNvSpPr>
              <a:spLocks noChangeArrowheads="1"/>
            </p:cNvSpPr>
            <p:nvPr/>
          </p:nvSpPr>
          <p:spPr bwMode="auto">
            <a:xfrm>
              <a:off x="1338021" y="3438499"/>
              <a:ext cx="958083" cy="960353"/>
            </a:xfrm>
            <a:prstGeom prst="ellipse">
              <a:avLst/>
            </a:prstGeom>
            <a:solidFill>
              <a:schemeClr val="accent4"/>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latin typeface="微软雅黑" panose="020B0503020204020204" charset="-122"/>
                <a:ea typeface="微软雅黑" panose="020B0503020204020204" charset="-122"/>
              </a:endParaRPr>
            </a:p>
          </p:txBody>
        </p:sp>
      </p:grpSp>
      <p:grpSp>
        <p:nvGrpSpPr>
          <p:cNvPr id="49" name="组合 48"/>
          <p:cNvGrpSpPr/>
          <p:nvPr/>
        </p:nvGrpSpPr>
        <p:grpSpPr>
          <a:xfrm>
            <a:off x="0" y="2905246"/>
            <a:ext cx="9144000" cy="106342"/>
            <a:chOff x="0" y="2071868"/>
            <a:chExt cx="10417216" cy="312517"/>
          </a:xfrm>
        </p:grpSpPr>
        <p:sp>
          <p:nvSpPr>
            <p:cNvPr id="50" name="矩形 49"/>
            <p:cNvSpPr/>
            <p:nvPr/>
          </p:nvSpPr>
          <p:spPr>
            <a:xfrm>
              <a:off x="0" y="2071868"/>
              <a:ext cx="2604304" cy="3125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2604304" y="2071868"/>
              <a:ext cx="2604304" cy="3125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08608" y="2071868"/>
              <a:ext cx="2604304" cy="31251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7812912" y="2071868"/>
              <a:ext cx="2604304" cy="312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矩形 53"/>
          <p:cNvSpPr/>
          <p:nvPr/>
        </p:nvSpPr>
        <p:spPr>
          <a:xfrm>
            <a:off x="0" y="1949443"/>
            <a:ext cx="2143702" cy="722505"/>
          </a:xfrm>
          <a:prstGeom prst="rect">
            <a:avLst/>
          </a:prstGeom>
        </p:spPr>
        <p:txBody>
          <a:bodyPr wrap="square">
            <a:spAutoFit/>
          </a:bodyPr>
          <a:lstStyle/>
          <a:p>
            <a:pPr algn="ct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5" name="矩形 54"/>
          <p:cNvSpPr/>
          <p:nvPr/>
        </p:nvSpPr>
        <p:spPr>
          <a:xfrm>
            <a:off x="253655" y="1675957"/>
            <a:ext cx="1636393" cy="307777"/>
          </a:xfrm>
          <a:prstGeom prst="rect">
            <a:avLst/>
          </a:prstGeom>
        </p:spPr>
        <p:txBody>
          <a:bodyPr wrap="square">
            <a:spAutoFit/>
          </a:bodyPr>
          <a:lstStyle/>
          <a:p>
            <a:pPr algn="ctr">
              <a:spcBef>
                <a:spcPts val="600"/>
              </a:spcBef>
            </a:pPr>
            <a:r>
              <a:rPr lang="en-US" altLang="zh-CN" sz="1400">
                <a:solidFill>
                  <a:schemeClr val="accent1"/>
                </a:solidFill>
                <a:latin typeface="+mj-lt"/>
              </a:rPr>
              <a:t>KEY WORD</a:t>
            </a:r>
          </a:p>
        </p:txBody>
      </p:sp>
      <p:cxnSp>
        <p:nvCxnSpPr>
          <p:cNvPr id="56" name="直接连接符 55"/>
          <p:cNvCxnSpPr/>
          <p:nvPr/>
        </p:nvCxnSpPr>
        <p:spPr>
          <a:xfrm>
            <a:off x="987583" y="1986524"/>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2349189" y="3329395"/>
            <a:ext cx="2143702" cy="722505"/>
          </a:xfrm>
          <a:prstGeom prst="rect">
            <a:avLst/>
          </a:prstGeom>
        </p:spPr>
        <p:txBody>
          <a:bodyPr wrap="square">
            <a:spAutoFit/>
          </a:bodyPr>
          <a:lstStyle/>
          <a:p>
            <a:pPr algn="ct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8" name="矩形 57"/>
          <p:cNvSpPr/>
          <p:nvPr/>
        </p:nvSpPr>
        <p:spPr>
          <a:xfrm>
            <a:off x="2602844" y="3055909"/>
            <a:ext cx="1636393" cy="307777"/>
          </a:xfrm>
          <a:prstGeom prst="rect">
            <a:avLst/>
          </a:prstGeom>
        </p:spPr>
        <p:txBody>
          <a:bodyPr wrap="square">
            <a:spAutoFit/>
          </a:bodyPr>
          <a:lstStyle/>
          <a:p>
            <a:pPr algn="ctr">
              <a:spcBef>
                <a:spcPts val="600"/>
              </a:spcBef>
            </a:pPr>
            <a:r>
              <a:rPr lang="en-US" altLang="zh-CN" sz="1400">
                <a:solidFill>
                  <a:schemeClr val="accent2"/>
                </a:solidFill>
                <a:latin typeface="+mj-lt"/>
              </a:rPr>
              <a:t>KEY WORD</a:t>
            </a:r>
          </a:p>
        </p:txBody>
      </p:sp>
      <p:cxnSp>
        <p:nvCxnSpPr>
          <p:cNvPr id="59" name="直接连接符 58"/>
          <p:cNvCxnSpPr/>
          <p:nvPr/>
        </p:nvCxnSpPr>
        <p:spPr>
          <a:xfrm>
            <a:off x="3336772" y="3366476"/>
            <a:ext cx="16853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矩形 59"/>
          <p:cNvSpPr/>
          <p:nvPr/>
        </p:nvSpPr>
        <p:spPr>
          <a:xfrm>
            <a:off x="4572000" y="1949443"/>
            <a:ext cx="2143702" cy="722505"/>
          </a:xfrm>
          <a:prstGeom prst="rect">
            <a:avLst/>
          </a:prstGeom>
        </p:spPr>
        <p:txBody>
          <a:bodyPr wrap="square">
            <a:spAutoFit/>
          </a:bodyPr>
          <a:lstStyle/>
          <a:p>
            <a:pPr algn="ct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61" name="矩形 60"/>
          <p:cNvSpPr/>
          <p:nvPr/>
        </p:nvSpPr>
        <p:spPr>
          <a:xfrm>
            <a:off x="4825655" y="1675957"/>
            <a:ext cx="1636393" cy="307777"/>
          </a:xfrm>
          <a:prstGeom prst="rect">
            <a:avLst/>
          </a:prstGeom>
        </p:spPr>
        <p:txBody>
          <a:bodyPr wrap="square">
            <a:spAutoFit/>
          </a:bodyPr>
          <a:lstStyle/>
          <a:p>
            <a:pPr algn="ctr">
              <a:spcBef>
                <a:spcPts val="600"/>
              </a:spcBef>
            </a:pPr>
            <a:r>
              <a:rPr lang="en-US" altLang="zh-CN" sz="1400">
                <a:solidFill>
                  <a:schemeClr val="accent3"/>
                </a:solidFill>
                <a:latin typeface="+mj-lt"/>
              </a:rPr>
              <a:t>KEY WORD</a:t>
            </a:r>
          </a:p>
        </p:txBody>
      </p:sp>
      <p:cxnSp>
        <p:nvCxnSpPr>
          <p:cNvPr id="62" name="直接连接符 61"/>
          <p:cNvCxnSpPr/>
          <p:nvPr/>
        </p:nvCxnSpPr>
        <p:spPr>
          <a:xfrm>
            <a:off x="5559583" y="1986524"/>
            <a:ext cx="16853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6929149" y="3332360"/>
            <a:ext cx="2143702" cy="722505"/>
          </a:xfrm>
          <a:prstGeom prst="rect">
            <a:avLst/>
          </a:prstGeom>
        </p:spPr>
        <p:txBody>
          <a:bodyPr wrap="square">
            <a:spAutoFit/>
          </a:bodyPr>
          <a:lstStyle/>
          <a:p>
            <a:pPr algn="ct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64" name="矩形 63"/>
          <p:cNvSpPr/>
          <p:nvPr/>
        </p:nvSpPr>
        <p:spPr>
          <a:xfrm>
            <a:off x="7182804" y="3058874"/>
            <a:ext cx="1636393" cy="307777"/>
          </a:xfrm>
          <a:prstGeom prst="rect">
            <a:avLst/>
          </a:prstGeom>
        </p:spPr>
        <p:txBody>
          <a:bodyPr wrap="square">
            <a:spAutoFit/>
          </a:bodyPr>
          <a:lstStyle/>
          <a:p>
            <a:pPr algn="ctr">
              <a:spcBef>
                <a:spcPts val="600"/>
              </a:spcBef>
            </a:pPr>
            <a:r>
              <a:rPr lang="en-US" altLang="zh-CN" sz="1400">
                <a:solidFill>
                  <a:schemeClr val="accent4"/>
                </a:solidFill>
                <a:latin typeface="+mj-lt"/>
              </a:rPr>
              <a:t>KEY WORD</a:t>
            </a:r>
          </a:p>
        </p:txBody>
      </p:sp>
      <p:cxnSp>
        <p:nvCxnSpPr>
          <p:cNvPr id="65" name="直接连接符 64"/>
          <p:cNvCxnSpPr/>
          <p:nvPr/>
        </p:nvCxnSpPr>
        <p:spPr>
          <a:xfrm>
            <a:off x="7916732" y="3369441"/>
            <a:ext cx="168537"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5" name="Group 213"/>
          <p:cNvGrpSpPr/>
          <p:nvPr/>
        </p:nvGrpSpPr>
        <p:grpSpPr>
          <a:xfrm>
            <a:off x="7781924" y="1590067"/>
            <a:ext cx="438150" cy="404813"/>
            <a:chOff x="2900363" y="5486400"/>
            <a:chExt cx="438150" cy="404813"/>
          </a:xfrm>
          <a:solidFill>
            <a:schemeClr val="bg1"/>
          </a:solidFill>
        </p:grpSpPr>
        <p:sp>
          <p:nvSpPr>
            <p:cNvPr id="36" name="Freeform 203"/>
            <p:cNvSpPr>
              <a:spLocks noEditPoints="1"/>
            </p:cNvSpPr>
            <p:nvPr/>
          </p:nvSpPr>
          <p:spPr bwMode="auto">
            <a:xfrm>
              <a:off x="3151188" y="5486400"/>
              <a:ext cx="187325" cy="195263"/>
            </a:xfrm>
            <a:custGeom>
              <a:avLst/>
              <a:gdLst>
                <a:gd name="T0" fmla="*/ 240 w 245"/>
                <a:gd name="T1" fmla="*/ 155 h 254"/>
                <a:gd name="T2" fmla="*/ 211 w 245"/>
                <a:gd name="T3" fmla="*/ 137 h 254"/>
                <a:gd name="T4" fmla="*/ 211 w 245"/>
                <a:gd name="T5" fmla="*/ 118 h 254"/>
                <a:gd name="T6" fmla="*/ 207 w 245"/>
                <a:gd name="T7" fmla="*/ 100 h 254"/>
                <a:gd name="T8" fmla="*/ 231 w 245"/>
                <a:gd name="T9" fmla="*/ 76 h 254"/>
                <a:gd name="T10" fmla="*/ 232 w 245"/>
                <a:gd name="T11" fmla="*/ 64 h 254"/>
                <a:gd name="T12" fmla="*/ 217 w 245"/>
                <a:gd name="T13" fmla="*/ 43 h 254"/>
                <a:gd name="T14" fmla="*/ 205 w 245"/>
                <a:gd name="T15" fmla="*/ 40 h 254"/>
                <a:gd name="T16" fmla="*/ 175 w 245"/>
                <a:gd name="T17" fmla="*/ 55 h 254"/>
                <a:gd name="T18" fmla="*/ 141 w 245"/>
                <a:gd name="T19" fmla="*/ 40 h 254"/>
                <a:gd name="T20" fmla="*/ 133 w 245"/>
                <a:gd name="T21" fmla="*/ 7 h 254"/>
                <a:gd name="T22" fmla="*/ 123 w 245"/>
                <a:gd name="T23" fmla="*/ 1 h 254"/>
                <a:gd name="T24" fmla="*/ 96 w 245"/>
                <a:gd name="T25" fmla="*/ 3 h 254"/>
                <a:gd name="T26" fmla="*/ 88 w 245"/>
                <a:gd name="T27" fmla="*/ 12 h 254"/>
                <a:gd name="T28" fmla="*/ 86 w 245"/>
                <a:gd name="T29" fmla="*/ 46 h 254"/>
                <a:gd name="T30" fmla="*/ 57 w 245"/>
                <a:gd name="T31" fmla="*/ 68 h 254"/>
                <a:gd name="T32" fmla="*/ 24 w 245"/>
                <a:gd name="T33" fmla="*/ 59 h 254"/>
                <a:gd name="T34" fmla="*/ 13 w 245"/>
                <a:gd name="T35" fmla="*/ 64 h 254"/>
                <a:gd name="T36" fmla="*/ 2 w 245"/>
                <a:gd name="T37" fmla="*/ 88 h 254"/>
                <a:gd name="T38" fmla="*/ 6 w 245"/>
                <a:gd name="T39" fmla="*/ 99 h 254"/>
                <a:gd name="T40" fmla="*/ 34 w 245"/>
                <a:gd name="T41" fmla="*/ 118 h 254"/>
                <a:gd name="T42" fmla="*/ 34 w 245"/>
                <a:gd name="T43" fmla="*/ 136 h 254"/>
                <a:gd name="T44" fmla="*/ 38 w 245"/>
                <a:gd name="T45" fmla="*/ 155 h 254"/>
                <a:gd name="T46" fmla="*/ 14 w 245"/>
                <a:gd name="T47" fmla="*/ 179 h 254"/>
                <a:gd name="T48" fmla="*/ 13 w 245"/>
                <a:gd name="T49" fmla="*/ 190 h 254"/>
                <a:gd name="T50" fmla="*/ 28 w 245"/>
                <a:gd name="T51" fmla="*/ 212 h 254"/>
                <a:gd name="T52" fmla="*/ 40 w 245"/>
                <a:gd name="T53" fmla="*/ 215 h 254"/>
                <a:gd name="T54" fmla="*/ 70 w 245"/>
                <a:gd name="T55" fmla="*/ 199 h 254"/>
                <a:gd name="T56" fmla="*/ 104 w 245"/>
                <a:gd name="T57" fmla="*/ 214 h 254"/>
                <a:gd name="T58" fmla="*/ 113 w 245"/>
                <a:gd name="T59" fmla="*/ 247 h 254"/>
                <a:gd name="T60" fmla="*/ 122 w 245"/>
                <a:gd name="T61" fmla="*/ 254 h 254"/>
                <a:gd name="T62" fmla="*/ 149 w 245"/>
                <a:gd name="T63" fmla="*/ 251 h 254"/>
                <a:gd name="T64" fmla="*/ 157 w 245"/>
                <a:gd name="T65" fmla="*/ 243 h 254"/>
                <a:gd name="T66" fmla="*/ 159 w 245"/>
                <a:gd name="T67" fmla="*/ 209 h 254"/>
                <a:gd name="T68" fmla="*/ 188 w 245"/>
                <a:gd name="T69" fmla="*/ 187 h 254"/>
                <a:gd name="T70" fmla="*/ 221 w 245"/>
                <a:gd name="T71" fmla="*/ 196 h 254"/>
                <a:gd name="T72" fmla="*/ 232 w 245"/>
                <a:gd name="T73" fmla="*/ 191 h 254"/>
                <a:gd name="T74" fmla="*/ 243 w 245"/>
                <a:gd name="T75" fmla="*/ 167 h 254"/>
                <a:gd name="T76" fmla="*/ 240 w 245"/>
                <a:gd name="T77" fmla="*/ 155 h 254"/>
                <a:gd name="T78" fmla="*/ 127 w 245"/>
                <a:gd name="T79" fmla="*/ 174 h 254"/>
                <a:gd name="T80" fmla="*/ 76 w 245"/>
                <a:gd name="T81" fmla="*/ 132 h 254"/>
                <a:gd name="T82" fmla="*/ 118 w 245"/>
                <a:gd name="T83" fmla="*/ 80 h 254"/>
                <a:gd name="T84" fmla="*/ 170 w 245"/>
                <a:gd name="T85" fmla="*/ 123 h 254"/>
                <a:gd name="T86" fmla="*/ 127 w 245"/>
                <a:gd name="T87" fmla="*/ 17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254">
                  <a:moveTo>
                    <a:pt x="240" y="155"/>
                  </a:moveTo>
                  <a:cubicBezTo>
                    <a:pt x="211" y="137"/>
                    <a:pt x="211" y="137"/>
                    <a:pt x="211" y="137"/>
                  </a:cubicBezTo>
                  <a:cubicBezTo>
                    <a:pt x="212" y="131"/>
                    <a:pt x="212" y="124"/>
                    <a:pt x="211" y="118"/>
                  </a:cubicBezTo>
                  <a:cubicBezTo>
                    <a:pt x="210" y="112"/>
                    <a:pt x="209" y="106"/>
                    <a:pt x="207" y="100"/>
                  </a:cubicBezTo>
                  <a:cubicBezTo>
                    <a:pt x="231" y="76"/>
                    <a:pt x="231" y="76"/>
                    <a:pt x="231" y="76"/>
                  </a:cubicBezTo>
                  <a:cubicBezTo>
                    <a:pt x="234" y="73"/>
                    <a:pt x="235" y="68"/>
                    <a:pt x="232" y="64"/>
                  </a:cubicBezTo>
                  <a:cubicBezTo>
                    <a:pt x="217" y="43"/>
                    <a:pt x="217" y="43"/>
                    <a:pt x="217" y="43"/>
                  </a:cubicBezTo>
                  <a:cubicBezTo>
                    <a:pt x="214" y="39"/>
                    <a:pt x="209" y="38"/>
                    <a:pt x="205" y="40"/>
                  </a:cubicBezTo>
                  <a:cubicBezTo>
                    <a:pt x="175" y="55"/>
                    <a:pt x="175" y="55"/>
                    <a:pt x="175" y="55"/>
                  </a:cubicBezTo>
                  <a:cubicBezTo>
                    <a:pt x="165" y="48"/>
                    <a:pt x="154" y="43"/>
                    <a:pt x="141" y="40"/>
                  </a:cubicBezTo>
                  <a:cubicBezTo>
                    <a:pt x="133" y="7"/>
                    <a:pt x="133" y="7"/>
                    <a:pt x="133" y="7"/>
                  </a:cubicBezTo>
                  <a:cubicBezTo>
                    <a:pt x="132" y="3"/>
                    <a:pt x="127" y="0"/>
                    <a:pt x="123" y="1"/>
                  </a:cubicBezTo>
                  <a:cubicBezTo>
                    <a:pt x="96" y="3"/>
                    <a:pt x="96" y="3"/>
                    <a:pt x="96" y="3"/>
                  </a:cubicBezTo>
                  <a:cubicBezTo>
                    <a:pt x="92" y="4"/>
                    <a:pt x="89" y="8"/>
                    <a:pt x="88" y="12"/>
                  </a:cubicBezTo>
                  <a:cubicBezTo>
                    <a:pt x="86" y="46"/>
                    <a:pt x="86" y="46"/>
                    <a:pt x="86" y="46"/>
                  </a:cubicBezTo>
                  <a:cubicBezTo>
                    <a:pt x="75" y="51"/>
                    <a:pt x="65" y="59"/>
                    <a:pt x="57" y="68"/>
                  </a:cubicBezTo>
                  <a:cubicBezTo>
                    <a:pt x="24" y="59"/>
                    <a:pt x="24" y="59"/>
                    <a:pt x="24" y="59"/>
                  </a:cubicBezTo>
                  <a:cubicBezTo>
                    <a:pt x="20" y="58"/>
                    <a:pt x="15" y="60"/>
                    <a:pt x="13" y="64"/>
                  </a:cubicBezTo>
                  <a:cubicBezTo>
                    <a:pt x="2" y="88"/>
                    <a:pt x="2" y="88"/>
                    <a:pt x="2" y="88"/>
                  </a:cubicBezTo>
                  <a:cubicBezTo>
                    <a:pt x="0" y="92"/>
                    <a:pt x="2" y="97"/>
                    <a:pt x="6" y="99"/>
                  </a:cubicBezTo>
                  <a:cubicBezTo>
                    <a:pt x="34" y="118"/>
                    <a:pt x="34" y="118"/>
                    <a:pt x="34" y="118"/>
                  </a:cubicBezTo>
                  <a:cubicBezTo>
                    <a:pt x="34" y="124"/>
                    <a:pt x="34" y="130"/>
                    <a:pt x="34" y="136"/>
                  </a:cubicBezTo>
                  <a:cubicBezTo>
                    <a:pt x="35" y="143"/>
                    <a:pt x="36" y="149"/>
                    <a:pt x="38" y="155"/>
                  </a:cubicBezTo>
                  <a:cubicBezTo>
                    <a:pt x="14" y="179"/>
                    <a:pt x="14" y="179"/>
                    <a:pt x="14" y="179"/>
                  </a:cubicBezTo>
                  <a:cubicBezTo>
                    <a:pt x="11" y="182"/>
                    <a:pt x="10" y="187"/>
                    <a:pt x="13" y="190"/>
                  </a:cubicBezTo>
                  <a:cubicBezTo>
                    <a:pt x="28" y="212"/>
                    <a:pt x="28" y="212"/>
                    <a:pt x="28" y="212"/>
                  </a:cubicBezTo>
                  <a:cubicBezTo>
                    <a:pt x="31" y="215"/>
                    <a:pt x="36" y="217"/>
                    <a:pt x="40" y="215"/>
                  </a:cubicBezTo>
                  <a:cubicBezTo>
                    <a:pt x="70" y="199"/>
                    <a:pt x="70" y="199"/>
                    <a:pt x="70" y="199"/>
                  </a:cubicBezTo>
                  <a:cubicBezTo>
                    <a:pt x="80" y="206"/>
                    <a:pt x="92" y="212"/>
                    <a:pt x="104" y="214"/>
                  </a:cubicBezTo>
                  <a:cubicBezTo>
                    <a:pt x="113" y="247"/>
                    <a:pt x="113" y="247"/>
                    <a:pt x="113" y="247"/>
                  </a:cubicBezTo>
                  <a:cubicBezTo>
                    <a:pt x="114" y="251"/>
                    <a:pt x="118" y="254"/>
                    <a:pt x="122" y="254"/>
                  </a:cubicBezTo>
                  <a:cubicBezTo>
                    <a:pt x="149" y="251"/>
                    <a:pt x="149" y="251"/>
                    <a:pt x="149" y="251"/>
                  </a:cubicBezTo>
                  <a:cubicBezTo>
                    <a:pt x="153" y="251"/>
                    <a:pt x="157" y="247"/>
                    <a:pt x="157" y="243"/>
                  </a:cubicBezTo>
                  <a:cubicBezTo>
                    <a:pt x="159" y="209"/>
                    <a:pt x="159" y="209"/>
                    <a:pt x="159" y="209"/>
                  </a:cubicBezTo>
                  <a:cubicBezTo>
                    <a:pt x="170" y="203"/>
                    <a:pt x="180" y="196"/>
                    <a:pt x="188" y="187"/>
                  </a:cubicBezTo>
                  <a:cubicBezTo>
                    <a:pt x="221" y="196"/>
                    <a:pt x="221" y="196"/>
                    <a:pt x="221" y="196"/>
                  </a:cubicBezTo>
                  <a:cubicBezTo>
                    <a:pt x="226" y="197"/>
                    <a:pt x="230" y="195"/>
                    <a:pt x="232" y="191"/>
                  </a:cubicBezTo>
                  <a:cubicBezTo>
                    <a:pt x="243" y="167"/>
                    <a:pt x="243" y="167"/>
                    <a:pt x="243" y="167"/>
                  </a:cubicBezTo>
                  <a:cubicBezTo>
                    <a:pt x="245" y="163"/>
                    <a:pt x="243" y="158"/>
                    <a:pt x="240" y="155"/>
                  </a:cubicBezTo>
                  <a:close/>
                  <a:moveTo>
                    <a:pt x="127" y="174"/>
                  </a:moveTo>
                  <a:cubicBezTo>
                    <a:pt x="102" y="177"/>
                    <a:pt x="78" y="158"/>
                    <a:pt x="76" y="132"/>
                  </a:cubicBezTo>
                  <a:cubicBezTo>
                    <a:pt x="73" y="106"/>
                    <a:pt x="92" y="83"/>
                    <a:pt x="118" y="80"/>
                  </a:cubicBezTo>
                  <a:cubicBezTo>
                    <a:pt x="144" y="78"/>
                    <a:pt x="167" y="97"/>
                    <a:pt x="170" y="123"/>
                  </a:cubicBezTo>
                  <a:cubicBezTo>
                    <a:pt x="172" y="148"/>
                    <a:pt x="153" y="172"/>
                    <a:pt x="127" y="174"/>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7" name="Freeform 204"/>
            <p:cNvSpPr>
              <a:spLocks noEditPoints="1"/>
            </p:cNvSpPr>
            <p:nvPr/>
          </p:nvSpPr>
          <p:spPr bwMode="auto">
            <a:xfrm>
              <a:off x="2900363" y="5572125"/>
              <a:ext cx="317500" cy="319088"/>
            </a:xfrm>
            <a:custGeom>
              <a:avLst/>
              <a:gdLst>
                <a:gd name="T0" fmla="*/ 413 w 414"/>
                <a:gd name="T1" fmla="*/ 171 h 415"/>
                <a:gd name="T2" fmla="*/ 398 w 414"/>
                <a:gd name="T3" fmla="*/ 124 h 415"/>
                <a:gd name="T4" fmla="*/ 385 w 414"/>
                <a:gd name="T5" fmla="*/ 116 h 415"/>
                <a:gd name="T6" fmla="*/ 331 w 414"/>
                <a:gd name="T7" fmla="*/ 125 h 415"/>
                <a:gd name="T8" fmla="*/ 312 w 414"/>
                <a:gd name="T9" fmla="*/ 102 h 415"/>
                <a:gd name="T10" fmla="*/ 332 w 414"/>
                <a:gd name="T11" fmla="*/ 51 h 415"/>
                <a:gd name="T12" fmla="*/ 327 w 414"/>
                <a:gd name="T13" fmla="*/ 36 h 415"/>
                <a:gd name="T14" fmla="*/ 283 w 414"/>
                <a:gd name="T15" fmla="*/ 13 h 415"/>
                <a:gd name="T16" fmla="*/ 268 w 414"/>
                <a:gd name="T17" fmla="*/ 17 h 415"/>
                <a:gd name="T18" fmla="*/ 236 w 414"/>
                <a:gd name="T19" fmla="*/ 62 h 415"/>
                <a:gd name="T20" fmla="*/ 207 w 414"/>
                <a:gd name="T21" fmla="*/ 59 h 415"/>
                <a:gd name="T22" fmla="*/ 184 w 414"/>
                <a:gd name="T23" fmla="*/ 8 h 415"/>
                <a:gd name="T24" fmla="*/ 171 w 414"/>
                <a:gd name="T25" fmla="*/ 2 h 415"/>
                <a:gd name="T26" fmla="*/ 124 w 414"/>
                <a:gd name="T27" fmla="*/ 16 h 415"/>
                <a:gd name="T28" fmla="*/ 116 w 414"/>
                <a:gd name="T29" fmla="*/ 29 h 415"/>
                <a:gd name="T30" fmla="*/ 125 w 414"/>
                <a:gd name="T31" fmla="*/ 84 h 415"/>
                <a:gd name="T32" fmla="*/ 102 w 414"/>
                <a:gd name="T33" fmla="*/ 102 h 415"/>
                <a:gd name="T34" fmla="*/ 50 w 414"/>
                <a:gd name="T35" fmla="*/ 83 h 415"/>
                <a:gd name="T36" fmla="*/ 36 w 414"/>
                <a:gd name="T37" fmla="*/ 88 h 415"/>
                <a:gd name="T38" fmla="*/ 13 w 414"/>
                <a:gd name="T39" fmla="*/ 131 h 415"/>
                <a:gd name="T40" fmla="*/ 16 w 414"/>
                <a:gd name="T41" fmla="*/ 146 h 415"/>
                <a:gd name="T42" fmla="*/ 61 w 414"/>
                <a:gd name="T43" fmla="*/ 178 h 415"/>
                <a:gd name="T44" fmla="*/ 58 w 414"/>
                <a:gd name="T45" fmla="*/ 208 h 415"/>
                <a:gd name="T46" fmla="*/ 8 w 414"/>
                <a:gd name="T47" fmla="*/ 230 h 415"/>
                <a:gd name="T48" fmla="*/ 2 w 414"/>
                <a:gd name="T49" fmla="*/ 244 h 415"/>
                <a:gd name="T50" fmla="*/ 16 w 414"/>
                <a:gd name="T51" fmla="*/ 291 h 415"/>
                <a:gd name="T52" fmla="*/ 29 w 414"/>
                <a:gd name="T53" fmla="*/ 299 h 415"/>
                <a:gd name="T54" fmla="*/ 83 w 414"/>
                <a:gd name="T55" fmla="*/ 290 h 415"/>
                <a:gd name="T56" fmla="*/ 102 w 414"/>
                <a:gd name="T57" fmla="*/ 313 h 415"/>
                <a:gd name="T58" fmla="*/ 82 w 414"/>
                <a:gd name="T59" fmla="*/ 364 h 415"/>
                <a:gd name="T60" fmla="*/ 88 w 414"/>
                <a:gd name="T61" fmla="*/ 379 h 415"/>
                <a:gd name="T62" fmla="*/ 131 w 414"/>
                <a:gd name="T63" fmla="*/ 402 h 415"/>
                <a:gd name="T64" fmla="*/ 146 w 414"/>
                <a:gd name="T65" fmla="*/ 398 h 415"/>
                <a:gd name="T66" fmla="*/ 178 w 414"/>
                <a:gd name="T67" fmla="*/ 353 h 415"/>
                <a:gd name="T68" fmla="*/ 207 w 414"/>
                <a:gd name="T69" fmla="*/ 356 h 415"/>
                <a:gd name="T70" fmla="*/ 230 w 414"/>
                <a:gd name="T71" fmla="*/ 407 h 415"/>
                <a:gd name="T72" fmla="*/ 244 w 414"/>
                <a:gd name="T73" fmla="*/ 413 h 415"/>
                <a:gd name="T74" fmla="*/ 291 w 414"/>
                <a:gd name="T75" fmla="*/ 399 h 415"/>
                <a:gd name="T76" fmla="*/ 299 w 414"/>
                <a:gd name="T77" fmla="*/ 386 h 415"/>
                <a:gd name="T78" fmla="*/ 290 w 414"/>
                <a:gd name="T79" fmla="*/ 331 h 415"/>
                <a:gd name="T80" fmla="*/ 312 w 414"/>
                <a:gd name="T81" fmla="*/ 312 h 415"/>
                <a:gd name="T82" fmla="*/ 364 w 414"/>
                <a:gd name="T83" fmla="*/ 332 h 415"/>
                <a:gd name="T84" fmla="*/ 378 w 414"/>
                <a:gd name="T85" fmla="*/ 327 h 415"/>
                <a:gd name="T86" fmla="*/ 401 w 414"/>
                <a:gd name="T87" fmla="*/ 284 h 415"/>
                <a:gd name="T88" fmla="*/ 398 w 414"/>
                <a:gd name="T89" fmla="*/ 269 h 415"/>
                <a:gd name="T90" fmla="*/ 353 w 414"/>
                <a:gd name="T91" fmla="*/ 237 h 415"/>
                <a:gd name="T92" fmla="*/ 356 w 414"/>
                <a:gd name="T93" fmla="*/ 207 h 415"/>
                <a:gd name="T94" fmla="*/ 406 w 414"/>
                <a:gd name="T95" fmla="*/ 185 h 415"/>
                <a:gd name="T96" fmla="*/ 413 w 414"/>
                <a:gd name="T97" fmla="*/ 171 h 415"/>
                <a:gd name="T98" fmla="*/ 233 w 414"/>
                <a:gd name="T99" fmla="*/ 293 h 415"/>
                <a:gd name="T100" fmla="*/ 122 w 414"/>
                <a:gd name="T101" fmla="*/ 233 h 415"/>
                <a:gd name="T102" fmla="*/ 181 w 414"/>
                <a:gd name="T103" fmla="*/ 122 h 415"/>
                <a:gd name="T104" fmla="*/ 293 w 414"/>
                <a:gd name="T105" fmla="*/ 182 h 415"/>
                <a:gd name="T106" fmla="*/ 233 w 414"/>
                <a:gd name="T107" fmla="*/ 293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4" h="415">
                  <a:moveTo>
                    <a:pt x="413" y="171"/>
                  </a:moveTo>
                  <a:cubicBezTo>
                    <a:pt x="398" y="124"/>
                    <a:pt x="398" y="124"/>
                    <a:pt x="398" y="124"/>
                  </a:cubicBezTo>
                  <a:cubicBezTo>
                    <a:pt x="397" y="119"/>
                    <a:pt x="391" y="115"/>
                    <a:pt x="385" y="116"/>
                  </a:cubicBezTo>
                  <a:cubicBezTo>
                    <a:pt x="331" y="125"/>
                    <a:pt x="331" y="125"/>
                    <a:pt x="331" y="125"/>
                  </a:cubicBezTo>
                  <a:cubicBezTo>
                    <a:pt x="325" y="117"/>
                    <a:pt x="319" y="109"/>
                    <a:pt x="312" y="102"/>
                  </a:cubicBezTo>
                  <a:cubicBezTo>
                    <a:pt x="332" y="51"/>
                    <a:pt x="332" y="51"/>
                    <a:pt x="332" y="51"/>
                  </a:cubicBezTo>
                  <a:cubicBezTo>
                    <a:pt x="334" y="45"/>
                    <a:pt x="332" y="39"/>
                    <a:pt x="327" y="36"/>
                  </a:cubicBezTo>
                  <a:cubicBezTo>
                    <a:pt x="283" y="13"/>
                    <a:pt x="283" y="13"/>
                    <a:pt x="283" y="13"/>
                  </a:cubicBezTo>
                  <a:cubicBezTo>
                    <a:pt x="278" y="10"/>
                    <a:pt x="272" y="12"/>
                    <a:pt x="268" y="17"/>
                  </a:cubicBezTo>
                  <a:cubicBezTo>
                    <a:pt x="236" y="62"/>
                    <a:pt x="236" y="62"/>
                    <a:pt x="236" y="62"/>
                  </a:cubicBezTo>
                  <a:cubicBezTo>
                    <a:pt x="227" y="60"/>
                    <a:pt x="217" y="59"/>
                    <a:pt x="207" y="59"/>
                  </a:cubicBezTo>
                  <a:cubicBezTo>
                    <a:pt x="184" y="8"/>
                    <a:pt x="184" y="8"/>
                    <a:pt x="184" y="8"/>
                  </a:cubicBezTo>
                  <a:cubicBezTo>
                    <a:pt x="182" y="3"/>
                    <a:pt x="176" y="0"/>
                    <a:pt x="171" y="2"/>
                  </a:cubicBezTo>
                  <a:cubicBezTo>
                    <a:pt x="124" y="16"/>
                    <a:pt x="124" y="16"/>
                    <a:pt x="124" y="16"/>
                  </a:cubicBezTo>
                  <a:cubicBezTo>
                    <a:pt x="118" y="18"/>
                    <a:pt x="115" y="24"/>
                    <a:pt x="116" y="29"/>
                  </a:cubicBezTo>
                  <a:cubicBezTo>
                    <a:pt x="125" y="84"/>
                    <a:pt x="125" y="84"/>
                    <a:pt x="125" y="84"/>
                  </a:cubicBezTo>
                  <a:cubicBezTo>
                    <a:pt x="116" y="89"/>
                    <a:pt x="109" y="95"/>
                    <a:pt x="102" y="102"/>
                  </a:cubicBezTo>
                  <a:cubicBezTo>
                    <a:pt x="50" y="83"/>
                    <a:pt x="50" y="83"/>
                    <a:pt x="50" y="83"/>
                  </a:cubicBezTo>
                  <a:cubicBezTo>
                    <a:pt x="45" y="81"/>
                    <a:pt x="39" y="83"/>
                    <a:pt x="36" y="88"/>
                  </a:cubicBezTo>
                  <a:cubicBezTo>
                    <a:pt x="13" y="131"/>
                    <a:pt x="13" y="131"/>
                    <a:pt x="13" y="131"/>
                  </a:cubicBezTo>
                  <a:cubicBezTo>
                    <a:pt x="10" y="136"/>
                    <a:pt x="12" y="143"/>
                    <a:pt x="16" y="146"/>
                  </a:cubicBezTo>
                  <a:cubicBezTo>
                    <a:pt x="61" y="178"/>
                    <a:pt x="61" y="178"/>
                    <a:pt x="61" y="178"/>
                  </a:cubicBezTo>
                  <a:cubicBezTo>
                    <a:pt x="59" y="188"/>
                    <a:pt x="58" y="198"/>
                    <a:pt x="58" y="208"/>
                  </a:cubicBezTo>
                  <a:cubicBezTo>
                    <a:pt x="8" y="230"/>
                    <a:pt x="8" y="230"/>
                    <a:pt x="8" y="230"/>
                  </a:cubicBezTo>
                  <a:cubicBezTo>
                    <a:pt x="3" y="232"/>
                    <a:pt x="0" y="239"/>
                    <a:pt x="2" y="244"/>
                  </a:cubicBezTo>
                  <a:cubicBezTo>
                    <a:pt x="16" y="291"/>
                    <a:pt x="16" y="291"/>
                    <a:pt x="16" y="291"/>
                  </a:cubicBezTo>
                  <a:cubicBezTo>
                    <a:pt x="18" y="296"/>
                    <a:pt x="23" y="300"/>
                    <a:pt x="29" y="299"/>
                  </a:cubicBezTo>
                  <a:cubicBezTo>
                    <a:pt x="83" y="290"/>
                    <a:pt x="83" y="290"/>
                    <a:pt x="83" y="290"/>
                  </a:cubicBezTo>
                  <a:cubicBezTo>
                    <a:pt x="89" y="298"/>
                    <a:pt x="95" y="306"/>
                    <a:pt x="102" y="313"/>
                  </a:cubicBezTo>
                  <a:cubicBezTo>
                    <a:pt x="82" y="364"/>
                    <a:pt x="82" y="364"/>
                    <a:pt x="82" y="364"/>
                  </a:cubicBezTo>
                  <a:cubicBezTo>
                    <a:pt x="80" y="370"/>
                    <a:pt x="83" y="376"/>
                    <a:pt x="88" y="379"/>
                  </a:cubicBezTo>
                  <a:cubicBezTo>
                    <a:pt x="131" y="402"/>
                    <a:pt x="131" y="402"/>
                    <a:pt x="131" y="402"/>
                  </a:cubicBezTo>
                  <a:cubicBezTo>
                    <a:pt x="136" y="404"/>
                    <a:pt x="143" y="403"/>
                    <a:pt x="146" y="398"/>
                  </a:cubicBezTo>
                  <a:cubicBezTo>
                    <a:pt x="178" y="353"/>
                    <a:pt x="178" y="353"/>
                    <a:pt x="178" y="353"/>
                  </a:cubicBezTo>
                  <a:cubicBezTo>
                    <a:pt x="187" y="355"/>
                    <a:pt x="197" y="356"/>
                    <a:pt x="207" y="356"/>
                  </a:cubicBezTo>
                  <a:cubicBezTo>
                    <a:pt x="230" y="407"/>
                    <a:pt x="230" y="407"/>
                    <a:pt x="230" y="407"/>
                  </a:cubicBezTo>
                  <a:cubicBezTo>
                    <a:pt x="232" y="412"/>
                    <a:pt x="238" y="415"/>
                    <a:pt x="244" y="413"/>
                  </a:cubicBezTo>
                  <a:cubicBezTo>
                    <a:pt x="291" y="399"/>
                    <a:pt x="291" y="399"/>
                    <a:pt x="291" y="399"/>
                  </a:cubicBezTo>
                  <a:cubicBezTo>
                    <a:pt x="296" y="397"/>
                    <a:pt x="300" y="391"/>
                    <a:pt x="299" y="386"/>
                  </a:cubicBezTo>
                  <a:cubicBezTo>
                    <a:pt x="290" y="331"/>
                    <a:pt x="290" y="331"/>
                    <a:pt x="290" y="331"/>
                  </a:cubicBezTo>
                  <a:cubicBezTo>
                    <a:pt x="298" y="326"/>
                    <a:pt x="306" y="319"/>
                    <a:pt x="312" y="312"/>
                  </a:cubicBezTo>
                  <a:cubicBezTo>
                    <a:pt x="364" y="332"/>
                    <a:pt x="364" y="332"/>
                    <a:pt x="364" y="332"/>
                  </a:cubicBezTo>
                  <a:cubicBezTo>
                    <a:pt x="369" y="334"/>
                    <a:pt x="376" y="332"/>
                    <a:pt x="378" y="327"/>
                  </a:cubicBezTo>
                  <a:cubicBezTo>
                    <a:pt x="401" y="284"/>
                    <a:pt x="401" y="284"/>
                    <a:pt x="401" y="284"/>
                  </a:cubicBezTo>
                  <a:cubicBezTo>
                    <a:pt x="404" y="279"/>
                    <a:pt x="403" y="272"/>
                    <a:pt x="398" y="269"/>
                  </a:cubicBezTo>
                  <a:cubicBezTo>
                    <a:pt x="353" y="237"/>
                    <a:pt x="353" y="237"/>
                    <a:pt x="353" y="237"/>
                  </a:cubicBezTo>
                  <a:cubicBezTo>
                    <a:pt x="355" y="227"/>
                    <a:pt x="356" y="217"/>
                    <a:pt x="356" y="207"/>
                  </a:cubicBezTo>
                  <a:cubicBezTo>
                    <a:pt x="406" y="185"/>
                    <a:pt x="406" y="185"/>
                    <a:pt x="406" y="185"/>
                  </a:cubicBezTo>
                  <a:cubicBezTo>
                    <a:pt x="411" y="182"/>
                    <a:pt x="414" y="176"/>
                    <a:pt x="413" y="171"/>
                  </a:cubicBezTo>
                  <a:close/>
                  <a:moveTo>
                    <a:pt x="233" y="293"/>
                  </a:moveTo>
                  <a:cubicBezTo>
                    <a:pt x="186" y="307"/>
                    <a:pt x="136" y="280"/>
                    <a:pt x="122" y="233"/>
                  </a:cubicBezTo>
                  <a:cubicBezTo>
                    <a:pt x="108" y="186"/>
                    <a:pt x="134" y="136"/>
                    <a:pt x="181" y="122"/>
                  </a:cubicBezTo>
                  <a:cubicBezTo>
                    <a:pt x="228" y="108"/>
                    <a:pt x="278" y="134"/>
                    <a:pt x="293" y="182"/>
                  </a:cubicBezTo>
                  <a:cubicBezTo>
                    <a:pt x="307" y="229"/>
                    <a:pt x="280" y="278"/>
                    <a:pt x="233" y="293"/>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38" name="Group 231"/>
          <p:cNvGrpSpPr/>
          <p:nvPr/>
        </p:nvGrpSpPr>
        <p:grpSpPr>
          <a:xfrm>
            <a:off x="777239" y="3881312"/>
            <a:ext cx="420688" cy="471488"/>
            <a:chOff x="4608513" y="6291263"/>
            <a:chExt cx="420688" cy="471488"/>
          </a:xfrm>
          <a:solidFill>
            <a:schemeClr val="bg1"/>
          </a:solidFill>
        </p:grpSpPr>
        <p:sp>
          <p:nvSpPr>
            <p:cNvPr id="66" name="Freeform 218"/>
            <p:cNvSpPr/>
            <p:nvPr/>
          </p:nvSpPr>
          <p:spPr bwMode="auto">
            <a:xfrm>
              <a:off x="4908550" y="6627813"/>
              <a:ext cx="80963" cy="84138"/>
            </a:xfrm>
            <a:custGeom>
              <a:avLst/>
              <a:gdLst>
                <a:gd name="T0" fmla="*/ 13 w 105"/>
                <a:gd name="T1" fmla="*/ 20 h 108"/>
                <a:gd name="T2" fmla="*/ 27 w 105"/>
                <a:gd name="T3" fmla="*/ 9 h 108"/>
                <a:gd name="T4" fmla="*/ 65 w 105"/>
                <a:gd name="T5" fmla="*/ 13 h 108"/>
                <a:gd name="T6" fmla="*/ 105 w 105"/>
                <a:gd name="T7" fmla="*/ 64 h 108"/>
                <a:gd name="T8" fmla="*/ 49 w 105"/>
                <a:gd name="T9" fmla="*/ 108 h 108"/>
                <a:gd name="T10" fmla="*/ 9 w 105"/>
                <a:gd name="T11" fmla="*/ 57 h 108"/>
                <a:gd name="T12" fmla="*/ 13 w 105"/>
                <a:gd name="T13" fmla="*/ 20 h 108"/>
              </a:gdLst>
              <a:ahLst/>
              <a:cxnLst>
                <a:cxn ang="0">
                  <a:pos x="T0" y="T1"/>
                </a:cxn>
                <a:cxn ang="0">
                  <a:pos x="T2" y="T3"/>
                </a:cxn>
                <a:cxn ang="0">
                  <a:pos x="T4" y="T5"/>
                </a:cxn>
                <a:cxn ang="0">
                  <a:pos x="T6" y="T7"/>
                </a:cxn>
                <a:cxn ang="0">
                  <a:pos x="T8" y="T9"/>
                </a:cxn>
                <a:cxn ang="0">
                  <a:pos x="T10" y="T11"/>
                </a:cxn>
                <a:cxn ang="0">
                  <a:pos x="T12" y="T13"/>
                </a:cxn>
              </a:cxnLst>
              <a:rect l="0" t="0" r="r" b="b"/>
              <a:pathLst>
                <a:path w="105" h="108">
                  <a:moveTo>
                    <a:pt x="13" y="20"/>
                  </a:moveTo>
                  <a:cubicBezTo>
                    <a:pt x="27" y="9"/>
                    <a:pt x="27" y="9"/>
                    <a:pt x="27" y="9"/>
                  </a:cubicBezTo>
                  <a:cubicBezTo>
                    <a:pt x="39" y="0"/>
                    <a:pt x="56" y="2"/>
                    <a:pt x="65" y="13"/>
                  </a:cubicBezTo>
                  <a:cubicBezTo>
                    <a:pt x="105" y="64"/>
                    <a:pt x="105" y="64"/>
                    <a:pt x="105" y="64"/>
                  </a:cubicBezTo>
                  <a:cubicBezTo>
                    <a:pt x="49" y="108"/>
                    <a:pt x="49" y="108"/>
                    <a:pt x="49" y="108"/>
                  </a:cubicBezTo>
                  <a:cubicBezTo>
                    <a:pt x="9" y="57"/>
                    <a:pt x="9" y="57"/>
                    <a:pt x="9" y="57"/>
                  </a:cubicBezTo>
                  <a:cubicBezTo>
                    <a:pt x="0" y="46"/>
                    <a:pt x="2" y="29"/>
                    <a:pt x="13" y="20"/>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67" name="Freeform 219"/>
            <p:cNvSpPr>
              <a:spLocks noEditPoints="1"/>
            </p:cNvSpPr>
            <p:nvPr/>
          </p:nvSpPr>
          <p:spPr bwMode="auto">
            <a:xfrm>
              <a:off x="4608513" y="6291263"/>
              <a:ext cx="403225" cy="401638"/>
            </a:xfrm>
            <a:custGeom>
              <a:avLst/>
              <a:gdLst>
                <a:gd name="T0" fmla="*/ 445 w 524"/>
                <a:gd name="T1" fmla="*/ 119 h 523"/>
                <a:gd name="T2" fmla="*/ 119 w 524"/>
                <a:gd name="T3" fmla="*/ 79 h 523"/>
                <a:gd name="T4" fmla="*/ 79 w 524"/>
                <a:gd name="T5" fmla="*/ 404 h 523"/>
                <a:gd name="T6" fmla="*/ 405 w 524"/>
                <a:gd name="T7" fmla="*/ 444 h 523"/>
                <a:gd name="T8" fmla="*/ 445 w 524"/>
                <a:gd name="T9" fmla="*/ 119 h 523"/>
                <a:gd name="T10" fmla="*/ 373 w 524"/>
                <a:gd name="T11" fmla="*/ 404 h 523"/>
                <a:gd name="T12" fmla="*/ 119 w 524"/>
                <a:gd name="T13" fmla="*/ 373 h 523"/>
                <a:gd name="T14" fmla="*/ 151 w 524"/>
                <a:gd name="T15" fmla="*/ 119 h 523"/>
                <a:gd name="T16" fmla="*/ 404 w 524"/>
                <a:gd name="T17" fmla="*/ 150 h 523"/>
                <a:gd name="T18" fmla="*/ 373 w 524"/>
                <a:gd name="T19" fmla="*/ 404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3">
                  <a:moveTo>
                    <a:pt x="445" y="119"/>
                  </a:moveTo>
                  <a:cubicBezTo>
                    <a:pt x="366" y="18"/>
                    <a:pt x="220" y="0"/>
                    <a:pt x="119" y="79"/>
                  </a:cubicBezTo>
                  <a:cubicBezTo>
                    <a:pt x="18" y="157"/>
                    <a:pt x="0" y="303"/>
                    <a:pt x="79" y="404"/>
                  </a:cubicBezTo>
                  <a:cubicBezTo>
                    <a:pt x="158" y="505"/>
                    <a:pt x="304" y="523"/>
                    <a:pt x="405" y="444"/>
                  </a:cubicBezTo>
                  <a:cubicBezTo>
                    <a:pt x="506" y="366"/>
                    <a:pt x="524" y="220"/>
                    <a:pt x="445" y="119"/>
                  </a:cubicBezTo>
                  <a:close/>
                  <a:moveTo>
                    <a:pt x="373" y="404"/>
                  </a:moveTo>
                  <a:cubicBezTo>
                    <a:pt x="294" y="465"/>
                    <a:pt x="181" y="451"/>
                    <a:pt x="119" y="373"/>
                  </a:cubicBezTo>
                  <a:cubicBezTo>
                    <a:pt x="58" y="294"/>
                    <a:pt x="72" y="180"/>
                    <a:pt x="151" y="119"/>
                  </a:cubicBezTo>
                  <a:cubicBezTo>
                    <a:pt x="229" y="58"/>
                    <a:pt x="343" y="72"/>
                    <a:pt x="404" y="150"/>
                  </a:cubicBezTo>
                  <a:cubicBezTo>
                    <a:pt x="466" y="229"/>
                    <a:pt x="452" y="343"/>
                    <a:pt x="373" y="404"/>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68" name="Freeform 220"/>
            <p:cNvSpPr/>
            <p:nvPr/>
          </p:nvSpPr>
          <p:spPr bwMode="auto">
            <a:xfrm>
              <a:off x="4957763" y="6691313"/>
              <a:ext cx="71438" cy="71438"/>
            </a:xfrm>
            <a:custGeom>
              <a:avLst/>
              <a:gdLst>
                <a:gd name="T0" fmla="*/ 78 w 92"/>
                <a:gd name="T1" fmla="*/ 72 h 92"/>
                <a:gd name="T2" fmla="*/ 64 w 92"/>
                <a:gd name="T3" fmla="*/ 83 h 92"/>
                <a:gd name="T4" fmla="*/ 27 w 92"/>
                <a:gd name="T5" fmla="*/ 78 h 92"/>
                <a:gd name="T6" fmla="*/ 0 w 92"/>
                <a:gd name="T7" fmla="*/ 44 h 92"/>
                <a:gd name="T8" fmla="*/ 56 w 92"/>
                <a:gd name="T9" fmla="*/ 0 h 92"/>
                <a:gd name="T10" fmla="*/ 83 w 92"/>
                <a:gd name="T11" fmla="*/ 34 h 92"/>
                <a:gd name="T12" fmla="*/ 78 w 92"/>
                <a:gd name="T13" fmla="*/ 72 h 92"/>
              </a:gdLst>
              <a:ahLst/>
              <a:cxnLst>
                <a:cxn ang="0">
                  <a:pos x="T0" y="T1"/>
                </a:cxn>
                <a:cxn ang="0">
                  <a:pos x="T2" y="T3"/>
                </a:cxn>
                <a:cxn ang="0">
                  <a:pos x="T4" y="T5"/>
                </a:cxn>
                <a:cxn ang="0">
                  <a:pos x="T6" y="T7"/>
                </a:cxn>
                <a:cxn ang="0">
                  <a:pos x="T8" y="T9"/>
                </a:cxn>
                <a:cxn ang="0">
                  <a:pos x="T10" y="T11"/>
                </a:cxn>
                <a:cxn ang="0">
                  <a:pos x="T12" y="T13"/>
                </a:cxn>
              </a:cxnLst>
              <a:rect l="0" t="0" r="r" b="b"/>
              <a:pathLst>
                <a:path w="92" h="92">
                  <a:moveTo>
                    <a:pt x="78" y="72"/>
                  </a:moveTo>
                  <a:cubicBezTo>
                    <a:pt x="64" y="83"/>
                    <a:pt x="64" y="83"/>
                    <a:pt x="64" y="83"/>
                  </a:cubicBezTo>
                  <a:cubicBezTo>
                    <a:pt x="53" y="92"/>
                    <a:pt x="36" y="90"/>
                    <a:pt x="27" y="78"/>
                  </a:cubicBezTo>
                  <a:cubicBezTo>
                    <a:pt x="0" y="44"/>
                    <a:pt x="0" y="44"/>
                    <a:pt x="0" y="44"/>
                  </a:cubicBezTo>
                  <a:cubicBezTo>
                    <a:pt x="56" y="0"/>
                    <a:pt x="56" y="0"/>
                    <a:pt x="56" y="0"/>
                  </a:cubicBezTo>
                  <a:cubicBezTo>
                    <a:pt x="83" y="34"/>
                    <a:pt x="83" y="34"/>
                    <a:pt x="83" y="34"/>
                  </a:cubicBezTo>
                  <a:cubicBezTo>
                    <a:pt x="92" y="46"/>
                    <a:pt x="90" y="63"/>
                    <a:pt x="78" y="72"/>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69" name="Group 259"/>
          <p:cNvGrpSpPr/>
          <p:nvPr/>
        </p:nvGrpSpPr>
        <p:grpSpPr>
          <a:xfrm>
            <a:off x="3153155" y="1583717"/>
            <a:ext cx="388938" cy="446088"/>
            <a:chOff x="4638675" y="4654550"/>
            <a:chExt cx="388938" cy="446088"/>
          </a:xfrm>
          <a:solidFill>
            <a:schemeClr val="bg1"/>
          </a:solidFill>
        </p:grpSpPr>
        <p:sp>
          <p:nvSpPr>
            <p:cNvPr id="70" name="Freeform 241"/>
            <p:cNvSpPr>
              <a:spLocks noEditPoints="1"/>
            </p:cNvSpPr>
            <p:nvPr/>
          </p:nvSpPr>
          <p:spPr bwMode="auto">
            <a:xfrm>
              <a:off x="4638675" y="4654550"/>
              <a:ext cx="388938" cy="446088"/>
            </a:xfrm>
            <a:custGeom>
              <a:avLst/>
              <a:gdLst>
                <a:gd name="T0" fmla="*/ 507 w 507"/>
                <a:gd name="T1" fmla="*/ 118 h 581"/>
                <a:gd name="T2" fmla="*/ 507 w 507"/>
                <a:gd name="T3" fmla="*/ 143 h 581"/>
                <a:gd name="T4" fmla="*/ 506 w 507"/>
                <a:gd name="T5" fmla="*/ 229 h 581"/>
                <a:gd name="T6" fmla="*/ 496 w 507"/>
                <a:gd name="T7" fmla="*/ 296 h 581"/>
                <a:gd name="T8" fmla="*/ 268 w 507"/>
                <a:gd name="T9" fmla="*/ 576 h 581"/>
                <a:gd name="T10" fmla="*/ 257 w 507"/>
                <a:gd name="T11" fmla="*/ 580 h 581"/>
                <a:gd name="T12" fmla="*/ 253 w 507"/>
                <a:gd name="T13" fmla="*/ 581 h 581"/>
                <a:gd name="T14" fmla="*/ 250 w 507"/>
                <a:gd name="T15" fmla="*/ 580 h 581"/>
                <a:gd name="T16" fmla="*/ 239 w 507"/>
                <a:gd name="T17" fmla="*/ 576 h 581"/>
                <a:gd name="T18" fmla="*/ 10 w 507"/>
                <a:gd name="T19" fmla="*/ 296 h 581"/>
                <a:gd name="T20" fmla="*/ 1 w 507"/>
                <a:gd name="T21" fmla="*/ 229 h 581"/>
                <a:gd name="T22" fmla="*/ 0 w 507"/>
                <a:gd name="T23" fmla="*/ 143 h 581"/>
                <a:gd name="T24" fmla="*/ 0 w 507"/>
                <a:gd name="T25" fmla="*/ 118 h 581"/>
                <a:gd name="T26" fmla="*/ 7 w 507"/>
                <a:gd name="T27" fmla="*/ 109 h 581"/>
                <a:gd name="T28" fmla="*/ 31 w 507"/>
                <a:gd name="T29" fmla="*/ 102 h 581"/>
                <a:gd name="T30" fmla="*/ 148 w 507"/>
                <a:gd name="T31" fmla="*/ 44 h 581"/>
                <a:gd name="T32" fmla="*/ 253 w 507"/>
                <a:gd name="T33" fmla="*/ 0 h 581"/>
                <a:gd name="T34" fmla="*/ 359 w 507"/>
                <a:gd name="T35" fmla="*/ 44 h 581"/>
                <a:gd name="T36" fmla="*/ 476 w 507"/>
                <a:gd name="T37" fmla="*/ 102 h 581"/>
                <a:gd name="T38" fmla="*/ 500 w 507"/>
                <a:gd name="T39" fmla="*/ 109 h 581"/>
                <a:gd name="T40" fmla="*/ 507 w 507"/>
                <a:gd name="T41" fmla="*/ 118 h 581"/>
                <a:gd name="T42" fmla="*/ 488 w 507"/>
                <a:gd name="T43" fmla="*/ 125 h 581"/>
                <a:gd name="T44" fmla="*/ 471 w 507"/>
                <a:gd name="T45" fmla="*/ 120 h 581"/>
                <a:gd name="T46" fmla="*/ 349 w 507"/>
                <a:gd name="T47" fmla="*/ 59 h 581"/>
                <a:gd name="T48" fmla="*/ 253 w 507"/>
                <a:gd name="T49" fmla="*/ 19 h 581"/>
                <a:gd name="T50" fmla="*/ 158 w 507"/>
                <a:gd name="T51" fmla="*/ 59 h 581"/>
                <a:gd name="T52" fmla="*/ 36 w 507"/>
                <a:gd name="T53" fmla="*/ 120 h 581"/>
                <a:gd name="T54" fmla="*/ 19 w 507"/>
                <a:gd name="T55" fmla="*/ 125 h 581"/>
                <a:gd name="T56" fmla="*/ 19 w 507"/>
                <a:gd name="T57" fmla="*/ 143 h 581"/>
                <a:gd name="T58" fmla="*/ 20 w 507"/>
                <a:gd name="T59" fmla="*/ 228 h 581"/>
                <a:gd name="T60" fmla="*/ 29 w 507"/>
                <a:gd name="T61" fmla="*/ 292 h 581"/>
                <a:gd name="T62" fmla="*/ 245 w 507"/>
                <a:gd name="T63" fmla="*/ 559 h 581"/>
                <a:gd name="T64" fmla="*/ 253 w 507"/>
                <a:gd name="T65" fmla="*/ 562 h 581"/>
                <a:gd name="T66" fmla="*/ 262 w 507"/>
                <a:gd name="T67" fmla="*/ 559 h 581"/>
                <a:gd name="T68" fmla="*/ 478 w 507"/>
                <a:gd name="T69" fmla="*/ 292 h 581"/>
                <a:gd name="T70" fmla="*/ 487 w 507"/>
                <a:gd name="T71" fmla="*/ 228 h 581"/>
                <a:gd name="T72" fmla="*/ 488 w 507"/>
                <a:gd name="T73" fmla="*/ 143 h 581"/>
                <a:gd name="T74" fmla="*/ 488 w 507"/>
                <a:gd name="T75" fmla="*/ 125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7" h="581">
                  <a:moveTo>
                    <a:pt x="507" y="118"/>
                  </a:moveTo>
                  <a:cubicBezTo>
                    <a:pt x="507" y="143"/>
                    <a:pt x="507" y="143"/>
                    <a:pt x="507" y="143"/>
                  </a:cubicBezTo>
                  <a:cubicBezTo>
                    <a:pt x="507" y="151"/>
                    <a:pt x="507" y="217"/>
                    <a:pt x="506" y="229"/>
                  </a:cubicBezTo>
                  <a:cubicBezTo>
                    <a:pt x="504" y="252"/>
                    <a:pt x="501" y="275"/>
                    <a:pt x="496" y="296"/>
                  </a:cubicBezTo>
                  <a:cubicBezTo>
                    <a:pt x="451" y="505"/>
                    <a:pt x="276" y="573"/>
                    <a:pt x="268" y="576"/>
                  </a:cubicBezTo>
                  <a:cubicBezTo>
                    <a:pt x="257" y="580"/>
                    <a:pt x="257" y="580"/>
                    <a:pt x="257" y="580"/>
                  </a:cubicBezTo>
                  <a:cubicBezTo>
                    <a:pt x="256" y="581"/>
                    <a:pt x="255" y="581"/>
                    <a:pt x="253" y="581"/>
                  </a:cubicBezTo>
                  <a:cubicBezTo>
                    <a:pt x="252" y="581"/>
                    <a:pt x="251" y="581"/>
                    <a:pt x="250" y="580"/>
                  </a:cubicBezTo>
                  <a:cubicBezTo>
                    <a:pt x="239" y="576"/>
                    <a:pt x="239" y="576"/>
                    <a:pt x="239" y="576"/>
                  </a:cubicBezTo>
                  <a:cubicBezTo>
                    <a:pt x="231" y="573"/>
                    <a:pt x="56" y="505"/>
                    <a:pt x="10" y="296"/>
                  </a:cubicBezTo>
                  <a:cubicBezTo>
                    <a:pt x="6" y="275"/>
                    <a:pt x="3" y="252"/>
                    <a:pt x="1" y="229"/>
                  </a:cubicBezTo>
                  <a:cubicBezTo>
                    <a:pt x="0" y="217"/>
                    <a:pt x="0" y="151"/>
                    <a:pt x="0" y="143"/>
                  </a:cubicBezTo>
                  <a:cubicBezTo>
                    <a:pt x="0" y="118"/>
                    <a:pt x="0" y="118"/>
                    <a:pt x="0" y="118"/>
                  </a:cubicBezTo>
                  <a:cubicBezTo>
                    <a:pt x="0" y="114"/>
                    <a:pt x="3" y="110"/>
                    <a:pt x="7" y="109"/>
                  </a:cubicBezTo>
                  <a:cubicBezTo>
                    <a:pt x="31" y="102"/>
                    <a:pt x="31" y="102"/>
                    <a:pt x="31" y="102"/>
                  </a:cubicBezTo>
                  <a:cubicBezTo>
                    <a:pt x="79" y="88"/>
                    <a:pt x="116" y="65"/>
                    <a:pt x="148" y="44"/>
                  </a:cubicBezTo>
                  <a:cubicBezTo>
                    <a:pt x="185" y="20"/>
                    <a:pt x="216" y="0"/>
                    <a:pt x="253" y="0"/>
                  </a:cubicBezTo>
                  <a:cubicBezTo>
                    <a:pt x="291" y="0"/>
                    <a:pt x="322" y="20"/>
                    <a:pt x="359" y="44"/>
                  </a:cubicBezTo>
                  <a:cubicBezTo>
                    <a:pt x="391" y="65"/>
                    <a:pt x="428" y="88"/>
                    <a:pt x="476" y="102"/>
                  </a:cubicBezTo>
                  <a:cubicBezTo>
                    <a:pt x="500" y="109"/>
                    <a:pt x="500" y="109"/>
                    <a:pt x="500" y="109"/>
                  </a:cubicBezTo>
                  <a:cubicBezTo>
                    <a:pt x="504" y="110"/>
                    <a:pt x="507" y="114"/>
                    <a:pt x="507" y="118"/>
                  </a:cubicBezTo>
                  <a:close/>
                  <a:moveTo>
                    <a:pt x="488" y="125"/>
                  </a:moveTo>
                  <a:cubicBezTo>
                    <a:pt x="471" y="120"/>
                    <a:pt x="471" y="120"/>
                    <a:pt x="471" y="120"/>
                  </a:cubicBezTo>
                  <a:cubicBezTo>
                    <a:pt x="420" y="105"/>
                    <a:pt x="382" y="81"/>
                    <a:pt x="349" y="59"/>
                  </a:cubicBezTo>
                  <a:cubicBezTo>
                    <a:pt x="315" y="38"/>
                    <a:pt x="286" y="19"/>
                    <a:pt x="253" y="19"/>
                  </a:cubicBezTo>
                  <a:cubicBezTo>
                    <a:pt x="221" y="19"/>
                    <a:pt x="192" y="38"/>
                    <a:pt x="158" y="59"/>
                  </a:cubicBezTo>
                  <a:cubicBezTo>
                    <a:pt x="125" y="81"/>
                    <a:pt x="87" y="105"/>
                    <a:pt x="36" y="120"/>
                  </a:cubicBezTo>
                  <a:cubicBezTo>
                    <a:pt x="19" y="125"/>
                    <a:pt x="19" y="125"/>
                    <a:pt x="19" y="125"/>
                  </a:cubicBezTo>
                  <a:cubicBezTo>
                    <a:pt x="19" y="143"/>
                    <a:pt x="19" y="143"/>
                    <a:pt x="19" y="143"/>
                  </a:cubicBezTo>
                  <a:cubicBezTo>
                    <a:pt x="19" y="152"/>
                    <a:pt x="19" y="217"/>
                    <a:pt x="20" y="228"/>
                  </a:cubicBezTo>
                  <a:cubicBezTo>
                    <a:pt x="21" y="250"/>
                    <a:pt x="24" y="272"/>
                    <a:pt x="29" y="292"/>
                  </a:cubicBezTo>
                  <a:cubicBezTo>
                    <a:pt x="72" y="492"/>
                    <a:pt x="238" y="556"/>
                    <a:pt x="245" y="559"/>
                  </a:cubicBezTo>
                  <a:cubicBezTo>
                    <a:pt x="253" y="562"/>
                    <a:pt x="253" y="562"/>
                    <a:pt x="253" y="562"/>
                  </a:cubicBezTo>
                  <a:cubicBezTo>
                    <a:pt x="262" y="559"/>
                    <a:pt x="262" y="559"/>
                    <a:pt x="262" y="559"/>
                  </a:cubicBezTo>
                  <a:cubicBezTo>
                    <a:pt x="269" y="556"/>
                    <a:pt x="435" y="492"/>
                    <a:pt x="478" y="292"/>
                  </a:cubicBezTo>
                  <a:cubicBezTo>
                    <a:pt x="483" y="272"/>
                    <a:pt x="486" y="250"/>
                    <a:pt x="487" y="228"/>
                  </a:cubicBezTo>
                  <a:cubicBezTo>
                    <a:pt x="488" y="217"/>
                    <a:pt x="488" y="152"/>
                    <a:pt x="488" y="143"/>
                  </a:cubicBezTo>
                  <a:lnTo>
                    <a:pt x="488" y="125"/>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1" name="Freeform 242"/>
            <p:cNvSpPr/>
            <p:nvPr/>
          </p:nvSpPr>
          <p:spPr bwMode="auto">
            <a:xfrm>
              <a:off x="4670425" y="4686300"/>
              <a:ext cx="161925" cy="188913"/>
            </a:xfrm>
            <a:custGeom>
              <a:avLst/>
              <a:gdLst>
                <a:gd name="T0" fmla="*/ 211 w 211"/>
                <a:gd name="T1" fmla="*/ 183 h 244"/>
                <a:gd name="T2" fmla="*/ 211 w 211"/>
                <a:gd name="T3" fmla="*/ 244 h 244"/>
                <a:gd name="T4" fmla="*/ 10 w 211"/>
                <a:gd name="T5" fmla="*/ 244 h 244"/>
                <a:gd name="T6" fmla="*/ 2 w 211"/>
                <a:gd name="T7" fmla="*/ 183 h 244"/>
                <a:gd name="T8" fmla="*/ 0 w 211"/>
                <a:gd name="T9" fmla="*/ 100 h 244"/>
                <a:gd name="T10" fmla="*/ 211 w 211"/>
                <a:gd name="T11" fmla="*/ 0 h 244"/>
                <a:gd name="T12" fmla="*/ 211 w 211"/>
                <a:gd name="T13" fmla="*/ 183 h 244"/>
              </a:gdLst>
              <a:ahLst/>
              <a:cxnLst>
                <a:cxn ang="0">
                  <a:pos x="T0" y="T1"/>
                </a:cxn>
                <a:cxn ang="0">
                  <a:pos x="T2" y="T3"/>
                </a:cxn>
                <a:cxn ang="0">
                  <a:pos x="T4" y="T5"/>
                </a:cxn>
                <a:cxn ang="0">
                  <a:pos x="T6" y="T7"/>
                </a:cxn>
                <a:cxn ang="0">
                  <a:pos x="T8" y="T9"/>
                </a:cxn>
                <a:cxn ang="0">
                  <a:pos x="T10" y="T11"/>
                </a:cxn>
                <a:cxn ang="0">
                  <a:pos x="T12" y="T13"/>
                </a:cxn>
              </a:cxnLst>
              <a:rect l="0" t="0" r="r" b="b"/>
              <a:pathLst>
                <a:path w="211" h="244">
                  <a:moveTo>
                    <a:pt x="211" y="183"/>
                  </a:moveTo>
                  <a:cubicBezTo>
                    <a:pt x="211" y="244"/>
                    <a:pt x="211" y="244"/>
                    <a:pt x="211" y="244"/>
                  </a:cubicBezTo>
                  <a:cubicBezTo>
                    <a:pt x="10" y="244"/>
                    <a:pt x="10" y="244"/>
                    <a:pt x="10" y="244"/>
                  </a:cubicBezTo>
                  <a:cubicBezTo>
                    <a:pt x="6" y="225"/>
                    <a:pt x="3" y="205"/>
                    <a:pt x="2" y="183"/>
                  </a:cubicBezTo>
                  <a:cubicBezTo>
                    <a:pt x="1" y="174"/>
                    <a:pt x="0" y="110"/>
                    <a:pt x="0" y="100"/>
                  </a:cubicBezTo>
                  <a:cubicBezTo>
                    <a:pt x="106" y="70"/>
                    <a:pt x="160" y="0"/>
                    <a:pt x="211" y="0"/>
                  </a:cubicBezTo>
                  <a:lnTo>
                    <a:pt x="211" y="183"/>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2" name="Freeform 243"/>
            <p:cNvSpPr/>
            <p:nvPr/>
          </p:nvSpPr>
          <p:spPr bwMode="auto">
            <a:xfrm>
              <a:off x="4832350" y="4875213"/>
              <a:ext cx="155575" cy="190500"/>
            </a:xfrm>
            <a:custGeom>
              <a:avLst/>
              <a:gdLst>
                <a:gd name="T0" fmla="*/ 0 w 202"/>
                <a:gd name="T1" fmla="*/ 249 h 249"/>
                <a:gd name="T2" fmla="*/ 202 w 202"/>
                <a:gd name="T3" fmla="*/ 0 h 249"/>
                <a:gd name="T4" fmla="*/ 0 w 202"/>
                <a:gd name="T5" fmla="*/ 0 h 249"/>
                <a:gd name="T6" fmla="*/ 0 w 202"/>
                <a:gd name="T7" fmla="*/ 249 h 249"/>
              </a:gdLst>
              <a:ahLst/>
              <a:cxnLst>
                <a:cxn ang="0">
                  <a:pos x="T0" y="T1"/>
                </a:cxn>
                <a:cxn ang="0">
                  <a:pos x="T2" y="T3"/>
                </a:cxn>
                <a:cxn ang="0">
                  <a:pos x="T4" y="T5"/>
                </a:cxn>
                <a:cxn ang="0">
                  <a:pos x="T6" y="T7"/>
                </a:cxn>
              </a:cxnLst>
              <a:rect l="0" t="0" r="r" b="b"/>
              <a:pathLst>
                <a:path w="202" h="249">
                  <a:moveTo>
                    <a:pt x="0" y="249"/>
                  </a:moveTo>
                  <a:cubicBezTo>
                    <a:pt x="0" y="249"/>
                    <a:pt x="161" y="189"/>
                    <a:pt x="202" y="0"/>
                  </a:cubicBezTo>
                  <a:cubicBezTo>
                    <a:pt x="0" y="0"/>
                    <a:pt x="0" y="0"/>
                    <a:pt x="0" y="0"/>
                  </a:cubicBezTo>
                  <a:lnTo>
                    <a:pt x="0" y="249"/>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73" name="Group 268"/>
          <p:cNvGrpSpPr/>
          <p:nvPr/>
        </p:nvGrpSpPr>
        <p:grpSpPr>
          <a:xfrm>
            <a:off x="5531180" y="3897187"/>
            <a:ext cx="307975" cy="488950"/>
            <a:chOff x="3824288" y="5486400"/>
            <a:chExt cx="307975" cy="488950"/>
          </a:xfrm>
          <a:solidFill>
            <a:schemeClr val="bg1"/>
          </a:solidFill>
        </p:grpSpPr>
        <p:sp>
          <p:nvSpPr>
            <p:cNvPr id="74" name="Freeform 248"/>
            <p:cNvSpPr>
              <a:spLocks noEditPoints="1"/>
            </p:cNvSpPr>
            <p:nvPr/>
          </p:nvSpPr>
          <p:spPr bwMode="auto">
            <a:xfrm>
              <a:off x="3824288" y="5486400"/>
              <a:ext cx="307975" cy="338138"/>
            </a:xfrm>
            <a:custGeom>
              <a:avLst/>
              <a:gdLst>
                <a:gd name="T0" fmla="*/ 227 w 401"/>
                <a:gd name="T1" fmla="*/ 250 h 440"/>
                <a:gd name="T2" fmla="*/ 215 w 401"/>
                <a:gd name="T3" fmla="*/ 251 h 440"/>
                <a:gd name="T4" fmla="*/ 224 w 401"/>
                <a:gd name="T5" fmla="*/ 283 h 440"/>
                <a:gd name="T6" fmla="*/ 200 w 401"/>
                <a:gd name="T7" fmla="*/ 329 h 440"/>
                <a:gd name="T8" fmla="*/ 175 w 401"/>
                <a:gd name="T9" fmla="*/ 283 h 440"/>
                <a:gd name="T10" fmla="*/ 187 w 401"/>
                <a:gd name="T11" fmla="*/ 251 h 440"/>
                <a:gd name="T12" fmla="*/ 181 w 401"/>
                <a:gd name="T13" fmla="*/ 250 h 440"/>
                <a:gd name="T14" fmla="*/ 148 w 401"/>
                <a:gd name="T15" fmla="*/ 283 h 440"/>
                <a:gd name="T16" fmla="*/ 148 w 401"/>
                <a:gd name="T17" fmla="*/ 440 h 440"/>
                <a:gd name="T18" fmla="*/ 254 w 401"/>
                <a:gd name="T19" fmla="*/ 440 h 440"/>
                <a:gd name="T20" fmla="*/ 254 w 401"/>
                <a:gd name="T21" fmla="*/ 280 h 440"/>
                <a:gd name="T22" fmla="*/ 227 w 401"/>
                <a:gd name="T23" fmla="*/ 250 h 440"/>
                <a:gd name="T24" fmla="*/ 401 w 401"/>
                <a:gd name="T25" fmla="*/ 201 h 440"/>
                <a:gd name="T26" fmla="*/ 200 w 401"/>
                <a:gd name="T27" fmla="*/ 0 h 440"/>
                <a:gd name="T28" fmla="*/ 0 w 401"/>
                <a:gd name="T29" fmla="*/ 201 h 440"/>
                <a:gd name="T30" fmla="*/ 0 w 401"/>
                <a:gd name="T31" fmla="*/ 211 h 440"/>
                <a:gd name="T32" fmla="*/ 0 w 401"/>
                <a:gd name="T33" fmla="*/ 220 h 440"/>
                <a:gd name="T34" fmla="*/ 84 w 401"/>
                <a:gd name="T35" fmla="*/ 375 h 440"/>
                <a:gd name="T36" fmla="*/ 113 w 401"/>
                <a:gd name="T37" fmla="*/ 440 h 440"/>
                <a:gd name="T38" fmla="*/ 113 w 401"/>
                <a:gd name="T39" fmla="*/ 440 h 440"/>
                <a:gd name="T40" fmla="*/ 131 w 401"/>
                <a:gd name="T41" fmla="*/ 440 h 440"/>
                <a:gd name="T42" fmla="*/ 131 w 401"/>
                <a:gd name="T43" fmla="*/ 283 h 440"/>
                <a:gd name="T44" fmla="*/ 181 w 401"/>
                <a:gd name="T45" fmla="*/ 234 h 440"/>
                <a:gd name="T46" fmla="*/ 202 w 401"/>
                <a:gd name="T47" fmla="*/ 239 h 440"/>
                <a:gd name="T48" fmla="*/ 227 w 401"/>
                <a:gd name="T49" fmla="*/ 233 h 440"/>
                <a:gd name="T50" fmla="*/ 271 w 401"/>
                <a:gd name="T51" fmla="*/ 280 h 440"/>
                <a:gd name="T52" fmla="*/ 271 w 401"/>
                <a:gd name="T53" fmla="*/ 440 h 440"/>
                <a:gd name="T54" fmla="*/ 288 w 401"/>
                <a:gd name="T55" fmla="*/ 440 h 440"/>
                <a:gd name="T56" fmla="*/ 288 w 401"/>
                <a:gd name="T57" fmla="*/ 440 h 440"/>
                <a:gd name="T58" fmla="*/ 317 w 401"/>
                <a:gd name="T59" fmla="*/ 375 h 440"/>
                <a:gd name="T60" fmla="*/ 401 w 401"/>
                <a:gd name="T61" fmla="*/ 220 h 440"/>
                <a:gd name="T62" fmla="*/ 401 w 401"/>
                <a:gd name="T63" fmla="*/ 211 h 440"/>
                <a:gd name="T64" fmla="*/ 401 w 401"/>
                <a:gd name="T65" fmla="*/ 201 h 440"/>
                <a:gd name="T66" fmla="*/ 208 w 401"/>
                <a:gd name="T67" fmla="*/ 283 h 440"/>
                <a:gd name="T68" fmla="*/ 201 w 401"/>
                <a:gd name="T69" fmla="*/ 260 h 440"/>
                <a:gd name="T70" fmla="*/ 192 w 401"/>
                <a:gd name="T71" fmla="*/ 283 h 440"/>
                <a:gd name="T72" fmla="*/ 200 w 401"/>
                <a:gd name="T73" fmla="*/ 313 h 440"/>
                <a:gd name="T74" fmla="*/ 208 w 401"/>
                <a:gd name="T75" fmla="*/ 283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1" h="440">
                  <a:moveTo>
                    <a:pt x="227" y="250"/>
                  </a:moveTo>
                  <a:cubicBezTo>
                    <a:pt x="223" y="250"/>
                    <a:pt x="219" y="250"/>
                    <a:pt x="215" y="251"/>
                  </a:cubicBezTo>
                  <a:cubicBezTo>
                    <a:pt x="221" y="260"/>
                    <a:pt x="224" y="270"/>
                    <a:pt x="224" y="283"/>
                  </a:cubicBezTo>
                  <a:cubicBezTo>
                    <a:pt x="224" y="317"/>
                    <a:pt x="211" y="329"/>
                    <a:pt x="200" y="329"/>
                  </a:cubicBezTo>
                  <a:cubicBezTo>
                    <a:pt x="188" y="329"/>
                    <a:pt x="175" y="315"/>
                    <a:pt x="175" y="283"/>
                  </a:cubicBezTo>
                  <a:cubicBezTo>
                    <a:pt x="175" y="270"/>
                    <a:pt x="180" y="259"/>
                    <a:pt x="187" y="251"/>
                  </a:cubicBezTo>
                  <a:cubicBezTo>
                    <a:pt x="185" y="250"/>
                    <a:pt x="183" y="250"/>
                    <a:pt x="181" y="250"/>
                  </a:cubicBezTo>
                  <a:cubicBezTo>
                    <a:pt x="165" y="250"/>
                    <a:pt x="148" y="262"/>
                    <a:pt x="148" y="283"/>
                  </a:cubicBezTo>
                  <a:cubicBezTo>
                    <a:pt x="148" y="440"/>
                    <a:pt x="148" y="440"/>
                    <a:pt x="148" y="440"/>
                  </a:cubicBezTo>
                  <a:cubicBezTo>
                    <a:pt x="254" y="440"/>
                    <a:pt x="254" y="440"/>
                    <a:pt x="254" y="440"/>
                  </a:cubicBezTo>
                  <a:cubicBezTo>
                    <a:pt x="254" y="280"/>
                    <a:pt x="254" y="280"/>
                    <a:pt x="254" y="280"/>
                  </a:cubicBezTo>
                  <a:cubicBezTo>
                    <a:pt x="254" y="252"/>
                    <a:pt x="233" y="250"/>
                    <a:pt x="227" y="250"/>
                  </a:cubicBezTo>
                  <a:close/>
                  <a:moveTo>
                    <a:pt x="401" y="201"/>
                  </a:moveTo>
                  <a:cubicBezTo>
                    <a:pt x="401" y="90"/>
                    <a:pt x="311" y="0"/>
                    <a:pt x="200" y="0"/>
                  </a:cubicBezTo>
                  <a:cubicBezTo>
                    <a:pt x="89" y="0"/>
                    <a:pt x="0" y="90"/>
                    <a:pt x="0" y="201"/>
                  </a:cubicBezTo>
                  <a:cubicBezTo>
                    <a:pt x="0" y="204"/>
                    <a:pt x="0" y="208"/>
                    <a:pt x="0" y="211"/>
                  </a:cubicBezTo>
                  <a:cubicBezTo>
                    <a:pt x="0" y="214"/>
                    <a:pt x="0" y="217"/>
                    <a:pt x="0" y="220"/>
                  </a:cubicBezTo>
                  <a:cubicBezTo>
                    <a:pt x="0" y="300"/>
                    <a:pt x="84" y="375"/>
                    <a:pt x="84" y="375"/>
                  </a:cubicBezTo>
                  <a:cubicBezTo>
                    <a:pt x="100" y="390"/>
                    <a:pt x="113" y="419"/>
                    <a:pt x="113" y="440"/>
                  </a:cubicBezTo>
                  <a:cubicBezTo>
                    <a:pt x="113" y="440"/>
                    <a:pt x="113" y="440"/>
                    <a:pt x="113" y="440"/>
                  </a:cubicBezTo>
                  <a:cubicBezTo>
                    <a:pt x="131" y="440"/>
                    <a:pt x="131" y="440"/>
                    <a:pt x="131" y="440"/>
                  </a:cubicBezTo>
                  <a:cubicBezTo>
                    <a:pt x="131" y="283"/>
                    <a:pt x="131" y="283"/>
                    <a:pt x="131" y="283"/>
                  </a:cubicBezTo>
                  <a:cubicBezTo>
                    <a:pt x="131" y="252"/>
                    <a:pt x="156" y="234"/>
                    <a:pt x="181" y="234"/>
                  </a:cubicBezTo>
                  <a:cubicBezTo>
                    <a:pt x="189" y="234"/>
                    <a:pt x="196" y="236"/>
                    <a:pt x="202" y="239"/>
                  </a:cubicBezTo>
                  <a:cubicBezTo>
                    <a:pt x="210" y="235"/>
                    <a:pt x="218" y="233"/>
                    <a:pt x="227" y="233"/>
                  </a:cubicBezTo>
                  <a:cubicBezTo>
                    <a:pt x="249" y="233"/>
                    <a:pt x="271" y="248"/>
                    <a:pt x="271" y="280"/>
                  </a:cubicBezTo>
                  <a:cubicBezTo>
                    <a:pt x="271" y="440"/>
                    <a:pt x="271" y="440"/>
                    <a:pt x="271" y="440"/>
                  </a:cubicBezTo>
                  <a:cubicBezTo>
                    <a:pt x="288" y="440"/>
                    <a:pt x="288" y="440"/>
                    <a:pt x="288" y="440"/>
                  </a:cubicBezTo>
                  <a:cubicBezTo>
                    <a:pt x="288" y="440"/>
                    <a:pt x="288" y="440"/>
                    <a:pt x="288" y="440"/>
                  </a:cubicBezTo>
                  <a:cubicBezTo>
                    <a:pt x="288" y="419"/>
                    <a:pt x="301" y="390"/>
                    <a:pt x="317" y="375"/>
                  </a:cubicBezTo>
                  <a:cubicBezTo>
                    <a:pt x="317" y="375"/>
                    <a:pt x="401" y="300"/>
                    <a:pt x="401" y="220"/>
                  </a:cubicBezTo>
                  <a:cubicBezTo>
                    <a:pt x="401" y="217"/>
                    <a:pt x="401" y="214"/>
                    <a:pt x="401" y="211"/>
                  </a:cubicBezTo>
                  <a:cubicBezTo>
                    <a:pt x="401" y="208"/>
                    <a:pt x="401" y="204"/>
                    <a:pt x="401" y="201"/>
                  </a:cubicBezTo>
                  <a:close/>
                  <a:moveTo>
                    <a:pt x="208" y="283"/>
                  </a:moveTo>
                  <a:cubicBezTo>
                    <a:pt x="208" y="272"/>
                    <a:pt x="205" y="265"/>
                    <a:pt x="201" y="260"/>
                  </a:cubicBezTo>
                  <a:cubicBezTo>
                    <a:pt x="195" y="265"/>
                    <a:pt x="192" y="273"/>
                    <a:pt x="192" y="283"/>
                  </a:cubicBezTo>
                  <a:cubicBezTo>
                    <a:pt x="192" y="304"/>
                    <a:pt x="198" y="312"/>
                    <a:pt x="200" y="313"/>
                  </a:cubicBezTo>
                  <a:cubicBezTo>
                    <a:pt x="201" y="312"/>
                    <a:pt x="208" y="306"/>
                    <a:pt x="208" y="283"/>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5" name="Freeform 249"/>
            <p:cNvSpPr/>
            <p:nvPr/>
          </p:nvSpPr>
          <p:spPr bwMode="auto">
            <a:xfrm>
              <a:off x="3917950" y="5843588"/>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8"/>
                    <a:pt x="154" y="23"/>
                  </a:cubicBezTo>
                  <a:cubicBezTo>
                    <a:pt x="154" y="10"/>
                    <a:pt x="154" y="10"/>
                    <a:pt x="154" y="10"/>
                  </a:cubicBezTo>
                  <a:cubicBezTo>
                    <a:pt x="154" y="4"/>
                    <a:pt x="150" y="0"/>
                    <a:pt x="145" y="0"/>
                  </a:cubicBezTo>
                  <a:cubicBezTo>
                    <a:pt x="9" y="0"/>
                    <a:pt x="9" y="0"/>
                    <a:pt x="9" y="0"/>
                  </a:cubicBezTo>
                  <a:cubicBezTo>
                    <a:pt x="4" y="0"/>
                    <a:pt x="0" y="4"/>
                    <a:pt x="0" y="10"/>
                  </a:cubicBezTo>
                  <a:cubicBezTo>
                    <a:pt x="0" y="23"/>
                    <a:pt x="0" y="23"/>
                    <a:pt x="0" y="23"/>
                  </a:cubicBezTo>
                  <a:cubicBezTo>
                    <a:pt x="0" y="28"/>
                    <a:pt x="4" y="33"/>
                    <a:pt x="9" y="33"/>
                  </a:cubicBezTo>
                  <a:lnTo>
                    <a:pt x="145" y="33"/>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6" name="Freeform 250"/>
            <p:cNvSpPr/>
            <p:nvPr/>
          </p:nvSpPr>
          <p:spPr bwMode="auto">
            <a:xfrm>
              <a:off x="3917950" y="5880100"/>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9"/>
                    <a:pt x="154" y="23"/>
                  </a:cubicBezTo>
                  <a:cubicBezTo>
                    <a:pt x="154" y="10"/>
                    <a:pt x="154" y="10"/>
                    <a:pt x="154" y="10"/>
                  </a:cubicBezTo>
                  <a:cubicBezTo>
                    <a:pt x="154" y="5"/>
                    <a:pt x="150" y="0"/>
                    <a:pt x="145" y="0"/>
                  </a:cubicBezTo>
                  <a:cubicBezTo>
                    <a:pt x="9" y="0"/>
                    <a:pt x="9" y="0"/>
                    <a:pt x="9" y="0"/>
                  </a:cubicBezTo>
                  <a:cubicBezTo>
                    <a:pt x="4" y="0"/>
                    <a:pt x="0" y="5"/>
                    <a:pt x="0" y="10"/>
                  </a:cubicBezTo>
                  <a:cubicBezTo>
                    <a:pt x="0" y="23"/>
                    <a:pt x="0" y="23"/>
                    <a:pt x="0" y="23"/>
                  </a:cubicBezTo>
                  <a:cubicBezTo>
                    <a:pt x="0" y="29"/>
                    <a:pt x="4" y="33"/>
                    <a:pt x="9" y="33"/>
                  </a:cubicBezTo>
                  <a:lnTo>
                    <a:pt x="145" y="33"/>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7" name="Freeform 251"/>
            <p:cNvSpPr/>
            <p:nvPr/>
          </p:nvSpPr>
          <p:spPr bwMode="auto">
            <a:xfrm>
              <a:off x="3917950" y="5916613"/>
              <a:ext cx="119063" cy="25400"/>
            </a:xfrm>
            <a:custGeom>
              <a:avLst/>
              <a:gdLst>
                <a:gd name="T0" fmla="*/ 145 w 154"/>
                <a:gd name="T1" fmla="*/ 33 h 33"/>
                <a:gd name="T2" fmla="*/ 154 w 154"/>
                <a:gd name="T3" fmla="*/ 23 h 33"/>
                <a:gd name="T4" fmla="*/ 154 w 154"/>
                <a:gd name="T5" fmla="*/ 10 h 33"/>
                <a:gd name="T6" fmla="*/ 145 w 154"/>
                <a:gd name="T7" fmla="*/ 0 h 33"/>
                <a:gd name="T8" fmla="*/ 9 w 154"/>
                <a:gd name="T9" fmla="*/ 0 h 33"/>
                <a:gd name="T10" fmla="*/ 0 w 154"/>
                <a:gd name="T11" fmla="*/ 10 h 33"/>
                <a:gd name="T12" fmla="*/ 0 w 154"/>
                <a:gd name="T13" fmla="*/ 23 h 33"/>
                <a:gd name="T14" fmla="*/ 9 w 154"/>
                <a:gd name="T15" fmla="*/ 33 h 33"/>
                <a:gd name="T16" fmla="*/ 145 w 154"/>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4" h="33">
                  <a:moveTo>
                    <a:pt x="145" y="33"/>
                  </a:moveTo>
                  <a:cubicBezTo>
                    <a:pt x="150" y="33"/>
                    <a:pt x="154" y="28"/>
                    <a:pt x="154" y="23"/>
                  </a:cubicBezTo>
                  <a:cubicBezTo>
                    <a:pt x="154" y="10"/>
                    <a:pt x="154" y="10"/>
                    <a:pt x="154" y="10"/>
                  </a:cubicBezTo>
                  <a:cubicBezTo>
                    <a:pt x="154" y="4"/>
                    <a:pt x="150" y="0"/>
                    <a:pt x="145" y="0"/>
                  </a:cubicBezTo>
                  <a:cubicBezTo>
                    <a:pt x="9" y="0"/>
                    <a:pt x="9" y="0"/>
                    <a:pt x="9" y="0"/>
                  </a:cubicBezTo>
                  <a:cubicBezTo>
                    <a:pt x="4" y="0"/>
                    <a:pt x="0" y="4"/>
                    <a:pt x="0" y="10"/>
                  </a:cubicBezTo>
                  <a:cubicBezTo>
                    <a:pt x="0" y="23"/>
                    <a:pt x="0" y="23"/>
                    <a:pt x="0" y="23"/>
                  </a:cubicBezTo>
                  <a:cubicBezTo>
                    <a:pt x="0" y="28"/>
                    <a:pt x="4" y="33"/>
                    <a:pt x="9" y="33"/>
                  </a:cubicBezTo>
                  <a:lnTo>
                    <a:pt x="145" y="33"/>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78" name="Freeform 252"/>
            <p:cNvSpPr/>
            <p:nvPr/>
          </p:nvSpPr>
          <p:spPr bwMode="auto">
            <a:xfrm>
              <a:off x="3943350" y="5953125"/>
              <a:ext cx="68263" cy="22225"/>
            </a:xfrm>
            <a:custGeom>
              <a:avLst/>
              <a:gdLst>
                <a:gd name="T0" fmla="*/ 0 w 90"/>
                <a:gd name="T1" fmla="*/ 0 h 29"/>
                <a:gd name="T2" fmla="*/ 45 w 90"/>
                <a:gd name="T3" fmla="*/ 29 h 29"/>
                <a:gd name="T4" fmla="*/ 90 w 90"/>
                <a:gd name="T5" fmla="*/ 0 h 29"/>
                <a:gd name="T6" fmla="*/ 0 w 90"/>
                <a:gd name="T7" fmla="*/ 0 h 29"/>
              </a:gdLst>
              <a:ahLst/>
              <a:cxnLst>
                <a:cxn ang="0">
                  <a:pos x="T0" y="T1"/>
                </a:cxn>
                <a:cxn ang="0">
                  <a:pos x="T2" y="T3"/>
                </a:cxn>
                <a:cxn ang="0">
                  <a:pos x="T4" y="T5"/>
                </a:cxn>
                <a:cxn ang="0">
                  <a:pos x="T6" y="T7"/>
                </a:cxn>
              </a:cxnLst>
              <a:rect l="0" t="0" r="r" b="b"/>
              <a:pathLst>
                <a:path w="90" h="29">
                  <a:moveTo>
                    <a:pt x="0" y="0"/>
                  </a:moveTo>
                  <a:cubicBezTo>
                    <a:pt x="9" y="17"/>
                    <a:pt x="26" y="29"/>
                    <a:pt x="45" y="29"/>
                  </a:cubicBezTo>
                  <a:cubicBezTo>
                    <a:pt x="65" y="29"/>
                    <a:pt x="82" y="17"/>
                    <a:pt x="90" y="0"/>
                  </a:cubicBezTo>
                  <a:lnTo>
                    <a:pt x="0" y="0"/>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工作完成情况</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8" name="图片占位符 7"/>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11122" b="11122"/>
          <a:stretch>
            <a:fillRect/>
          </a:stretch>
        </p:blipFill>
        <p:spPr/>
      </p:pic>
      <p:pic>
        <p:nvPicPr>
          <p:cNvPr id="10" name="图片占位符 9"/>
          <p:cNvPicPr>
            <a:picLocks noGrp="1" noChangeAspect="1"/>
          </p:cNvPicPr>
          <p:nvPr>
            <p:ph type="pic" sz="quarter" idx="15"/>
          </p:nvPr>
        </p:nvPicPr>
        <p:blipFill>
          <a:blip r:embed="rId3" cstate="print">
            <a:extLst>
              <a:ext uri="{28A0092B-C50C-407E-A947-70E740481C1C}">
                <a14:useLocalDpi xmlns:a14="http://schemas.microsoft.com/office/drawing/2010/main" val="0"/>
              </a:ext>
            </a:extLst>
          </a:blip>
          <a:srcRect t="3916" b="3916"/>
          <a:stretch>
            <a:fillRect/>
          </a:stretch>
        </p:blipFill>
        <p:spPr/>
      </p:pic>
      <p:sp>
        <p:nvSpPr>
          <p:cNvPr id="7" name="矩形 6"/>
          <p:cNvSpPr/>
          <p:nvPr/>
        </p:nvSpPr>
        <p:spPr>
          <a:xfrm>
            <a:off x="3417320" y="1414435"/>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a:solidFill>
                  <a:schemeClr val="bg1"/>
                </a:solidFill>
                <a:latin typeface="+mj-ea"/>
                <a:ea typeface="+mj-ea"/>
              </a:rPr>
              <a:t>工作完成情况</a:t>
            </a:r>
          </a:p>
        </p:txBody>
      </p:sp>
      <p:cxnSp>
        <p:nvCxnSpPr>
          <p:cNvPr id="9" name="直接连接符 8"/>
          <p:cNvCxnSpPr/>
          <p:nvPr/>
        </p:nvCxnSpPr>
        <p:spPr>
          <a:xfrm>
            <a:off x="3508175" y="1903589"/>
            <a:ext cx="22847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3417320" y="1910824"/>
            <a:ext cx="4517813" cy="486352"/>
          </a:xfrm>
          <a:prstGeom prst="rect">
            <a:avLst/>
          </a:prstGeom>
        </p:spPr>
        <p:txBody>
          <a:bodyPr wrap="square">
            <a:spAutoFit/>
          </a:bodyPr>
          <a:lstStyle/>
          <a:p>
            <a:pPr>
              <a:lnSpc>
                <a:spcPct val="150000"/>
              </a:lnSpc>
              <a:defRPr/>
            </a:pPr>
            <a:r>
              <a:rPr lang="en-US" altLang="zh-CN" sz="900">
                <a:solidFill>
                  <a:schemeClr val="bg1"/>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bg1"/>
              </a:solidFill>
              <a:ea typeface="微软雅黑" panose="020B0503020204020204" charset="-122"/>
            </a:endParaRPr>
          </a:p>
        </p:txBody>
      </p:sp>
      <p:sp>
        <p:nvSpPr>
          <p:cNvPr id="12" name="矩形 11"/>
          <p:cNvSpPr/>
          <p:nvPr/>
        </p:nvSpPr>
        <p:spPr>
          <a:xfrm>
            <a:off x="3417320" y="2407213"/>
            <a:ext cx="4517813" cy="486352"/>
          </a:xfrm>
          <a:prstGeom prst="rect">
            <a:avLst/>
          </a:prstGeom>
        </p:spPr>
        <p:txBody>
          <a:bodyPr wrap="square">
            <a:spAutoFit/>
          </a:bodyPr>
          <a:lstStyle/>
          <a:p>
            <a:pPr>
              <a:lnSpc>
                <a:spcPct val="150000"/>
              </a:lnSpc>
              <a:defRPr/>
            </a:pPr>
            <a:r>
              <a:rPr lang="en-US" altLang="zh-CN" sz="900">
                <a:solidFill>
                  <a:schemeClr val="bg1"/>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bg1"/>
              </a:solidFill>
              <a:ea typeface="微软雅黑" panose="020B0503020204020204" charset="-122"/>
            </a:endParaRPr>
          </a:p>
        </p:txBody>
      </p:sp>
      <p:sp>
        <p:nvSpPr>
          <p:cNvPr id="13" name="矩形 12"/>
          <p:cNvSpPr/>
          <p:nvPr/>
        </p:nvSpPr>
        <p:spPr>
          <a:xfrm>
            <a:off x="360281" y="3514456"/>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a:solidFill>
                  <a:schemeClr val="bg1"/>
                </a:solidFill>
                <a:latin typeface="+mj-ea"/>
                <a:ea typeface="+mj-ea"/>
              </a:rPr>
              <a:t>工作完成情况</a:t>
            </a:r>
          </a:p>
        </p:txBody>
      </p:sp>
      <p:cxnSp>
        <p:nvCxnSpPr>
          <p:cNvPr id="14" name="直接连接符 13"/>
          <p:cNvCxnSpPr/>
          <p:nvPr/>
        </p:nvCxnSpPr>
        <p:spPr>
          <a:xfrm>
            <a:off x="451136" y="4003610"/>
            <a:ext cx="22847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360281" y="4010845"/>
            <a:ext cx="4517813" cy="486352"/>
          </a:xfrm>
          <a:prstGeom prst="rect">
            <a:avLst/>
          </a:prstGeom>
        </p:spPr>
        <p:txBody>
          <a:bodyPr wrap="square">
            <a:spAutoFit/>
          </a:bodyPr>
          <a:lstStyle/>
          <a:p>
            <a:pPr>
              <a:lnSpc>
                <a:spcPct val="150000"/>
              </a:lnSpc>
              <a:defRPr/>
            </a:pPr>
            <a:r>
              <a:rPr lang="en-US" altLang="zh-CN" sz="900">
                <a:solidFill>
                  <a:schemeClr val="bg1"/>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bg1"/>
              </a:solidFill>
              <a:ea typeface="微软雅黑" panose="020B0503020204020204" charset="-122"/>
            </a:endParaRPr>
          </a:p>
        </p:txBody>
      </p:sp>
      <p:sp>
        <p:nvSpPr>
          <p:cNvPr id="16" name="矩形 15"/>
          <p:cNvSpPr/>
          <p:nvPr/>
        </p:nvSpPr>
        <p:spPr>
          <a:xfrm>
            <a:off x="360281" y="4507234"/>
            <a:ext cx="4517813" cy="486352"/>
          </a:xfrm>
          <a:prstGeom prst="rect">
            <a:avLst/>
          </a:prstGeom>
        </p:spPr>
        <p:txBody>
          <a:bodyPr wrap="square">
            <a:spAutoFit/>
          </a:bodyPr>
          <a:lstStyle/>
          <a:p>
            <a:pPr>
              <a:lnSpc>
                <a:spcPct val="150000"/>
              </a:lnSpc>
              <a:defRPr/>
            </a:pPr>
            <a:r>
              <a:rPr lang="en-US" altLang="zh-CN" sz="900">
                <a:solidFill>
                  <a:schemeClr val="bg1"/>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bg1"/>
              </a:solidFill>
              <a:ea typeface="微软雅黑" panose="020B0503020204020204" charset="-122"/>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 name="直接箭头连接符 66"/>
          <p:cNvCxnSpPr/>
          <p:nvPr/>
        </p:nvCxnSpPr>
        <p:spPr>
          <a:xfrm>
            <a:off x="5007148" y="1913129"/>
            <a:ext cx="3084163" cy="0"/>
          </a:xfrm>
          <a:prstGeom prst="straightConnector1">
            <a:avLst/>
          </a:prstGeom>
          <a:ln>
            <a:solidFill>
              <a:schemeClr val="accent2"/>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工作完成情况</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2231715" y="1445304"/>
            <a:ext cx="4680571" cy="3120380"/>
            <a:chOff x="-804785" y="1445304"/>
            <a:chExt cx="4680571" cy="3120380"/>
          </a:xfrm>
        </p:grpSpPr>
        <p:graphicFrame>
          <p:nvGraphicFramePr>
            <p:cNvPr id="34" name="图表 33"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GraphicFramePr/>
            <p:nvPr/>
          </p:nvGraphicFramePr>
          <p:xfrm>
            <a:off x="-804785" y="1445304"/>
            <a:ext cx="4680571" cy="3120380"/>
          </p:xfrm>
          <a:graphic>
            <a:graphicData uri="http://schemas.openxmlformats.org/drawingml/2006/chart">
              <c:chart xmlns:c="http://schemas.openxmlformats.org/drawingml/2006/chart" xmlns:r="http://schemas.openxmlformats.org/officeDocument/2006/relationships" r:id="rId2"/>
            </a:graphicData>
          </a:graphic>
        </p:graphicFrame>
        <p:sp>
          <p:nvSpPr>
            <p:cNvPr id="35" name="矩形 34"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455530" y="2291754"/>
              <a:ext cx="570990" cy="338554"/>
            </a:xfrm>
            <a:prstGeom prst="rect">
              <a:avLst/>
            </a:prstGeom>
          </p:spPr>
          <p:txBody>
            <a:bodyPr wrap="none">
              <a:spAutoFit/>
            </a:bodyPr>
            <a:lstStyle/>
            <a:p>
              <a:r>
                <a:rPr lang="en-US" altLang="zh-CN" sz="1600" dirty="0">
                  <a:solidFill>
                    <a:schemeClr val="bg1"/>
                  </a:solidFill>
                  <a:latin typeface="Century Gothic" panose="020B0502020202020204" pitchFamily="34" charset="0"/>
                  <a:cs typeface="Arial" panose="020B0604020202020204" pitchFamily="34" charset="0"/>
                </a:rPr>
                <a:t>10%</a:t>
              </a:r>
            </a:p>
          </p:txBody>
        </p:sp>
        <p:sp>
          <p:nvSpPr>
            <p:cNvPr id="36" name="矩形 35"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1026520" y="1913129"/>
              <a:ext cx="457176" cy="338554"/>
            </a:xfrm>
            <a:prstGeom prst="rect">
              <a:avLst/>
            </a:prstGeom>
          </p:spPr>
          <p:txBody>
            <a:bodyPr wrap="none">
              <a:spAutoFit/>
            </a:bodyPr>
            <a:lstStyle/>
            <a:p>
              <a:r>
                <a:rPr lang="en-US" altLang="zh-CN" sz="1600" dirty="0">
                  <a:solidFill>
                    <a:schemeClr val="bg1"/>
                  </a:solidFill>
                  <a:latin typeface="Century Gothic" panose="020B0502020202020204" pitchFamily="34" charset="0"/>
                  <a:cs typeface="Arial" panose="020B0604020202020204" pitchFamily="34" charset="0"/>
                </a:rPr>
                <a:t>9%</a:t>
              </a:r>
            </a:p>
          </p:txBody>
        </p:sp>
        <p:sp>
          <p:nvSpPr>
            <p:cNvPr id="37" name="矩形 36"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1709166" y="2845724"/>
              <a:ext cx="861133" cy="523220"/>
            </a:xfrm>
            <a:prstGeom prst="rect">
              <a:avLst/>
            </a:prstGeom>
          </p:spPr>
          <p:txBody>
            <a:bodyPr wrap="none">
              <a:spAutoFit/>
            </a:bodyPr>
            <a:lstStyle/>
            <a:p>
              <a:r>
                <a:rPr lang="en-US" altLang="zh-CN" sz="2800" dirty="0">
                  <a:solidFill>
                    <a:schemeClr val="bg1"/>
                  </a:solidFill>
                  <a:latin typeface="Century Gothic" panose="020B0502020202020204" pitchFamily="34" charset="0"/>
                  <a:cs typeface="Arial" panose="020B0604020202020204" pitchFamily="34" charset="0"/>
                </a:rPr>
                <a:t>58%</a:t>
              </a:r>
            </a:p>
          </p:txBody>
        </p:sp>
        <p:sp>
          <p:nvSpPr>
            <p:cNvPr id="38" name="矩形 37"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406638" y="3050703"/>
              <a:ext cx="668773" cy="400110"/>
            </a:xfrm>
            <a:prstGeom prst="rect">
              <a:avLst/>
            </a:prstGeom>
          </p:spPr>
          <p:txBody>
            <a:bodyPr wrap="none">
              <a:spAutoFit/>
            </a:bodyPr>
            <a:lstStyle/>
            <a:p>
              <a:r>
                <a:rPr lang="en-US" altLang="zh-CN" sz="2000" dirty="0">
                  <a:solidFill>
                    <a:schemeClr val="bg1"/>
                  </a:solidFill>
                  <a:latin typeface="Century Gothic" panose="020B0502020202020204" pitchFamily="34" charset="0"/>
                  <a:cs typeface="Arial" panose="020B0604020202020204" pitchFamily="34" charset="0"/>
                </a:rPr>
                <a:t>23%</a:t>
              </a:r>
            </a:p>
          </p:txBody>
        </p:sp>
      </p:grpSp>
      <p:cxnSp>
        <p:nvCxnSpPr>
          <p:cNvPr id="7" name="直接箭头连接符 6"/>
          <p:cNvCxnSpPr/>
          <p:nvPr/>
        </p:nvCxnSpPr>
        <p:spPr>
          <a:xfrm flipH="1">
            <a:off x="650929" y="1913129"/>
            <a:ext cx="3084163" cy="0"/>
          </a:xfrm>
          <a:prstGeom prst="straightConnector1">
            <a:avLst/>
          </a:prstGeom>
          <a:ln>
            <a:solidFill>
              <a:schemeClr val="accent3"/>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H="1">
            <a:off x="689633" y="3832225"/>
            <a:ext cx="3084163" cy="0"/>
          </a:xfrm>
          <a:prstGeom prst="straightConnector1">
            <a:avLst/>
          </a:prstGeom>
          <a:ln>
            <a:solidFill>
              <a:schemeClr val="accent4"/>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5007148" y="3832225"/>
            <a:ext cx="3084163" cy="0"/>
          </a:xfrm>
          <a:prstGeom prst="straightConnector1">
            <a:avLst/>
          </a:prstGeom>
          <a:ln>
            <a:solidFill>
              <a:schemeClr val="accent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75" name="矩形 74"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5921363" y="1904093"/>
            <a:ext cx="2468799" cy="715581"/>
          </a:xfrm>
          <a:prstGeom prst="rect">
            <a:avLst/>
          </a:prstGeom>
        </p:spPr>
        <p:txBody>
          <a:bodyPr wrap="square">
            <a:spAutoFit/>
          </a:bodyPr>
          <a:lstStyle/>
          <a:p>
            <a:pPr>
              <a:lnSpc>
                <a:spcPct val="150000"/>
              </a:lnSpc>
            </a:pPr>
            <a:r>
              <a:rPr lang="en-US" altLang="zh-CN" sz="900">
                <a:solidFill>
                  <a:schemeClr val="tx1">
                    <a:lumMod val="85000"/>
                    <a:lumOff val="15000"/>
                  </a:schemeClr>
                </a:solidFill>
              </a:rPr>
              <a:t>Lorem ipsum dolor sit amet, consectetur adipiscing elit. Donec luctus nibh sit amet sem vulputate venenatisbibendum </a:t>
            </a:r>
          </a:p>
        </p:txBody>
      </p:sp>
      <p:sp>
        <p:nvSpPr>
          <p:cNvPr id="76" name="矩形 75"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5921362" y="1636130"/>
            <a:ext cx="1736053" cy="276999"/>
          </a:xfrm>
          <a:prstGeom prst="rect">
            <a:avLst/>
          </a:prstGeom>
        </p:spPr>
        <p:txBody>
          <a:bodyPr wrap="square">
            <a:spAutoFit/>
          </a:bodyPr>
          <a:lstStyle/>
          <a:p>
            <a:pPr fontAlgn="base">
              <a:spcBef>
                <a:spcPct val="0"/>
              </a:spcBef>
              <a:spcAft>
                <a:spcPct val="0"/>
              </a:spcAft>
              <a:defRPr/>
            </a:pPr>
            <a:r>
              <a:rPr lang="en-US" altLang="zh-CN" sz="1200">
                <a:solidFill>
                  <a:schemeClr val="accent2"/>
                </a:solidFill>
                <a:latin typeface="+mj-lt"/>
                <a:ea typeface="方正兰亭黑_GBK" panose="02000000000000000000" charset="-122"/>
              </a:rPr>
              <a:t>KEY WORD</a:t>
            </a:r>
          </a:p>
        </p:txBody>
      </p:sp>
      <p:sp>
        <p:nvSpPr>
          <p:cNvPr id="84" name="矩形 83"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5921363" y="3848336"/>
            <a:ext cx="2468799" cy="715581"/>
          </a:xfrm>
          <a:prstGeom prst="rect">
            <a:avLst/>
          </a:prstGeom>
        </p:spPr>
        <p:txBody>
          <a:bodyPr wrap="square">
            <a:spAutoFit/>
          </a:bodyPr>
          <a:lstStyle/>
          <a:p>
            <a:pPr>
              <a:lnSpc>
                <a:spcPct val="150000"/>
              </a:lnSpc>
            </a:pPr>
            <a:r>
              <a:rPr lang="en-US" altLang="zh-CN" sz="900">
                <a:solidFill>
                  <a:schemeClr val="tx1">
                    <a:lumMod val="85000"/>
                    <a:lumOff val="15000"/>
                  </a:schemeClr>
                </a:solidFill>
              </a:rPr>
              <a:t>Lorem ipsum dolor sit amet, consectetur adipiscing elit. Donec luctus nibh sit amet sem vulputate venenatisbibendum </a:t>
            </a:r>
          </a:p>
        </p:txBody>
      </p:sp>
      <p:sp>
        <p:nvSpPr>
          <p:cNvPr id="85" name="矩形 84"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5921362" y="3580373"/>
            <a:ext cx="1736053" cy="276999"/>
          </a:xfrm>
          <a:prstGeom prst="rect">
            <a:avLst/>
          </a:prstGeom>
        </p:spPr>
        <p:txBody>
          <a:bodyPr wrap="square">
            <a:spAutoFit/>
          </a:bodyPr>
          <a:lstStyle/>
          <a:p>
            <a:pPr fontAlgn="base">
              <a:spcBef>
                <a:spcPct val="0"/>
              </a:spcBef>
              <a:spcAft>
                <a:spcPct val="0"/>
              </a:spcAft>
              <a:defRPr/>
            </a:pPr>
            <a:r>
              <a:rPr lang="en-US" altLang="zh-CN" sz="1200">
                <a:solidFill>
                  <a:schemeClr val="accent1"/>
                </a:solidFill>
                <a:latin typeface="+mj-lt"/>
                <a:ea typeface="方正兰亭黑_GBK" panose="02000000000000000000" charset="-122"/>
              </a:rPr>
              <a:t>KEY WORD</a:t>
            </a:r>
          </a:p>
        </p:txBody>
      </p:sp>
      <p:sp>
        <p:nvSpPr>
          <p:cNvPr id="92" name="矩形 91"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709466" y="1914727"/>
            <a:ext cx="2468799" cy="715581"/>
          </a:xfrm>
          <a:prstGeom prst="rect">
            <a:avLst/>
          </a:prstGeom>
        </p:spPr>
        <p:txBody>
          <a:bodyPr wrap="square">
            <a:spAutoFit/>
          </a:bodyPr>
          <a:lstStyle/>
          <a:p>
            <a:pPr algn="r">
              <a:lnSpc>
                <a:spcPct val="150000"/>
              </a:lnSpc>
            </a:pPr>
            <a:r>
              <a:rPr lang="en-US" altLang="zh-CN" sz="900">
                <a:solidFill>
                  <a:schemeClr val="tx1">
                    <a:lumMod val="85000"/>
                    <a:lumOff val="15000"/>
                  </a:schemeClr>
                </a:solidFill>
              </a:rPr>
              <a:t>Lorem ipsum dolor sit amet, consectetur adipiscing elit. Donec luctus nibh sit amet sem vulputate venenatisbibendum </a:t>
            </a:r>
          </a:p>
        </p:txBody>
      </p:sp>
      <p:sp>
        <p:nvSpPr>
          <p:cNvPr id="93" name="矩形 92"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1442212" y="1646764"/>
            <a:ext cx="1736053" cy="276999"/>
          </a:xfrm>
          <a:prstGeom prst="rect">
            <a:avLst/>
          </a:prstGeom>
        </p:spPr>
        <p:txBody>
          <a:bodyPr wrap="square">
            <a:spAutoFit/>
          </a:bodyPr>
          <a:lstStyle/>
          <a:p>
            <a:pPr algn="r" fontAlgn="base">
              <a:spcBef>
                <a:spcPct val="0"/>
              </a:spcBef>
              <a:spcAft>
                <a:spcPct val="0"/>
              </a:spcAft>
              <a:defRPr/>
            </a:pPr>
            <a:r>
              <a:rPr lang="en-US" altLang="zh-CN" sz="1200">
                <a:solidFill>
                  <a:schemeClr val="accent3"/>
                </a:solidFill>
                <a:latin typeface="+mj-lt"/>
                <a:ea typeface="方正兰亭黑_GBK" panose="02000000000000000000" charset="-122"/>
              </a:rPr>
              <a:t>KEY WORD</a:t>
            </a:r>
          </a:p>
        </p:txBody>
      </p:sp>
      <p:sp>
        <p:nvSpPr>
          <p:cNvPr id="94" name="矩形 93"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709466" y="3832225"/>
            <a:ext cx="2468799" cy="715581"/>
          </a:xfrm>
          <a:prstGeom prst="rect">
            <a:avLst/>
          </a:prstGeom>
        </p:spPr>
        <p:txBody>
          <a:bodyPr wrap="square">
            <a:spAutoFit/>
          </a:bodyPr>
          <a:lstStyle/>
          <a:p>
            <a:pPr algn="r">
              <a:lnSpc>
                <a:spcPct val="150000"/>
              </a:lnSpc>
            </a:pPr>
            <a:r>
              <a:rPr lang="en-US" altLang="zh-CN" sz="900">
                <a:solidFill>
                  <a:schemeClr val="tx1">
                    <a:lumMod val="85000"/>
                    <a:lumOff val="15000"/>
                  </a:schemeClr>
                </a:solidFill>
              </a:rPr>
              <a:t>Lorem ipsum dolor sit amet, consectetur adipiscing elit. Donec luctus nibh sit amet sem vulputate venenatisbibendum </a:t>
            </a:r>
          </a:p>
        </p:txBody>
      </p:sp>
      <p:sp>
        <p:nvSpPr>
          <p:cNvPr id="95" name="矩形 94" descr="e7d195523061f1c09e9d68d7cf438b91ef959ecb14fc25d26BBA7F7DBC18E55DFF4014AF651F0BF2569D4B6C1DA7F1A4683A481403BD872FC687266AD13265C1DE7C373772FD8728ABDD69ADD03BFF5BE2862BC891DBB79E672B5B52FF6B6217AFCAC6C2F3A1232EB7C80E1512C57F8669BB536BD78BD12EE25DEB38FF9E499789FC704E5E78726B4D86793C4600AB41"/>
          <p:cNvSpPr/>
          <p:nvPr/>
        </p:nvSpPr>
        <p:spPr>
          <a:xfrm>
            <a:off x="1442212" y="3564262"/>
            <a:ext cx="1736053" cy="276999"/>
          </a:xfrm>
          <a:prstGeom prst="rect">
            <a:avLst/>
          </a:prstGeom>
        </p:spPr>
        <p:txBody>
          <a:bodyPr wrap="square">
            <a:spAutoFit/>
          </a:bodyPr>
          <a:lstStyle/>
          <a:p>
            <a:pPr algn="r" fontAlgn="base">
              <a:spcBef>
                <a:spcPct val="0"/>
              </a:spcBef>
              <a:spcAft>
                <a:spcPct val="0"/>
              </a:spcAft>
              <a:defRPr/>
            </a:pPr>
            <a:r>
              <a:rPr lang="en-US" altLang="zh-CN" sz="1200">
                <a:solidFill>
                  <a:schemeClr val="accent4"/>
                </a:solidFill>
                <a:latin typeface="+mj-lt"/>
                <a:ea typeface="方正兰亭黑_GBK" panose="02000000000000000000" charset="-122"/>
              </a:rPr>
              <a:t>KEY WORD</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工作完成情况</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7" name="Freeform 6"/>
          <p:cNvSpPr/>
          <p:nvPr/>
        </p:nvSpPr>
        <p:spPr bwMode="auto">
          <a:xfrm>
            <a:off x="5882019" y="1409727"/>
            <a:ext cx="2485774" cy="1395466"/>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solidFill>
            <a:schemeClr val="accent1"/>
          </a:solidFill>
          <a:ln>
            <a:noFill/>
          </a:ln>
          <a:effectLst/>
        </p:spPr>
        <p:txBody>
          <a:bodyPr vert="horz" wrap="square" lIns="91440" tIns="756000" rIns="91440" bIns="45720" numCol="1" anchor="t" anchorCtr="0" compatLnSpc="1"/>
          <a:lstStyle/>
          <a:p>
            <a:pPr algn="ctr">
              <a:lnSpc>
                <a:spcPts val="1500"/>
              </a:lnSpc>
            </a:pPr>
            <a:endParaRPr lang="zh-CN" altLang="en-US" sz="1200" dirty="0">
              <a:solidFill>
                <a:schemeClr val="bg1"/>
              </a:solidFill>
              <a:latin typeface="微软雅黑" panose="020B0503020204020204" charset="-122"/>
              <a:ea typeface="微软雅黑" panose="020B0503020204020204" charset="-122"/>
            </a:endParaRPr>
          </a:p>
        </p:txBody>
      </p:sp>
      <p:sp>
        <p:nvSpPr>
          <p:cNvPr id="59" name="Freeform 6"/>
          <p:cNvSpPr/>
          <p:nvPr/>
        </p:nvSpPr>
        <p:spPr bwMode="auto">
          <a:xfrm flipV="1">
            <a:off x="5882019" y="2998303"/>
            <a:ext cx="2485774" cy="1395466"/>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solidFill>
            <a:schemeClr val="accent4"/>
          </a:solidFill>
          <a:ln>
            <a:noFill/>
          </a:ln>
          <a:effectLst/>
        </p:spPr>
        <p:txBody>
          <a:bodyPr vert="horz" wrap="square" lIns="91440" tIns="756000" rIns="91440" bIns="45720" numCol="1" anchor="t" anchorCtr="0" compatLnSpc="1"/>
          <a:lstStyle/>
          <a:p>
            <a:pPr algn="ctr">
              <a:lnSpc>
                <a:spcPts val="1500"/>
              </a:lnSpc>
            </a:pPr>
            <a:endParaRPr lang="zh-CN" altLang="en-US" sz="1200" dirty="0">
              <a:solidFill>
                <a:schemeClr val="bg1"/>
              </a:solidFill>
              <a:latin typeface="微软雅黑" panose="020B0503020204020204" charset="-122"/>
              <a:ea typeface="微软雅黑" panose="020B0503020204020204" charset="-122"/>
            </a:endParaRPr>
          </a:p>
        </p:txBody>
      </p:sp>
      <p:sp>
        <p:nvSpPr>
          <p:cNvPr id="62" name="矩形 61"/>
          <p:cNvSpPr/>
          <p:nvPr/>
        </p:nvSpPr>
        <p:spPr>
          <a:xfrm>
            <a:off x="248764" y="1601045"/>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j-ea"/>
                <a:ea typeface="+mj-ea"/>
              </a:rPr>
              <a:t>工作完成情况</a:t>
            </a:r>
          </a:p>
        </p:txBody>
      </p:sp>
      <p:cxnSp>
        <p:nvCxnSpPr>
          <p:cNvPr id="63" name="直接连接符 62"/>
          <p:cNvCxnSpPr/>
          <p:nvPr/>
        </p:nvCxnSpPr>
        <p:spPr>
          <a:xfrm>
            <a:off x="339619" y="2090199"/>
            <a:ext cx="22847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248764" y="2097434"/>
            <a:ext cx="4517813" cy="486352"/>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65" name="矩形 64"/>
          <p:cNvSpPr/>
          <p:nvPr/>
        </p:nvSpPr>
        <p:spPr>
          <a:xfrm>
            <a:off x="248764" y="2998303"/>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4"/>
                </a:solidFill>
                <a:latin typeface="+mj-ea"/>
                <a:ea typeface="+mj-ea"/>
              </a:rPr>
              <a:t>工作完成情况</a:t>
            </a:r>
          </a:p>
        </p:txBody>
      </p:sp>
      <p:cxnSp>
        <p:nvCxnSpPr>
          <p:cNvPr id="66" name="直接连接符 65"/>
          <p:cNvCxnSpPr/>
          <p:nvPr/>
        </p:nvCxnSpPr>
        <p:spPr>
          <a:xfrm>
            <a:off x="339619" y="3487457"/>
            <a:ext cx="228478"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248764" y="3494692"/>
            <a:ext cx="4517813" cy="486352"/>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111" name="矩形 110"/>
          <p:cNvSpPr/>
          <p:nvPr/>
        </p:nvSpPr>
        <p:spPr>
          <a:xfrm>
            <a:off x="6681080" y="1842004"/>
            <a:ext cx="1042635"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chemeClr val="bg1"/>
                </a:solidFill>
                <a:latin typeface="+mj-lt"/>
                <a:ea typeface="+mj-ea"/>
              </a:rPr>
              <a:t>60</a:t>
            </a:r>
            <a:r>
              <a:rPr lang="en-US" altLang="zh-CN" sz="2000">
                <a:solidFill>
                  <a:schemeClr val="bg1"/>
                </a:solidFill>
                <a:latin typeface="+mj-lt"/>
                <a:ea typeface="+mj-ea"/>
              </a:rPr>
              <a:t>%</a:t>
            </a:r>
            <a:endParaRPr lang="zh-CN" altLang="en-US" sz="2000">
              <a:solidFill>
                <a:schemeClr val="bg1"/>
              </a:solidFill>
              <a:latin typeface="+mj-lt"/>
              <a:ea typeface="+mj-ea"/>
            </a:endParaRPr>
          </a:p>
        </p:txBody>
      </p:sp>
      <p:sp>
        <p:nvSpPr>
          <p:cNvPr id="112" name="矩形 111"/>
          <p:cNvSpPr/>
          <p:nvPr/>
        </p:nvSpPr>
        <p:spPr>
          <a:xfrm>
            <a:off x="6681080" y="3487457"/>
            <a:ext cx="1042635"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chemeClr val="bg1"/>
                </a:solidFill>
                <a:latin typeface="+mj-lt"/>
                <a:ea typeface="+mj-ea"/>
              </a:rPr>
              <a:t>40</a:t>
            </a:r>
            <a:r>
              <a:rPr lang="en-US" altLang="zh-CN" sz="2000">
                <a:solidFill>
                  <a:schemeClr val="bg1"/>
                </a:solidFill>
                <a:latin typeface="+mj-lt"/>
                <a:ea typeface="+mj-ea"/>
              </a:rPr>
              <a:t>%</a:t>
            </a:r>
            <a:endParaRPr lang="zh-CN" altLang="en-US" sz="2000">
              <a:solidFill>
                <a:schemeClr val="bg1"/>
              </a:solidFill>
              <a:latin typeface="+mj-lt"/>
              <a:ea typeface="+mj-ea"/>
            </a:endParaRPr>
          </a:p>
        </p:txBody>
      </p:sp>
      <p:sp>
        <p:nvSpPr>
          <p:cNvPr id="113" name="矩形 112"/>
          <p:cNvSpPr/>
          <p:nvPr/>
        </p:nvSpPr>
        <p:spPr>
          <a:xfrm>
            <a:off x="6234795" y="2297105"/>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solidFill>
                  <a:schemeClr val="bg1"/>
                </a:solidFill>
                <a:latin typeface="+mj-ea"/>
                <a:ea typeface="+mj-ea"/>
              </a:rPr>
              <a:t>工作完成情况</a:t>
            </a:r>
          </a:p>
        </p:txBody>
      </p:sp>
      <p:sp>
        <p:nvSpPr>
          <p:cNvPr id="115" name="矩形 114"/>
          <p:cNvSpPr/>
          <p:nvPr/>
        </p:nvSpPr>
        <p:spPr>
          <a:xfrm>
            <a:off x="6251886" y="3049357"/>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solidFill>
                  <a:schemeClr val="bg1"/>
                </a:solidFill>
                <a:latin typeface="+mj-ea"/>
                <a:ea typeface="+mj-ea"/>
              </a:rPr>
              <a:t>工作完成情况</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6760" y="2555544"/>
            <a:ext cx="2877711" cy="584775"/>
          </a:xfrm>
          <a:prstGeom prst="rect">
            <a:avLst/>
          </a:prstGeom>
          <a:noFill/>
        </p:spPr>
        <p:txBody>
          <a:bodyPr wrap="none" rtlCol="0">
            <a:spAutoFit/>
          </a:bodyPr>
          <a:lstStyle/>
          <a:p>
            <a:r>
              <a:rPr lang="zh-CN" altLang="en-US" sz="3200" spc="300">
                <a:solidFill>
                  <a:srgbClr val="4B8A70"/>
                </a:solidFill>
                <a:latin typeface="微软雅黑" panose="020B0503020204020204" charset="-122"/>
                <a:ea typeface="微软雅黑" panose="020B0503020204020204" charset="-122"/>
              </a:rPr>
              <a:t>成功项目展示</a:t>
            </a:r>
          </a:p>
        </p:txBody>
      </p:sp>
      <p:sp>
        <p:nvSpPr>
          <p:cNvPr id="4" name="矩形 3"/>
          <p:cNvSpPr/>
          <p:nvPr/>
        </p:nvSpPr>
        <p:spPr>
          <a:xfrm>
            <a:off x="611188" y="3159495"/>
            <a:ext cx="3875265" cy="577081"/>
          </a:xfrm>
          <a:prstGeom prst="rect">
            <a:avLst/>
          </a:prstGeom>
        </p:spPr>
        <p:txBody>
          <a:bodyPr wrap="square">
            <a:spAutoFit/>
          </a:bodyPr>
          <a:lstStyle/>
          <a:p>
            <a:pPr>
              <a:lnSpc>
                <a:spcPct val="150000"/>
              </a:lnSpc>
              <a:defRPr/>
            </a:pPr>
            <a:r>
              <a:rPr lang="en-US" altLang="zh-CN" sz="1050">
                <a:solidFill>
                  <a:prstClr val="black">
                    <a:lumMod val="85000"/>
                    <a:lumOff val="15000"/>
                  </a:prst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a:t>
            </a:r>
            <a:endParaRPr lang="zh-CN" altLang="en-US" sz="1050">
              <a:solidFill>
                <a:prstClr val="black">
                  <a:lumMod val="85000"/>
                  <a:lumOff val="15000"/>
                </a:prstClr>
              </a:solidFill>
              <a:ea typeface="微软雅黑" panose="020B0503020204020204" charset="-122"/>
            </a:endParaRPr>
          </a:p>
        </p:txBody>
      </p:sp>
      <p:sp>
        <p:nvSpPr>
          <p:cNvPr id="6" name="椭圆 5"/>
          <p:cNvSpPr/>
          <p:nvPr/>
        </p:nvSpPr>
        <p:spPr>
          <a:xfrm>
            <a:off x="8014915" y="-212326"/>
            <a:ext cx="1261898" cy="126189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p:nvPr/>
        </p:nvSpPr>
        <p:spPr>
          <a:xfrm>
            <a:off x="7688057" y="301529"/>
            <a:ext cx="653715" cy="65371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椭圆 7"/>
          <p:cNvSpPr/>
          <p:nvPr/>
        </p:nvSpPr>
        <p:spPr>
          <a:xfrm>
            <a:off x="8870442" y="1049572"/>
            <a:ext cx="406371" cy="406371"/>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椭圆 8"/>
          <p:cNvSpPr/>
          <p:nvPr/>
        </p:nvSpPr>
        <p:spPr>
          <a:xfrm>
            <a:off x="8277014" y="1189962"/>
            <a:ext cx="267944" cy="267944"/>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7408985" y="203266"/>
            <a:ext cx="215357" cy="215357"/>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椭圆 10"/>
          <p:cNvSpPr/>
          <p:nvPr/>
        </p:nvSpPr>
        <p:spPr>
          <a:xfrm>
            <a:off x="7484704" y="986609"/>
            <a:ext cx="203353" cy="203353"/>
          </a:xfrm>
          <a:prstGeom prst="ellipse">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Line 21"/>
          <p:cNvSpPr>
            <a:spLocks noChangeShapeType="1"/>
          </p:cNvSpPr>
          <p:nvPr/>
        </p:nvSpPr>
        <p:spPr bwMode="auto">
          <a:xfrm>
            <a:off x="669969" y="3140319"/>
            <a:ext cx="2611291" cy="0"/>
          </a:xfrm>
          <a:prstGeom prst="line">
            <a:avLst/>
          </a:prstGeom>
          <a:noFill/>
          <a:ln w="63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prstClr val="black">
                    <a:lumMod val="75000"/>
                    <a:lumOff val="25000"/>
                  </a:prstClr>
                </a:solidFill>
              </a:ln>
              <a:solidFill>
                <a:srgbClr val="000000"/>
              </a:solidFill>
              <a:latin typeface="Arial" panose="020B0604020202020204" pitchFamily="34" charset="0"/>
            </a:endParaRPr>
          </a:p>
        </p:txBody>
      </p:sp>
      <p:sp>
        <p:nvSpPr>
          <p:cNvPr id="14" name="文本框 13"/>
          <p:cNvSpPr txBox="1"/>
          <p:nvPr/>
        </p:nvSpPr>
        <p:spPr>
          <a:xfrm>
            <a:off x="611188" y="1985815"/>
            <a:ext cx="2411622" cy="523220"/>
          </a:xfrm>
          <a:prstGeom prst="rect">
            <a:avLst/>
          </a:prstGeom>
          <a:solidFill>
            <a:schemeClr val="accent1"/>
          </a:solidFill>
        </p:spPr>
        <p:txBody>
          <a:bodyPr wrap="none" rtlCol="0">
            <a:spAutoFit/>
          </a:bodyPr>
          <a:lstStyle/>
          <a:p>
            <a:r>
              <a:rPr lang="en-US" altLang="zh-CN" sz="2800">
                <a:solidFill>
                  <a:prstClr val="white"/>
                </a:solidFill>
                <a:latin typeface="Arial" panose="020B0604020202020204"/>
                <a:ea typeface="微软雅黑" panose="020B0503020204020204" charset="-122"/>
              </a:rPr>
              <a:t>PART THREE</a:t>
            </a:r>
            <a:endParaRPr lang="zh-CN" altLang="en-US" sz="2800">
              <a:solidFill>
                <a:prstClr val="white"/>
              </a:solidFill>
              <a:latin typeface="Arial" panose="020B0604020202020204"/>
              <a:ea typeface="微软雅黑" panose="020B0503020204020204" charset="-122"/>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成功项目展示</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280632" y="3538019"/>
            <a:ext cx="2143702" cy="722505"/>
          </a:xfrm>
          <a:prstGeom prst="rect">
            <a:avLst/>
          </a:prstGeom>
        </p:spPr>
        <p:txBody>
          <a:bodyPr wrap="square">
            <a:spAutoFit/>
          </a:bodyPr>
          <a:lstStyle/>
          <a:p>
            <a:pPr algn="ctr">
              <a:lnSpc>
                <a:spcPct val="130000"/>
              </a:lnSpc>
              <a:spcBef>
                <a:spcPts val="600"/>
              </a:spcBef>
            </a:pPr>
            <a:r>
              <a:rPr lang="en-US" altLang="zh-CN" sz="1050">
                <a:solidFill>
                  <a:schemeClr val="bg1"/>
                </a:solidFill>
              </a:rPr>
              <a:t>Lorem ipsum dolor sit amet, consectetuer adipiscing elit. Aenean commodo ligula eget dolor. </a:t>
            </a:r>
          </a:p>
        </p:txBody>
      </p:sp>
      <p:sp>
        <p:nvSpPr>
          <p:cNvPr id="21" name="矩形 20"/>
          <p:cNvSpPr/>
          <p:nvPr/>
        </p:nvSpPr>
        <p:spPr>
          <a:xfrm>
            <a:off x="534287" y="3264533"/>
            <a:ext cx="1636393" cy="307777"/>
          </a:xfrm>
          <a:prstGeom prst="rect">
            <a:avLst/>
          </a:prstGeom>
        </p:spPr>
        <p:txBody>
          <a:bodyPr wrap="square">
            <a:spAutoFit/>
          </a:bodyPr>
          <a:lstStyle/>
          <a:p>
            <a:pPr algn="ctr">
              <a:spcBef>
                <a:spcPts val="600"/>
              </a:spcBef>
            </a:pPr>
            <a:r>
              <a:rPr lang="en-US" altLang="zh-CN" sz="1400">
                <a:solidFill>
                  <a:schemeClr val="bg1"/>
                </a:solidFill>
                <a:latin typeface="+mj-lt"/>
              </a:rPr>
              <a:t>KEY WORD</a:t>
            </a:r>
          </a:p>
        </p:txBody>
      </p:sp>
      <p:cxnSp>
        <p:nvCxnSpPr>
          <p:cNvPr id="23" name="直接连接符 22"/>
          <p:cNvCxnSpPr/>
          <p:nvPr/>
        </p:nvCxnSpPr>
        <p:spPr>
          <a:xfrm>
            <a:off x="1268215" y="3575100"/>
            <a:ext cx="16853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2424334" y="2043691"/>
            <a:ext cx="2143702" cy="722505"/>
          </a:xfrm>
          <a:prstGeom prst="rect">
            <a:avLst/>
          </a:prstGeom>
        </p:spPr>
        <p:txBody>
          <a:bodyPr wrap="square">
            <a:spAutoFit/>
          </a:bodyPr>
          <a:lstStyle/>
          <a:p>
            <a:pPr algn="ctr">
              <a:lnSpc>
                <a:spcPct val="130000"/>
              </a:lnSpc>
              <a:spcBef>
                <a:spcPts val="600"/>
              </a:spcBef>
            </a:pPr>
            <a:r>
              <a:rPr lang="en-US" altLang="zh-CN" sz="1050">
                <a:solidFill>
                  <a:schemeClr val="bg1"/>
                </a:solidFill>
              </a:rPr>
              <a:t>Lorem ipsum dolor sit amet, consectetuer adipiscing elit. Aenean commodo ligula eget dolor. </a:t>
            </a:r>
          </a:p>
        </p:txBody>
      </p:sp>
      <p:sp>
        <p:nvSpPr>
          <p:cNvPr id="25" name="矩形 24"/>
          <p:cNvSpPr/>
          <p:nvPr/>
        </p:nvSpPr>
        <p:spPr>
          <a:xfrm>
            <a:off x="2677989" y="1770205"/>
            <a:ext cx="1636393" cy="307777"/>
          </a:xfrm>
          <a:prstGeom prst="rect">
            <a:avLst/>
          </a:prstGeom>
        </p:spPr>
        <p:txBody>
          <a:bodyPr wrap="square">
            <a:spAutoFit/>
          </a:bodyPr>
          <a:lstStyle/>
          <a:p>
            <a:pPr algn="ctr">
              <a:spcBef>
                <a:spcPts val="600"/>
              </a:spcBef>
            </a:pPr>
            <a:r>
              <a:rPr lang="en-US" altLang="zh-CN" sz="1400">
                <a:solidFill>
                  <a:schemeClr val="bg1"/>
                </a:solidFill>
                <a:latin typeface="+mj-lt"/>
              </a:rPr>
              <a:t>KEY WORD</a:t>
            </a:r>
          </a:p>
        </p:txBody>
      </p:sp>
      <p:cxnSp>
        <p:nvCxnSpPr>
          <p:cNvPr id="26" name="直接连接符 25"/>
          <p:cNvCxnSpPr/>
          <p:nvPr/>
        </p:nvCxnSpPr>
        <p:spPr>
          <a:xfrm>
            <a:off x="3411917" y="2080772"/>
            <a:ext cx="16853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4568036" y="3538019"/>
            <a:ext cx="2143702" cy="722505"/>
          </a:xfrm>
          <a:prstGeom prst="rect">
            <a:avLst/>
          </a:prstGeom>
        </p:spPr>
        <p:txBody>
          <a:bodyPr wrap="square">
            <a:spAutoFit/>
          </a:bodyPr>
          <a:lstStyle/>
          <a:p>
            <a:pPr algn="ctr">
              <a:lnSpc>
                <a:spcPct val="130000"/>
              </a:lnSpc>
              <a:spcBef>
                <a:spcPts val="600"/>
              </a:spcBef>
            </a:pPr>
            <a:r>
              <a:rPr lang="en-US" altLang="zh-CN" sz="1050">
                <a:solidFill>
                  <a:schemeClr val="bg1"/>
                </a:solidFill>
              </a:rPr>
              <a:t>Lorem ipsum dolor sit amet, consectetuer adipiscing elit. Aenean commodo ligula eget dolor. </a:t>
            </a:r>
          </a:p>
        </p:txBody>
      </p:sp>
      <p:sp>
        <p:nvSpPr>
          <p:cNvPr id="28" name="矩形 27"/>
          <p:cNvSpPr/>
          <p:nvPr/>
        </p:nvSpPr>
        <p:spPr>
          <a:xfrm>
            <a:off x="4821691" y="3264533"/>
            <a:ext cx="1636393" cy="307777"/>
          </a:xfrm>
          <a:prstGeom prst="rect">
            <a:avLst/>
          </a:prstGeom>
        </p:spPr>
        <p:txBody>
          <a:bodyPr wrap="square">
            <a:spAutoFit/>
          </a:bodyPr>
          <a:lstStyle/>
          <a:p>
            <a:pPr algn="ctr">
              <a:spcBef>
                <a:spcPts val="600"/>
              </a:spcBef>
            </a:pPr>
            <a:r>
              <a:rPr lang="en-US" altLang="zh-CN" sz="1400">
                <a:solidFill>
                  <a:schemeClr val="bg1"/>
                </a:solidFill>
                <a:latin typeface="+mj-lt"/>
              </a:rPr>
              <a:t>KEY WORD</a:t>
            </a:r>
          </a:p>
        </p:txBody>
      </p:sp>
      <p:cxnSp>
        <p:nvCxnSpPr>
          <p:cNvPr id="29" name="直接连接符 28"/>
          <p:cNvCxnSpPr/>
          <p:nvPr/>
        </p:nvCxnSpPr>
        <p:spPr>
          <a:xfrm>
            <a:off x="5555619" y="3575100"/>
            <a:ext cx="16853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6711738" y="2077982"/>
            <a:ext cx="2143702" cy="722505"/>
          </a:xfrm>
          <a:prstGeom prst="rect">
            <a:avLst/>
          </a:prstGeom>
        </p:spPr>
        <p:txBody>
          <a:bodyPr wrap="square">
            <a:spAutoFit/>
          </a:bodyPr>
          <a:lstStyle/>
          <a:p>
            <a:pPr algn="ctr">
              <a:lnSpc>
                <a:spcPct val="130000"/>
              </a:lnSpc>
              <a:spcBef>
                <a:spcPts val="600"/>
              </a:spcBef>
            </a:pPr>
            <a:r>
              <a:rPr lang="en-US" altLang="zh-CN" sz="1050">
                <a:solidFill>
                  <a:schemeClr val="bg1"/>
                </a:solidFill>
              </a:rPr>
              <a:t>Lorem ipsum dolor sit amet, consectetuer adipiscing elit. Aenean commodo ligula eget dolor. </a:t>
            </a:r>
          </a:p>
        </p:txBody>
      </p:sp>
      <p:sp>
        <p:nvSpPr>
          <p:cNvPr id="31" name="矩形 30"/>
          <p:cNvSpPr/>
          <p:nvPr/>
        </p:nvSpPr>
        <p:spPr>
          <a:xfrm>
            <a:off x="6965393" y="1804496"/>
            <a:ext cx="1636393" cy="307777"/>
          </a:xfrm>
          <a:prstGeom prst="rect">
            <a:avLst/>
          </a:prstGeom>
        </p:spPr>
        <p:txBody>
          <a:bodyPr wrap="square">
            <a:spAutoFit/>
          </a:bodyPr>
          <a:lstStyle/>
          <a:p>
            <a:pPr algn="ctr">
              <a:spcBef>
                <a:spcPts val="600"/>
              </a:spcBef>
            </a:pPr>
            <a:r>
              <a:rPr lang="en-US" altLang="zh-CN" sz="1400">
                <a:solidFill>
                  <a:schemeClr val="bg1"/>
                </a:solidFill>
                <a:latin typeface="+mj-lt"/>
              </a:rPr>
              <a:t>KEY WORD</a:t>
            </a:r>
          </a:p>
        </p:txBody>
      </p:sp>
      <p:cxnSp>
        <p:nvCxnSpPr>
          <p:cNvPr id="32" name="直接连接符 31"/>
          <p:cNvCxnSpPr/>
          <p:nvPr/>
        </p:nvCxnSpPr>
        <p:spPr>
          <a:xfrm>
            <a:off x="7699321" y="2115063"/>
            <a:ext cx="16853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占位符 12"/>
          <p:cNvPicPr>
            <a:picLocks noGrp="1" noChangeAspect="1"/>
          </p:cNvPicPr>
          <p:nvPr>
            <p:ph type="pic" sz="quarter" idx="15"/>
          </p:nvPr>
        </p:nvPicPr>
        <p:blipFill>
          <a:blip r:embed="rId2" cstate="print">
            <a:extLst>
              <a:ext uri="{28A0092B-C50C-407E-A947-70E740481C1C}">
                <a14:useLocalDpi xmlns:a14="http://schemas.microsoft.com/office/drawing/2010/main" val="0"/>
              </a:ext>
            </a:extLst>
          </a:blip>
          <a:srcRect l="8495" r="8495"/>
          <a:stretch>
            <a:fillRect/>
          </a:stretch>
        </p:blipFill>
        <p:spPr/>
      </p:pic>
      <p:pic>
        <p:nvPicPr>
          <p:cNvPr id="15" name="图片占位符 14"/>
          <p:cNvPicPr>
            <a:picLocks noGrp="1" noChangeAspect="1"/>
          </p:cNvPicPr>
          <p:nvPr>
            <p:ph type="pic" sz="quarter" idx="16"/>
          </p:nvPr>
        </p:nvPicPr>
        <p:blipFill>
          <a:blip r:embed="rId3" cstate="print">
            <a:extLst>
              <a:ext uri="{28A0092B-C50C-407E-A947-70E740481C1C}">
                <a14:useLocalDpi xmlns:a14="http://schemas.microsoft.com/office/drawing/2010/main" val="0"/>
              </a:ext>
            </a:extLst>
          </a:blip>
          <a:srcRect l="1765" r="1765"/>
          <a:stretch>
            <a:fillRect/>
          </a:stretch>
        </p:blipFill>
        <p:spPr/>
      </p:pic>
      <p:pic>
        <p:nvPicPr>
          <p:cNvPr id="17" name="图片占位符 16"/>
          <p:cNvPicPr>
            <a:picLocks noGrp="1" noChangeAspect="1"/>
          </p:cNvPicPr>
          <p:nvPr>
            <p:ph type="pic" sz="quarter" idx="17"/>
          </p:nvPr>
        </p:nvPicPr>
        <p:blipFill>
          <a:blip r:embed="rId4" cstate="print">
            <a:extLst>
              <a:ext uri="{28A0092B-C50C-407E-A947-70E740481C1C}">
                <a14:useLocalDpi xmlns:a14="http://schemas.microsoft.com/office/drawing/2010/main" val="0"/>
              </a:ext>
            </a:extLst>
          </a:blip>
          <a:srcRect l="969" r="969"/>
          <a:stretch>
            <a:fillRect/>
          </a:stretch>
        </p:blipFill>
        <p:spPr/>
      </p:pic>
      <p:pic>
        <p:nvPicPr>
          <p:cNvPr id="19" name="图片占位符 18"/>
          <p:cNvPicPr>
            <a:picLocks noGrp="1" noChangeAspect="1"/>
          </p:cNvPicPr>
          <p:nvPr>
            <p:ph type="pic" sz="quarter" idx="18"/>
          </p:nvPr>
        </p:nvPicPr>
        <p:blipFill>
          <a:blip r:embed="rId5" cstate="print">
            <a:extLst>
              <a:ext uri="{28A0092B-C50C-407E-A947-70E740481C1C}">
                <a14:useLocalDpi xmlns:a14="http://schemas.microsoft.com/office/drawing/2010/main" val="0"/>
              </a:ext>
            </a:extLst>
          </a:blip>
          <a:srcRect l="322" r="322"/>
          <a:stretch>
            <a:fillRect/>
          </a:stretch>
        </p:blipFill>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mn-ea"/>
              </a:rPr>
              <a:t>成功项目展示</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8" name="图片占位符 7"/>
          <p:cNvPicPr>
            <a:picLocks noGrp="1" noChangeAspect="1"/>
          </p:cNvPicPr>
          <p:nvPr>
            <p:ph type="pic" sz="quarter" idx="16"/>
          </p:nvPr>
        </p:nvPicPr>
        <p:blipFill>
          <a:blip r:embed="rId2" cstate="print">
            <a:extLst>
              <a:ext uri="{28A0092B-C50C-407E-A947-70E740481C1C}">
                <a14:useLocalDpi xmlns:a14="http://schemas.microsoft.com/office/drawing/2010/main" val="0"/>
              </a:ext>
            </a:extLst>
          </a:blip>
          <a:srcRect l="16637" r="16637"/>
          <a:stretch>
            <a:fillRect/>
          </a:stretch>
        </p:blipFill>
        <p:spPr/>
      </p:pic>
      <p:pic>
        <p:nvPicPr>
          <p:cNvPr id="10" name="图片占位符 9"/>
          <p:cNvPicPr>
            <a:picLocks noGrp="1" noChangeAspect="1"/>
          </p:cNvPicPr>
          <p:nvPr>
            <p:ph type="pic" sz="quarter" idx="18"/>
          </p:nvPr>
        </p:nvPicPr>
        <p:blipFill>
          <a:blip r:embed="rId3" cstate="print">
            <a:extLst>
              <a:ext uri="{28A0092B-C50C-407E-A947-70E740481C1C}">
                <a14:useLocalDpi xmlns:a14="http://schemas.microsoft.com/office/drawing/2010/main" val="0"/>
              </a:ext>
            </a:extLst>
          </a:blip>
          <a:srcRect l="16662" r="16662"/>
          <a:stretch>
            <a:fillRect/>
          </a:stretch>
        </p:blipFill>
        <p:spPr/>
      </p:pic>
      <p:sp>
        <p:nvSpPr>
          <p:cNvPr id="47" name="文本框 6"/>
          <p:cNvSpPr txBox="1">
            <a:spLocks noChangeArrowheads="1"/>
          </p:cNvSpPr>
          <p:nvPr/>
        </p:nvSpPr>
        <p:spPr bwMode="auto">
          <a:xfrm>
            <a:off x="248764" y="3370560"/>
            <a:ext cx="192741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algn="ctr" fontAlgn="base">
              <a:lnSpc>
                <a:spcPct val="150000"/>
              </a:lnSpc>
              <a:spcBef>
                <a:spcPct val="0"/>
              </a:spcBef>
              <a:spcAft>
                <a:spcPct val="0"/>
              </a:spcAft>
              <a:defRPr/>
            </a:pPr>
            <a:r>
              <a:rPr lang="en-US" altLang="zh-CN" sz="900">
                <a:solidFill>
                  <a:schemeClr val="tx1">
                    <a:lumMod val="85000"/>
                    <a:lumOff val="15000"/>
                  </a:schemeClr>
                </a:solidFill>
                <a:latin typeface="+mn-lt"/>
                <a:ea typeface="+mn-ea"/>
              </a:rPr>
              <a:t>Lorem ipsum dolor sit amet, consectetur adipiscing elit. Donec luctus nibh sit amet sem vulputate venenatis bibendum orci pulvinar. </a:t>
            </a:r>
          </a:p>
        </p:txBody>
      </p:sp>
      <p:pic>
        <p:nvPicPr>
          <p:cNvPr id="7" name="图片占位符 6"/>
          <p:cNvPicPr>
            <a:picLocks noGrp="1" noChangeAspect="1"/>
          </p:cNvPicPr>
          <p:nvPr>
            <p:ph type="pic" sz="quarter" idx="15"/>
          </p:nvPr>
        </p:nvPicPr>
        <p:blipFill>
          <a:blip r:embed="rId4" cstate="print">
            <a:extLst>
              <a:ext uri="{28A0092B-C50C-407E-A947-70E740481C1C}">
                <a14:useLocalDpi xmlns:a14="http://schemas.microsoft.com/office/drawing/2010/main" val="0"/>
              </a:ext>
            </a:extLst>
          </a:blip>
          <a:srcRect l="16637" r="16637"/>
          <a:stretch>
            <a:fillRect/>
          </a:stretch>
        </p:blipFill>
        <p:spPr/>
      </p:pic>
      <p:pic>
        <p:nvPicPr>
          <p:cNvPr id="14" name="图片占位符 13"/>
          <p:cNvPicPr>
            <a:picLocks noGrp="1" noChangeAspect="1"/>
          </p:cNvPicPr>
          <p:nvPr>
            <p:ph type="pic" sz="quarter" idx="17"/>
          </p:nvPr>
        </p:nvPicPr>
        <p:blipFill>
          <a:blip r:embed="rId5" cstate="print">
            <a:extLst>
              <a:ext uri="{28A0092B-C50C-407E-A947-70E740481C1C}">
                <a14:useLocalDpi xmlns:a14="http://schemas.microsoft.com/office/drawing/2010/main" val="0"/>
              </a:ext>
            </a:extLst>
          </a:blip>
          <a:srcRect l="16634" r="16634"/>
          <a:stretch>
            <a:fillRect/>
          </a:stretch>
        </p:blipFill>
        <p:spPr/>
      </p:pic>
      <p:sp>
        <p:nvSpPr>
          <p:cNvPr id="15" name="矩形 14"/>
          <p:cNvSpPr/>
          <p:nvPr/>
        </p:nvSpPr>
        <p:spPr>
          <a:xfrm>
            <a:off x="376183" y="2808050"/>
            <a:ext cx="1800000" cy="431949"/>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556436" y="2808050"/>
            <a:ext cx="1800000" cy="431949"/>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736689" y="2793674"/>
            <a:ext cx="1800000" cy="431949"/>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6916942" y="2808074"/>
            <a:ext cx="1800000" cy="431949"/>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43394" y="2835384"/>
            <a:ext cx="1107996" cy="369332"/>
          </a:xfrm>
          <a:prstGeom prst="rect">
            <a:avLst/>
          </a:prstGeom>
        </p:spPr>
        <p:txBody>
          <a:bodyPr wrap="none">
            <a:spAutoFit/>
          </a:bodyPr>
          <a:lstStyle/>
          <a:p>
            <a:pPr lvl="0"/>
            <a:r>
              <a:rPr lang="zh-CN" altLang="en-US" sz="1800">
                <a:solidFill>
                  <a:schemeClr val="bg1"/>
                </a:solidFill>
                <a:latin typeface="微软雅黑 Light" panose="020B0502040204020203" charset="-122"/>
              </a:rPr>
              <a:t>项目展示</a:t>
            </a:r>
          </a:p>
        </p:txBody>
      </p:sp>
      <p:sp>
        <p:nvSpPr>
          <p:cNvPr id="28" name="矩形 27"/>
          <p:cNvSpPr/>
          <p:nvPr/>
        </p:nvSpPr>
        <p:spPr>
          <a:xfrm>
            <a:off x="2884569" y="2835384"/>
            <a:ext cx="1107996" cy="369332"/>
          </a:xfrm>
          <a:prstGeom prst="rect">
            <a:avLst/>
          </a:prstGeom>
        </p:spPr>
        <p:txBody>
          <a:bodyPr wrap="none">
            <a:spAutoFit/>
          </a:bodyPr>
          <a:lstStyle/>
          <a:p>
            <a:pPr lvl="0"/>
            <a:r>
              <a:rPr lang="zh-CN" altLang="en-US" sz="1800">
                <a:solidFill>
                  <a:schemeClr val="bg1"/>
                </a:solidFill>
                <a:latin typeface="微软雅黑 Light" panose="020B0502040204020203" charset="-122"/>
              </a:rPr>
              <a:t>项目展示</a:t>
            </a:r>
          </a:p>
        </p:txBody>
      </p:sp>
      <p:sp>
        <p:nvSpPr>
          <p:cNvPr id="29" name="矩形 28"/>
          <p:cNvSpPr/>
          <p:nvPr/>
        </p:nvSpPr>
        <p:spPr>
          <a:xfrm>
            <a:off x="5057516" y="2835384"/>
            <a:ext cx="1107996" cy="369332"/>
          </a:xfrm>
          <a:prstGeom prst="rect">
            <a:avLst/>
          </a:prstGeom>
        </p:spPr>
        <p:txBody>
          <a:bodyPr wrap="none">
            <a:spAutoFit/>
          </a:bodyPr>
          <a:lstStyle/>
          <a:p>
            <a:pPr lvl="0"/>
            <a:r>
              <a:rPr lang="zh-CN" altLang="en-US" sz="1800">
                <a:solidFill>
                  <a:schemeClr val="bg1"/>
                </a:solidFill>
                <a:latin typeface="微软雅黑 Light" panose="020B0502040204020203" charset="-122"/>
              </a:rPr>
              <a:t>项目展示</a:t>
            </a:r>
          </a:p>
        </p:txBody>
      </p:sp>
      <p:sp>
        <p:nvSpPr>
          <p:cNvPr id="30" name="矩形 29"/>
          <p:cNvSpPr/>
          <p:nvPr/>
        </p:nvSpPr>
        <p:spPr>
          <a:xfrm>
            <a:off x="7262944" y="2835384"/>
            <a:ext cx="1107996" cy="369332"/>
          </a:xfrm>
          <a:prstGeom prst="rect">
            <a:avLst/>
          </a:prstGeom>
        </p:spPr>
        <p:txBody>
          <a:bodyPr wrap="none">
            <a:spAutoFit/>
          </a:bodyPr>
          <a:lstStyle/>
          <a:p>
            <a:pPr lvl="0"/>
            <a:r>
              <a:rPr lang="zh-CN" altLang="en-US" sz="1800">
                <a:solidFill>
                  <a:schemeClr val="bg1"/>
                </a:solidFill>
                <a:latin typeface="微软雅黑 Light" panose="020B0502040204020203" charset="-122"/>
              </a:rPr>
              <a:t>项目展示</a:t>
            </a:r>
          </a:p>
        </p:txBody>
      </p:sp>
      <p:sp>
        <p:nvSpPr>
          <p:cNvPr id="31" name="文本框 6"/>
          <p:cNvSpPr txBox="1">
            <a:spLocks noChangeArrowheads="1"/>
          </p:cNvSpPr>
          <p:nvPr/>
        </p:nvSpPr>
        <p:spPr bwMode="auto">
          <a:xfrm>
            <a:off x="2450253" y="3370560"/>
            <a:ext cx="192741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algn="ctr" fontAlgn="base">
              <a:lnSpc>
                <a:spcPct val="150000"/>
              </a:lnSpc>
              <a:spcBef>
                <a:spcPct val="0"/>
              </a:spcBef>
              <a:spcAft>
                <a:spcPct val="0"/>
              </a:spcAft>
              <a:defRPr/>
            </a:pPr>
            <a:r>
              <a:rPr lang="en-US" altLang="zh-CN" sz="900">
                <a:solidFill>
                  <a:schemeClr val="tx1">
                    <a:lumMod val="85000"/>
                    <a:lumOff val="15000"/>
                  </a:schemeClr>
                </a:solidFill>
                <a:latin typeface="+mn-lt"/>
                <a:ea typeface="+mn-ea"/>
              </a:rPr>
              <a:t>Lorem ipsum dolor sit amet, consectetur adipiscing elit. Donec luctus nibh sit amet sem vulputate venenatis bibendum orci pulvinar. </a:t>
            </a:r>
          </a:p>
        </p:txBody>
      </p:sp>
      <p:sp>
        <p:nvSpPr>
          <p:cNvPr id="32" name="文本框 6"/>
          <p:cNvSpPr txBox="1">
            <a:spLocks noChangeArrowheads="1"/>
          </p:cNvSpPr>
          <p:nvPr/>
        </p:nvSpPr>
        <p:spPr bwMode="auto">
          <a:xfrm>
            <a:off x="4651742" y="3380450"/>
            <a:ext cx="192741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algn="ctr" fontAlgn="base">
              <a:lnSpc>
                <a:spcPct val="150000"/>
              </a:lnSpc>
              <a:spcBef>
                <a:spcPct val="0"/>
              </a:spcBef>
              <a:spcAft>
                <a:spcPct val="0"/>
              </a:spcAft>
              <a:defRPr/>
            </a:pPr>
            <a:r>
              <a:rPr lang="en-US" altLang="zh-CN" sz="900">
                <a:solidFill>
                  <a:schemeClr val="tx1">
                    <a:lumMod val="85000"/>
                    <a:lumOff val="15000"/>
                  </a:schemeClr>
                </a:solidFill>
                <a:latin typeface="+mn-lt"/>
                <a:ea typeface="+mn-ea"/>
              </a:rPr>
              <a:t>Lorem ipsum dolor sit amet, consectetur adipiscing elit. Donec luctus nibh sit amet sem vulputate venenatis bibendum orci pulvinar. </a:t>
            </a:r>
          </a:p>
        </p:txBody>
      </p:sp>
      <p:sp>
        <p:nvSpPr>
          <p:cNvPr id="33" name="文本框 6"/>
          <p:cNvSpPr txBox="1">
            <a:spLocks noChangeArrowheads="1"/>
          </p:cNvSpPr>
          <p:nvPr/>
        </p:nvSpPr>
        <p:spPr bwMode="auto">
          <a:xfrm>
            <a:off x="6853232" y="3380450"/>
            <a:ext cx="192741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algn="ctr" fontAlgn="base">
              <a:lnSpc>
                <a:spcPct val="150000"/>
              </a:lnSpc>
              <a:spcBef>
                <a:spcPct val="0"/>
              </a:spcBef>
              <a:spcAft>
                <a:spcPct val="0"/>
              </a:spcAft>
              <a:defRPr/>
            </a:pPr>
            <a:r>
              <a:rPr lang="en-US" altLang="zh-CN" sz="900">
                <a:solidFill>
                  <a:schemeClr val="tx1">
                    <a:lumMod val="85000"/>
                    <a:lumOff val="15000"/>
                  </a:schemeClr>
                </a:solidFill>
                <a:latin typeface="+mn-lt"/>
                <a:ea typeface="+mn-ea"/>
              </a:rPr>
              <a:t>Lorem ipsum dolor sit amet, consectetur adipiscing elit. Donec luctus nibh sit amet sem vulputate venenatis bibendum orci pulvinar. </a:t>
            </a: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6760" y="2555544"/>
            <a:ext cx="2877711" cy="584775"/>
          </a:xfrm>
          <a:prstGeom prst="rect">
            <a:avLst/>
          </a:prstGeom>
          <a:noFill/>
        </p:spPr>
        <p:txBody>
          <a:bodyPr wrap="none" rtlCol="0">
            <a:spAutoFit/>
          </a:bodyPr>
          <a:lstStyle/>
          <a:p>
            <a:r>
              <a:rPr lang="zh-CN" altLang="en-US" sz="3200" spc="300">
                <a:solidFill>
                  <a:srgbClr val="4B8A70"/>
                </a:solidFill>
                <a:latin typeface="微软雅黑" panose="020B0503020204020204" charset="-122"/>
                <a:ea typeface="微软雅黑" panose="020B0503020204020204" charset="-122"/>
              </a:rPr>
              <a:t>工作新年计划</a:t>
            </a:r>
          </a:p>
        </p:txBody>
      </p:sp>
      <p:sp>
        <p:nvSpPr>
          <p:cNvPr id="4" name="矩形 3"/>
          <p:cNvSpPr/>
          <p:nvPr/>
        </p:nvSpPr>
        <p:spPr>
          <a:xfrm>
            <a:off x="611188" y="3159495"/>
            <a:ext cx="3875265" cy="577081"/>
          </a:xfrm>
          <a:prstGeom prst="rect">
            <a:avLst/>
          </a:prstGeom>
        </p:spPr>
        <p:txBody>
          <a:bodyPr wrap="square">
            <a:spAutoFit/>
          </a:bodyPr>
          <a:lstStyle/>
          <a:p>
            <a:pPr>
              <a:lnSpc>
                <a:spcPct val="150000"/>
              </a:lnSpc>
              <a:defRPr/>
            </a:pPr>
            <a:r>
              <a:rPr lang="en-US" altLang="zh-CN" sz="1050">
                <a:solidFill>
                  <a:prstClr val="black">
                    <a:lumMod val="85000"/>
                    <a:lumOff val="15000"/>
                  </a:prst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a:t>
            </a:r>
            <a:endParaRPr lang="zh-CN" altLang="en-US" sz="1050">
              <a:solidFill>
                <a:prstClr val="black">
                  <a:lumMod val="85000"/>
                  <a:lumOff val="15000"/>
                </a:prstClr>
              </a:solidFill>
              <a:ea typeface="微软雅黑" panose="020B0503020204020204" charset="-122"/>
            </a:endParaRPr>
          </a:p>
        </p:txBody>
      </p:sp>
      <p:sp>
        <p:nvSpPr>
          <p:cNvPr id="6" name="椭圆 5"/>
          <p:cNvSpPr/>
          <p:nvPr/>
        </p:nvSpPr>
        <p:spPr>
          <a:xfrm>
            <a:off x="8014915" y="-212326"/>
            <a:ext cx="1261898" cy="126189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p:nvPr/>
        </p:nvSpPr>
        <p:spPr>
          <a:xfrm>
            <a:off x="7688057" y="301529"/>
            <a:ext cx="653715" cy="653715"/>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椭圆 7"/>
          <p:cNvSpPr/>
          <p:nvPr/>
        </p:nvSpPr>
        <p:spPr>
          <a:xfrm>
            <a:off x="8870442" y="1049572"/>
            <a:ext cx="406371" cy="406371"/>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椭圆 8"/>
          <p:cNvSpPr/>
          <p:nvPr/>
        </p:nvSpPr>
        <p:spPr>
          <a:xfrm>
            <a:off x="8277014" y="1189962"/>
            <a:ext cx="267944" cy="267944"/>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椭圆 9"/>
          <p:cNvSpPr/>
          <p:nvPr/>
        </p:nvSpPr>
        <p:spPr>
          <a:xfrm>
            <a:off x="7408985" y="203266"/>
            <a:ext cx="215357" cy="215357"/>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椭圆 10"/>
          <p:cNvSpPr/>
          <p:nvPr/>
        </p:nvSpPr>
        <p:spPr>
          <a:xfrm>
            <a:off x="7484704" y="986609"/>
            <a:ext cx="203353" cy="203353"/>
          </a:xfrm>
          <a:prstGeom prst="ellipse">
            <a:avLst/>
          </a:prstGeom>
          <a:solidFill>
            <a:schemeClr val="accent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Line 21"/>
          <p:cNvSpPr>
            <a:spLocks noChangeShapeType="1"/>
          </p:cNvSpPr>
          <p:nvPr/>
        </p:nvSpPr>
        <p:spPr bwMode="auto">
          <a:xfrm>
            <a:off x="669969" y="3140319"/>
            <a:ext cx="2611291" cy="0"/>
          </a:xfrm>
          <a:prstGeom prst="line">
            <a:avLst/>
          </a:prstGeom>
          <a:noFill/>
          <a:ln w="63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prstClr val="black">
                    <a:lumMod val="75000"/>
                    <a:lumOff val="25000"/>
                  </a:prstClr>
                </a:solidFill>
              </a:ln>
              <a:solidFill>
                <a:srgbClr val="000000"/>
              </a:solidFill>
              <a:latin typeface="Arial" panose="020B0604020202020204" pitchFamily="34" charset="0"/>
            </a:endParaRPr>
          </a:p>
        </p:txBody>
      </p:sp>
      <p:sp>
        <p:nvSpPr>
          <p:cNvPr id="14" name="文本框 13"/>
          <p:cNvSpPr txBox="1"/>
          <p:nvPr/>
        </p:nvSpPr>
        <p:spPr>
          <a:xfrm>
            <a:off x="611188" y="1985815"/>
            <a:ext cx="2219325" cy="523220"/>
          </a:xfrm>
          <a:prstGeom prst="rect">
            <a:avLst/>
          </a:prstGeom>
          <a:solidFill>
            <a:schemeClr val="accent1"/>
          </a:solidFill>
        </p:spPr>
        <p:txBody>
          <a:bodyPr wrap="none" rtlCol="0">
            <a:spAutoFit/>
          </a:bodyPr>
          <a:lstStyle/>
          <a:p>
            <a:r>
              <a:rPr lang="en-US" altLang="zh-CN" sz="2800">
                <a:solidFill>
                  <a:prstClr val="white"/>
                </a:solidFill>
                <a:latin typeface="Arial" panose="020B0604020202020204"/>
                <a:ea typeface="微软雅黑" panose="020B0503020204020204" charset="-122"/>
              </a:rPr>
              <a:t>PART FOUR</a:t>
            </a:r>
            <a:endParaRPr lang="zh-CN" altLang="en-US" sz="2800">
              <a:solidFill>
                <a:prstClr val="white"/>
              </a:solidFill>
              <a:latin typeface="Arial" panose="020B0604020202020204"/>
              <a:ea typeface="微软雅黑" panose="020B0503020204020204" charset="-122"/>
            </a:endParaRP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微软雅黑 Light" panose="020B0502040204020203" charset="-122"/>
              </a:rPr>
              <a:t>工作新年计划</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prstClr val="black">
                    <a:lumMod val="65000"/>
                    <a:lumOff val="35000"/>
                  </a:prstClr>
                </a:solidFill>
              </a:rPr>
              <a:t>Lorem ipsum dolor sit amet, consectetuer adipiscing elit. Aenean commodo ligula eget dolor. </a:t>
            </a:r>
            <a:endParaRPr lang="zh-CN" altLang="en-US" sz="900">
              <a:solidFill>
                <a:prstClr val="black">
                  <a:lumMod val="65000"/>
                  <a:lumOff val="35000"/>
                </a:prst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3" name="Freeform 20"/>
          <p:cNvSpPr/>
          <p:nvPr/>
        </p:nvSpPr>
        <p:spPr bwMode="auto">
          <a:xfrm>
            <a:off x="3207641" y="1456108"/>
            <a:ext cx="1254024" cy="1253402"/>
          </a:xfrm>
          <a:custGeom>
            <a:avLst/>
            <a:gdLst/>
            <a:ahLst/>
            <a:cxnLst>
              <a:cxn ang="0">
                <a:pos x="982" y="0"/>
              </a:cxn>
              <a:cxn ang="0">
                <a:pos x="957" y="12"/>
              </a:cxn>
              <a:cxn ang="0">
                <a:pos x="719" y="251"/>
              </a:cxn>
              <a:cxn ang="0">
                <a:pos x="534" y="67"/>
              </a:cxn>
              <a:cxn ang="0">
                <a:pos x="504" y="55"/>
              </a:cxn>
              <a:cxn ang="0">
                <a:pos x="438" y="87"/>
              </a:cxn>
              <a:cxn ang="0">
                <a:pos x="49" y="476"/>
              </a:cxn>
              <a:cxn ang="0">
                <a:pos x="20" y="523"/>
              </a:cxn>
              <a:cxn ang="0">
                <a:pos x="29" y="572"/>
              </a:cxn>
              <a:cxn ang="0">
                <a:pos x="213" y="756"/>
              </a:cxn>
              <a:cxn ang="0">
                <a:pos x="15" y="955"/>
              </a:cxn>
              <a:cxn ang="0">
                <a:pos x="4" y="989"/>
              </a:cxn>
              <a:cxn ang="0">
                <a:pos x="36" y="1005"/>
              </a:cxn>
              <a:cxn ang="0">
                <a:pos x="956" y="1005"/>
              </a:cxn>
              <a:cxn ang="0">
                <a:pos x="1007" y="953"/>
              </a:cxn>
              <a:cxn ang="0">
                <a:pos x="1007" y="33"/>
              </a:cxn>
              <a:cxn ang="0">
                <a:pos x="982" y="0"/>
              </a:cxn>
            </a:cxnLst>
            <a:rect l="0" t="0" r="r" b="b"/>
            <a:pathLst>
              <a:path w="1007" h="1005">
                <a:moveTo>
                  <a:pt x="982" y="0"/>
                </a:moveTo>
                <a:cubicBezTo>
                  <a:pt x="974" y="0"/>
                  <a:pt x="966" y="4"/>
                  <a:pt x="957" y="12"/>
                </a:cubicBezTo>
                <a:cubicBezTo>
                  <a:pt x="719" y="251"/>
                  <a:pt x="719" y="251"/>
                  <a:pt x="719" y="251"/>
                </a:cubicBezTo>
                <a:cubicBezTo>
                  <a:pt x="534" y="67"/>
                  <a:pt x="534" y="67"/>
                  <a:pt x="534" y="67"/>
                </a:cubicBezTo>
                <a:cubicBezTo>
                  <a:pt x="527" y="59"/>
                  <a:pt x="516" y="55"/>
                  <a:pt x="504" y="55"/>
                </a:cubicBezTo>
                <a:cubicBezTo>
                  <a:pt x="482" y="55"/>
                  <a:pt x="458" y="67"/>
                  <a:pt x="438" y="87"/>
                </a:cubicBezTo>
                <a:cubicBezTo>
                  <a:pt x="49" y="476"/>
                  <a:pt x="49" y="476"/>
                  <a:pt x="49" y="476"/>
                </a:cubicBezTo>
                <a:cubicBezTo>
                  <a:pt x="35" y="490"/>
                  <a:pt x="24" y="507"/>
                  <a:pt x="20" y="523"/>
                </a:cubicBezTo>
                <a:cubicBezTo>
                  <a:pt x="14" y="543"/>
                  <a:pt x="17" y="561"/>
                  <a:pt x="29" y="572"/>
                </a:cubicBezTo>
                <a:cubicBezTo>
                  <a:pt x="213" y="756"/>
                  <a:pt x="213" y="756"/>
                  <a:pt x="213" y="756"/>
                </a:cubicBezTo>
                <a:cubicBezTo>
                  <a:pt x="15" y="955"/>
                  <a:pt x="15" y="955"/>
                  <a:pt x="15" y="955"/>
                </a:cubicBezTo>
                <a:cubicBezTo>
                  <a:pt x="0" y="970"/>
                  <a:pt x="2" y="983"/>
                  <a:pt x="4" y="989"/>
                </a:cubicBezTo>
                <a:cubicBezTo>
                  <a:pt x="7" y="995"/>
                  <a:pt x="14" y="1005"/>
                  <a:pt x="36" y="1005"/>
                </a:cubicBezTo>
                <a:cubicBezTo>
                  <a:pt x="956" y="1005"/>
                  <a:pt x="956" y="1005"/>
                  <a:pt x="956" y="1005"/>
                </a:cubicBezTo>
                <a:cubicBezTo>
                  <a:pt x="984" y="1005"/>
                  <a:pt x="1007" y="982"/>
                  <a:pt x="1007" y="953"/>
                </a:cubicBezTo>
                <a:cubicBezTo>
                  <a:pt x="1007" y="33"/>
                  <a:pt x="1007" y="33"/>
                  <a:pt x="1007" y="33"/>
                </a:cubicBezTo>
                <a:cubicBezTo>
                  <a:pt x="1007" y="9"/>
                  <a:pt x="994" y="0"/>
                  <a:pt x="982" y="0"/>
                </a:cubicBezTo>
                <a:close/>
              </a:path>
            </a:pathLst>
          </a:custGeom>
          <a:solidFill>
            <a:schemeClr val="accent1"/>
          </a:solidFill>
          <a:ln w="28575" cap="flat">
            <a:noFill/>
            <a:prstDash val="solid"/>
            <a:miter lim="800000"/>
          </a:ln>
          <a:effectLst/>
        </p:spPr>
        <p:txBody>
          <a:bodyPr vert="horz" wrap="square" lIns="91440" tIns="45720" rIns="91440" bIns="45720" numCol="1" anchor="t" anchorCtr="0" compatLnSpc="1"/>
          <a:lstStyle/>
          <a:p>
            <a:endParaRPr lang="en-US" altLang="en-US" dirty="0"/>
          </a:p>
        </p:txBody>
      </p:sp>
      <p:sp>
        <p:nvSpPr>
          <p:cNvPr id="36" name="Freeform 22"/>
          <p:cNvSpPr/>
          <p:nvPr/>
        </p:nvSpPr>
        <p:spPr bwMode="auto">
          <a:xfrm>
            <a:off x="4583708" y="1458598"/>
            <a:ext cx="1255269" cy="1253402"/>
          </a:xfrm>
          <a:custGeom>
            <a:avLst/>
            <a:gdLst/>
            <a:ahLst/>
            <a:cxnLst>
              <a:cxn ang="0">
                <a:pos x="993" y="955"/>
              </a:cxn>
              <a:cxn ang="0">
                <a:pos x="788" y="750"/>
              </a:cxn>
              <a:cxn ang="0">
                <a:pos x="963" y="576"/>
              </a:cxn>
              <a:cxn ang="0">
                <a:pos x="972" y="527"/>
              </a:cxn>
              <a:cxn ang="0">
                <a:pos x="943" y="480"/>
              </a:cxn>
              <a:cxn ang="0">
                <a:pos x="554" y="91"/>
              </a:cxn>
              <a:cxn ang="0">
                <a:pos x="488" y="59"/>
              </a:cxn>
              <a:cxn ang="0">
                <a:pos x="457" y="71"/>
              </a:cxn>
              <a:cxn ang="0">
                <a:pos x="283" y="245"/>
              </a:cxn>
              <a:cxn ang="0">
                <a:pos x="50" y="12"/>
              </a:cxn>
              <a:cxn ang="0">
                <a:pos x="25" y="0"/>
              </a:cxn>
              <a:cxn ang="0">
                <a:pos x="0" y="33"/>
              </a:cxn>
              <a:cxn ang="0">
                <a:pos x="0" y="953"/>
              </a:cxn>
              <a:cxn ang="0">
                <a:pos x="52" y="1005"/>
              </a:cxn>
              <a:cxn ang="0">
                <a:pos x="972" y="1005"/>
              </a:cxn>
              <a:cxn ang="0">
                <a:pos x="1003" y="988"/>
              </a:cxn>
              <a:cxn ang="0">
                <a:pos x="993" y="955"/>
              </a:cxn>
            </a:cxnLst>
            <a:rect l="0" t="0" r="r" b="b"/>
            <a:pathLst>
              <a:path w="1008" h="1005">
                <a:moveTo>
                  <a:pt x="993" y="955"/>
                </a:moveTo>
                <a:cubicBezTo>
                  <a:pt x="788" y="750"/>
                  <a:pt x="788" y="750"/>
                  <a:pt x="788" y="750"/>
                </a:cubicBezTo>
                <a:cubicBezTo>
                  <a:pt x="963" y="576"/>
                  <a:pt x="963" y="576"/>
                  <a:pt x="963" y="576"/>
                </a:cubicBezTo>
                <a:cubicBezTo>
                  <a:pt x="974" y="564"/>
                  <a:pt x="978" y="546"/>
                  <a:pt x="972" y="527"/>
                </a:cubicBezTo>
                <a:cubicBezTo>
                  <a:pt x="967" y="510"/>
                  <a:pt x="957" y="494"/>
                  <a:pt x="943" y="480"/>
                </a:cubicBezTo>
                <a:cubicBezTo>
                  <a:pt x="554" y="91"/>
                  <a:pt x="554" y="91"/>
                  <a:pt x="554" y="91"/>
                </a:cubicBezTo>
                <a:cubicBezTo>
                  <a:pt x="534" y="71"/>
                  <a:pt x="509" y="59"/>
                  <a:pt x="488" y="59"/>
                </a:cubicBezTo>
                <a:cubicBezTo>
                  <a:pt x="476" y="59"/>
                  <a:pt x="465" y="63"/>
                  <a:pt x="457" y="71"/>
                </a:cubicBezTo>
                <a:cubicBezTo>
                  <a:pt x="283" y="245"/>
                  <a:pt x="283" y="245"/>
                  <a:pt x="283" y="245"/>
                </a:cubicBezTo>
                <a:cubicBezTo>
                  <a:pt x="50" y="12"/>
                  <a:pt x="50" y="12"/>
                  <a:pt x="50" y="12"/>
                </a:cubicBezTo>
                <a:cubicBezTo>
                  <a:pt x="42" y="4"/>
                  <a:pt x="33" y="0"/>
                  <a:pt x="25" y="0"/>
                </a:cubicBezTo>
                <a:cubicBezTo>
                  <a:pt x="13" y="0"/>
                  <a:pt x="0" y="8"/>
                  <a:pt x="0" y="33"/>
                </a:cubicBezTo>
                <a:cubicBezTo>
                  <a:pt x="0" y="953"/>
                  <a:pt x="0" y="953"/>
                  <a:pt x="0" y="953"/>
                </a:cubicBezTo>
                <a:cubicBezTo>
                  <a:pt x="0" y="982"/>
                  <a:pt x="23" y="1005"/>
                  <a:pt x="52" y="1005"/>
                </a:cubicBezTo>
                <a:cubicBezTo>
                  <a:pt x="972" y="1005"/>
                  <a:pt x="972" y="1005"/>
                  <a:pt x="972" y="1005"/>
                </a:cubicBezTo>
                <a:cubicBezTo>
                  <a:pt x="993" y="1005"/>
                  <a:pt x="1001" y="995"/>
                  <a:pt x="1003" y="988"/>
                </a:cubicBezTo>
                <a:cubicBezTo>
                  <a:pt x="1006" y="982"/>
                  <a:pt x="1008" y="970"/>
                  <a:pt x="993" y="955"/>
                </a:cubicBezTo>
                <a:close/>
              </a:path>
            </a:pathLst>
          </a:custGeom>
          <a:solidFill>
            <a:schemeClr val="accent4"/>
          </a:solidFill>
          <a:ln w="28575" cap="flat">
            <a:noFill/>
            <a:prstDash val="solid"/>
            <a:miter lim="800000"/>
          </a:ln>
          <a:effectLst/>
        </p:spPr>
        <p:txBody>
          <a:bodyPr vert="horz" wrap="square" lIns="91440" tIns="45720" rIns="91440" bIns="45720" numCol="1" anchor="t" anchorCtr="0" compatLnSpc="1"/>
          <a:lstStyle/>
          <a:p>
            <a:endParaRPr lang="en-US" altLang="en-US" dirty="0"/>
          </a:p>
        </p:txBody>
      </p:sp>
      <p:sp>
        <p:nvSpPr>
          <p:cNvPr id="39" name="Freeform 21"/>
          <p:cNvSpPr/>
          <p:nvPr/>
        </p:nvSpPr>
        <p:spPr bwMode="auto">
          <a:xfrm>
            <a:off x="3202660" y="2836531"/>
            <a:ext cx="1254024" cy="1253402"/>
          </a:xfrm>
          <a:custGeom>
            <a:avLst/>
            <a:gdLst/>
            <a:ahLst/>
            <a:cxnLst>
              <a:cxn ang="0">
                <a:pos x="956" y="0"/>
              </a:cxn>
              <a:cxn ang="0">
                <a:pos x="36" y="0"/>
              </a:cxn>
              <a:cxn ang="0">
                <a:pos x="4" y="16"/>
              </a:cxn>
              <a:cxn ang="0">
                <a:pos x="15" y="50"/>
              </a:cxn>
              <a:cxn ang="0">
                <a:pos x="237" y="272"/>
              </a:cxn>
              <a:cxn ang="0">
                <a:pos x="47" y="462"/>
              </a:cxn>
              <a:cxn ang="0">
                <a:pos x="68" y="559"/>
              </a:cxn>
              <a:cxn ang="0">
                <a:pos x="456" y="948"/>
              </a:cxn>
              <a:cxn ang="0">
                <a:pos x="522" y="980"/>
              </a:cxn>
              <a:cxn ang="0">
                <a:pos x="522" y="980"/>
              </a:cxn>
              <a:cxn ang="0">
                <a:pos x="553" y="968"/>
              </a:cxn>
              <a:cxn ang="0">
                <a:pos x="743" y="778"/>
              </a:cxn>
              <a:cxn ang="0">
                <a:pos x="957" y="993"/>
              </a:cxn>
              <a:cxn ang="0">
                <a:pos x="982" y="1005"/>
              </a:cxn>
              <a:cxn ang="0">
                <a:pos x="1002" y="994"/>
              </a:cxn>
              <a:cxn ang="0">
                <a:pos x="1007" y="972"/>
              </a:cxn>
              <a:cxn ang="0">
                <a:pos x="1007" y="52"/>
              </a:cxn>
              <a:cxn ang="0">
                <a:pos x="956" y="0"/>
              </a:cxn>
            </a:cxnLst>
            <a:rect l="0" t="0" r="r" b="b"/>
            <a:pathLst>
              <a:path w="1007" h="1005">
                <a:moveTo>
                  <a:pt x="956" y="0"/>
                </a:moveTo>
                <a:cubicBezTo>
                  <a:pt x="36" y="0"/>
                  <a:pt x="36" y="0"/>
                  <a:pt x="36" y="0"/>
                </a:cubicBezTo>
                <a:cubicBezTo>
                  <a:pt x="14" y="0"/>
                  <a:pt x="7" y="10"/>
                  <a:pt x="4" y="16"/>
                </a:cubicBezTo>
                <a:cubicBezTo>
                  <a:pt x="2" y="22"/>
                  <a:pt x="0" y="35"/>
                  <a:pt x="15" y="50"/>
                </a:cubicBezTo>
                <a:cubicBezTo>
                  <a:pt x="237" y="272"/>
                  <a:pt x="237" y="272"/>
                  <a:pt x="237" y="272"/>
                </a:cubicBezTo>
                <a:cubicBezTo>
                  <a:pt x="47" y="462"/>
                  <a:pt x="47" y="462"/>
                  <a:pt x="47" y="462"/>
                </a:cubicBezTo>
                <a:cubicBezTo>
                  <a:pt x="26" y="484"/>
                  <a:pt x="34" y="526"/>
                  <a:pt x="68" y="559"/>
                </a:cubicBezTo>
                <a:cubicBezTo>
                  <a:pt x="456" y="948"/>
                  <a:pt x="456" y="948"/>
                  <a:pt x="456" y="948"/>
                </a:cubicBezTo>
                <a:cubicBezTo>
                  <a:pt x="476" y="968"/>
                  <a:pt x="501" y="980"/>
                  <a:pt x="522" y="980"/>
                </a:cubicBezTo>
                <a:cubicBezTo>
                  <a:pt x="522" y="980"/>
                  <a:pt x="522" y="980"/>
                  <a:pt x="522" y="980"/>
                </a:cubicBezTo>
                <a:cubicBezTo>
                  <a:pt x="534" y="980"/>
                  <a:pt x="545" y="976"/>
                  <a:pt x="553" y="968"/>
                </a:cubicBezTo>
                <a:cubicBezTo>
                  <a:pt x="743" y="778"/>
                  <a:pt x="743" y="778"/>
                  <a:pt x="743" y="778"/>
                </a:cubicBezTo>
                <a:cubicBezTo>
                  <a:pt x="957" y="993"/>
                  <a:pt x="957" y="993"/>
                  <a:pt x="957" y="993"/>
                </a:cubicBezTo>
                <a:cubicBezTo>
                  <a:pt x="966" y="1001"/>
                  <a:pt x="974" y="1005"/>
                  <a:pt x="982" y="1005"/>
                </a:cubicBezTo>
                <a:cubicBezTo>
                  <a:pt x="991" y="1005"/>
                  <a:pt x="998" y="1001"/>
                  <a:pt x="1002" y="994"/>
                </a:cubicBezTo>
                <a:cubicBezTo>
                  <a:pt x="1006" y="988"/>
                  <a:pt x="1007" y="981"/>
                  <a:pt x="1007" y="972"/>
                </a:cubicBezTo>
                <a:cubicBezTo>
                  <a:pt x="1007" y="52"/>
                  <a:pt x="1007" y="52"/>
                  <a:pt x="1007" y="52"/>
                </a:cubicBezTo>
                <a:cubicBezTo>
                  <a:pt x="1007" y="23"/>
                  <a:pt x="984" y="0"/>
                  <a:pt x="956" y="0"/>
                </a:cubicBezTo>
                <a:close/>
              </a:path>
            </a:pathLst>
          </a:custGeom>
          <a:solidFill>
            <a:schemeClr val="accent4"/>
          </a:solidFill>
          <a:ln w="28575" cap="flat">
            <a:noFill/>
            <a:prstDash val="solid"/>
            <a:miter lim="800000"/>
          </a:ln>
          <a:effectLst/>
        </p:spPr>
        <p:txBody>
          <a:bodyPr vert="horz" wrap="square" lIns="91440" tIns="45720" rIns="91440" bIns="45720" numCol="1" anchor="t" anchorCtr="0" compatLnSpc="1"/>
          <a:lstStyle/>
          <a:p>
            <a:endParaRPr lang="en-US" altLang="en-US" dirty="0"/>
          </a:p>
        </p:txBody>
      </p:sp>
      <p:sp>
        <p:nvSpPr>
          <p:cNvPr id="42" name="Freeform 23"/>
          <p:cNvSpPr/>
          <p:nvPr/>
        </p:nvSpPr>
        <p:spPr bwMode="auto">
          <a:xfrm>
            <a:off x="4584953" y="2836531"/>
            <a:ext cx="1255269" cy="1253402"/>
          </a:xfrm>
          <a:custGeom>
            <a:avLst/>
            <a:gdLst/>
            <a:ahLst/>
            <a:cxnLst>
              <a:cxn ang="0">
                <a:pos x="1003" y="16"/>
              </a:cxn>
              <a:cxn ang="0">
                <a:pos x="972" y="0"/>
              </a:cxn>
              <a:cxn ang="0">
                <a:pos x="52" y="0"/>
              </a:cxn>
              <a:cxn ang="0">
                <a:pos x="0" y="52"/>
              </a:cxn>
              <a:cxn ang="0">
                <a:pos x="0" y="972"/>
              </a:cxn>
              <a:cxn ang="0">
                <a:pos x="25" y="1005"/>
              </a:cxn>
              <a:cxn ang="0">
                <a:pos x="50" y="993"/>
              </a:cxn>
              <a:cxn ang="0">
                <a:pos x="268" y="775"/>
              </a:cxn>
              <a:cxn ang="0">
                <a:pos x="455" y="962"/>
              </a:cxn>
              <a:cxn ang="0">
                <a:pos x="486" y="974"/>
              </a:cxn>
              <a:cxn ang="0">
                <a:pos x="551" y="942"/>
              </a:cxn>
              <a:cxn ang="0">
                <a:pos x="940" y="553"/>
              </a:cxn>
              <a:cxn ang="0">
                <a:pos x="960" y="457"/>
              </a:cxn>
              <a:cxn ang="0">
                <a:pos x="773" y="269"/>
              </a:cxn>
              <a:cxn ang="0">
                <a:pos x="993" y="50"/>
              </a:cxn>
              <a:cxn ang="0">
                <a:pos x="1003" y="16"/>
              </a:cxn>
            </a:cxnLst>
            <a:rect l="0" t="0" r="r" b="b"/>
            <a:pathLst>
              <a:path w="1008" h="1005">
                <a:moveTo>
                  <a:pt x="1003" y="16"/>
                </a:moveTo>
                <a:cubicBezTo>
                  <a:pt x="1001" y="10"/>
                  <a:pt x="993" y="0"/>
                  <a:pt x="972" y="0"/>
                </a:cubicBezTo>
                <a:cubicBezTo>
                  <a:pt x="52" y="0"/>
                  <a:pt x="52" y="0"/>
                  <a:pt x="52" y="0"/>
                </a:cubicBezTo>
                <a:cubicBezTo>
                  <a:pt x="23" y="0"/>
                  <a:pt x="0" y="23"/>
                  <a:pt x="0" y="52"/>
                </a:cubicBezTo>
                <a:cubicBezTo>
                  <a:pt x="0" y="972"/>
                  <a:pt x="0" y="972"/>
                  <a:pt x="0" y="972"/>
                </a:cubicBezTo>
                <a:cubicBezTo>
                  <a:pt x="0" y="996"/>
                  <a:pt x="13" y="1005"/>
                  <a:pt x="25" y="1005"/>
                </a:cubicBezTo>
                <a:cubicBezTo>
                  <a:pt x="33" y="1005"/>
                  <a:pt x="42" y="1001"/>
                  <a:pt x="50" y="993"/>
                </a:cubicBezTo>
                <a:cubicBezTo>
                  <a:pt x="268" y="775"/>
                  <a:pt x="268" y="775"/>
                  <a:pt x="268" y="775"/>
                </a:cubicBezTo>
                <a:cubicBezTo>
                  <a:pt x="455" y="962"/>
                  <a:pt x="455" y="962"/>
                  <a:pt x="455" y="962"/>
                </a:cubicBezTo>
                <a:cubicBezTo>
                  <a:pt x="463" y="970"/>
                  <a:pt x="473" y="974"/>
                  <a:pt x="486" y="974"/>
                </a:cubicBezTo>
                <a:cubicBezTo>
                  <a:pt x="507" y="974"/>
                  <a:pt x="531" y="962"/>
                  <a:pt x="551" y="942"/>
                </a:cubicBezTo>
                <a:cubicBezTo>
                  <a:pt x="940" y="553"/>
                  <a:pt x="940" y="553"/>
                  <a:pt x="940" y="553"/>
                </a:cubicBezTo>
                <a:cubicBezTo>
                  <a:pt x="973" y="520"/>
                  <a:pt x="982" y="478"/>
                  <a:pt x="960" y="457"/>
                </a:cubicBezTo>
                <a:cubicBezTo>
                  <a:pt x="773" y="269"/>
                  <a:pt x="773" y="269"/>
                  <a:pt x="773" y="269"/>
                </a:cubicBezTo>
                <a:cubicBezTo>
                  <a:pt x="993" y="50"/>
                  <a:pt x="993" y="50"/>
                  <a:pt x="993" y="50"/>
                </a:cubicBezTo>
                <a:cubicBezTo>
                  <a:pt x="1008" y="35"/>
                  <a:pt x="1006" y="22"/>
                  <a:pt x="1003" y="16"/>
                </a:cubicBezTo>
                <a:close/>
              </a:path>
            </a:pathLst>
          </a:custGeom>
          <a:solidFill>
            <a:schemeClr val="accent1"/>
          </a:solidFill>
          <a:ln w="28575" cap="flat">
            <a:noFill/>
            <a:prstDash val="solid"/>
            <a:miter lim="800000"/>
          </a:ln>
          <a:effectLst/>
        </p:spPr>
        <p:txBody>
          <a:bodyPr vert="horz" wrap="square" lIns="91440" tIns="45720" rIns="91440" bIns="45720" numCol="1" anchor="t" anchorCtr="0" compatLnSpc="1"/>
          <a:lstStyle/>
          <a:p>
            <a:endParaRPr lang="en-US" altLang="en-US" dirty="0"/>
          </a:p>
        </p:txBody>
      </p:sp>
      <p:sp>
        <p:nvSpPr>
          <p:cNvPr id="44" name="矩形 43"/>
          <p:cNvSpPr/>
          <p:nvPr/>
        </p:nvSpPr>
        <p:spPr>
          <a:xfrm>
            <a:off x="462948" y="1857781"/>
            <a:ext cx="2572043" cy="722505"/>
          </a:xfrm>
          <a:prstGeom prst="rect">
            <a:avLst/>
          </a:prstGeom>
        </p:spPr>
        <p:txBody>
          <a:bodyPr wrap="square">
            <a:spAutoFit/>
          </a:bodyPr>
          <a:lstStyle/>
          <a:p>
            <a:pPr algn="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45" name="矩形 44"/>
          <p:cNvSpPr/>
          <p:nvPr/>
        </p:nvSpPr>
        <p:spPr>
          <a:xfrm>
            <a:off x="1391103" y="1621771"/>
            <a:ext cx="1636393" cy="307777"/>
          </a:xfrm>
          <a:prstGeom prst="rect">
            <a:avLst/>
          </a:prstGeom>
        </p:spPr>
        <p:txBody>
          <a:bodyPr wrap="square">
            <a:spAutoFit/>
          </a:bodyPr>
          <a:lstStyle/>
          <a:p>
            <a:pPr algn="r">
              <a:spcBef>
                <a:spcPts val="600"/>
              </a:spcBef>
            </a:pPr>
            <a:r>
              <a:rPr lang="en-US" altLang="zh-CN" sz="1400">
                <a:solidFill>
                  <a:schemeClr val="accent1"/>
                </a:solidFill>
                <a:latin typeface="+mj-lt"/>
              </a:rPr>
              <a:t>KEY WORD</a:t>
            </a:r>
          </a:p>
        </p:txBody>
      </p:sp>
      <p:cxnSp>
        <p:nvCxnSpPr>
          <p:cNvPr id="46" name="直接连接符 45"/>
          <p:cNvCxnSpPr/>
          <p:nvPr/>
        </p:nvCxnSpPr>
        <p:spPr>
          <a:xfrm>
            <a:off x="2768639" y="1907062"/>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416811" y="3203357"/>
            <a:ext cx="2572043" cy="722505"/>
          </a:xfrm>
          <a:prstGeom prst="rect">
            <a:avLst/>
          </a:prstGeom>
        </p:spPr>
        <p:txBody>
          <a:bodyPr wrap="square">
            <a:spAutoFit/>
          </a:bodyPr>
          <a:lstStyle/>
          <a:p>
            <a:pPr algn="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48" name="矩形 47"/>
          <p:cNvSpPr/>
          <p:nvPr/>
        </p:nvSpPr>
        <p:spPr>
          <a:xfrm>
            <a:off x="1352461" y="2963391"/>
            <a:ext cx="1636393" cy="307777"/>
          </a:xfrm>
          <a:prstGeom prst="rect">
            <a:avLst/>
          </a:prstGeom>
        </p:spPr>
        <p:txBody>
          <a:bodyPr wrap="square">
            <a:spAutoFit/>
          </a:bodyPr>
          <a:lstStyle/>
          <a:p>
            <a:pPr algn="r">
              <a:spcBef>
                <a:spcPts val="600"/>
              </a:spcBef>
            </a:pPr>
            <a:r>
              <a:rPr lang="en-US" altLang="zh-CN" sz="1400">
                <a:solidFill>
                  <a:schemeClr val="accent1"/>
                </a:solidFill>
                <a:latin typeface="+mj-lt"/>
              </a:rPr>
              <a:t>KEY WORD</a:t>
            </a:r>
          </a:p>
        </p:txBody>
      </p:sp>
      <p:cxnSp>
        <p:nvCxnSpPr>
          <p:cNvPr id="49" name="直接连接符 48"/>
          <p:cNvCxnSpPr/>
          <p:nvPr/>
        </p:nvCxnSpPr>
        <p:spPr>
          <a:xfrm>
            <a:off x="2722502" y="3252638"/>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5968515" y="1857781"/>
            <a:ext cx="2572043"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1" name="矩形 50"/>
          <p:cNvSpPr/>
          <p:nvPr/>
        </p:nvSpPr>
        <p:spPr>
          <a:xfrm>
            <a:off x="5961020" y="1621771"/>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52" name="直接连接符 51"/>
          <p:cNvCxnSpPr/>
          <p:nvPr/>
        </p:nvCxnSpPr>
        <p:spPr>
          <a:xfrm>
            <a:off x="6052783" y="1907062"/>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6052783" y="3203357"/>
            <a:ext cx="2572043" cy="722505"/>
          </a:xfrm>
          <a:prstGeom prst="rect">
            <a:avLst/>
          </a:prstGeom>
        </p:spPr>
        <p:txBody>
          <a:bodyPr wrap="square">
            <a:spAutoFit/>
          </a:bodyPr>
          <a:lstStyle/>
          <a:p>
            <a:pPr>
              <a:lnSpc>
                <a:spcPct val="130000"/>
              </a:lnSpc>
              <a:spcBef>
                <a:spcPts val="600"/>
              </a:spcBef>
            </a:pPr>
            <a:r>
              <a:rPr lang="en-US" altLang="zh-CN" sz="1050">
                <a:solidFill>
                  <a:schemeClr val="tx1">
                    <a:lumMod val="85000"/>
                    <a:lumOff val="15000"/>
                  </a:schemeClr>
                </a:solidFill>
              </a:rPr>
              <a:t>Lorem ipsum dolor sit amet, consectetuer adipiscing elit. Aenean commodo ligula eget dolor. </a:t>
            </a:r>
          </a:p>
        </p:txBody>
      </p:sp>
      <p:sp>
        <p:nvSpPr>
          <p:cNvPr id="54" name="矩形 53"/>
          <p:cNvSpPr/>
          <p:nvPr/>
        </p:nvSpPr>
        <p:spPr>
          <a:xfrm>
            <a:off x="6045288" y="2963391"/>
            <a:ext cx="1636393" cy="307777"/>
          </a:xfrm>
          <a:prstGeom prst="rect">
            <a:avLst/>
          </a:prstGeom>
        </p:spPr>
        <p:txBody>
          <a:bodyPr wrap="square">
            <a:spAutoFit/>
          </a:bodyPr>
          <a:lstStyle/>
          <a:p>
            <a:pPr>
              <a:spcBef>
                <a:spcPts val="600"/>
              </a:spcBef>
            </a:pPr>
            <a:r>
              <a:rPr lang="en-US" altLang="zh-CN" sz="1400">
                <a:solidFill>
                  <a:schemeClr val="accent1"/>
                </a:solidFill>
                <a:latin typeface="+mj-lt"/>
              </a:rPr>
              <a:t>KEY WORD</a:t>
            </a:r>
          </a:p>
        </p:txBody>
      </p:sp>
      <p:cxnSp>
        <p:nvCxnSpPr>
          <p:cNvPr id="55" name="直接连接符 54"/>
          <p:cNvCxnSpPr/>
          <p:nvPr/>
        </p:nvCxnSpPr>
        <p:spPr>
          <a:xfrm>
            <a:off x="6137051" y="3252638"/>
            <a:ext cx="16853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Freeform 5"/>
          <p:cNvSpPr>
            <a:spLocks noEditPoints="1"/>
          </p:cNvSpPr>
          <p:nvPr/>
        </p:nvSpPr>
        <p:spPr bwMode="auto">
          <a:xfrm>
            <a:off x="3707569" y="3054647"/>
            <a:ext cx="433869" cy="433041"/>
          </a:xfrm>
          <a:custGeom>
            <a:avLst/>
            <a:gdLst>
              <a:gd name="T0" fmla="*/ 735 w 786"/>
              <a:gd name="T1" fmla="*/ 244 h 787"/>
              <a:gd name="T2" fmla="*/ 486 w 786"/>
              <a:gd name="T3" fmla="*/ 100 h 787"/>
              <a:gd name="T4" fmla="*/ 427 w 786"/>
              <a:gd name="T5" fmla="*/ 720 h 787"/>
              <a:gd name="T6" fmla="*/ 377 w 786"/>
              <a:gd name="T7" fmla="*/ 4 h 787"/>
              <a:gd name="T8" fmla="*/ 51 w 786"/>
              <a:gd name="T9" fmla="*/ 720 h 787"/>
              <a:gd name="T10" fmla="*/ 0 w 786"/>
              <a:gd name="T11" fmla="*/ 774 h 787"/>
              <a:gd name="T12" fmla="*/ 786 w 786"/>
              <a:gd name="T13" fmla="*/ 774 h 787"/>
              <a:gd name="T14" fmla="*/ 210 w 786"/>
              <a:gd name="T15" fmla="*/ 676 h 787"/>
              <a:gd name="T16" fmla="*/ 145 w 786"/>
              <a:gd name="T17" fmla="*/ 676 h 787"/>
              <a:gd name="T18" fmla="*/ 198 w 786"/>
              <a:gd name="T19" fmla="*/ 623 h 787"/>
              <a:gd name="T20" fmla="*/ 210 w 786"/>
              <a:gd name="T21" fmla="*/ 574 h 787"/>
              <a:gd name="T22" fmla="*/ 145 w 786"/>
              <a:gd name="T23" fmla="*/ 574 h 787"/>
              <a:gd name="T24" fmla="*/ 198 w 786"/>
              <a:gd name="T25" fmla="*/ 521 h 787"/>
              <a:gd name="T26" fmla="*/ 210 w 786"/>
              <a:gd name="T27" fmla="*/ 472 h 787"/>
              <a:gd name="T28" fmla="*/ 145 w 786"/>
              <a:gd name="T29" fmla="*/ 472 h 787"/>
              <a:gd name="T30" fmla="*/ 198 w 786"/>
              <a:gd name="T31" fmla="*/ 419 h 787"/>
              <a:gd name="T32" fmla="*/ 210 w 786"/>
              <a:gd name="T33" fmla="*/ 371 h 787"/>
              <a:gd name="T34" fmla="*/ 145 w 786"/>
              <a:gd name="T35" fmla="*/ 371 h 787"/>
              <a:gd name="T36" fmla="*/ 198 w 786"/>
              <a:gd name="T37" fmla="*/ 317 h 787"/>
              <a:gd name="T38" fmla="*/ 210 w 786"/>
              <a:gd name="T39" fmla="*/ 269 h 787"/>
              <a:gd name="T40" fmla="*/ 145 w 786"/>
              <a:gd name="T41" fmla="*/ 269 h 787"/>
              <a:gd name="T42" fmla="*/ 198 w 786"/>
              <a:gd name="T43" fmla="*/ 216 h 787"/>
              <a:gd name="T44" fmla="*/ 333 w 786"/>
              <a:gd name="T45" fmla="*/ 676 h 787"/>
              <a:gd name="T46" fmla="*/ 267 w 786"/>
              <a:gd name="T47" fmla="*/ 676 h 787"/>
              <a:gd name="T48" fmla="*/ 320 w 786"/>
              <a:gd name="T49" fmla="*/ 623 h 787"/>
              <a:gd name="T50" fmla="*/ 333 w 786"/>
              <a:gd name="T51" fmla="*/ 574 h 787"/>
              <a:gd name="T52" fmla="*/ 267 w 786"/>
              <a:gd name="T53" fmla="*/ 574 h 787"/>
              <a:gd name="T54" fmla="*/ 320 w 786"/>
              <a:gd name="T55" fmla="*/ 521 h 787"/>
              <a:gd name="T56" fmla="*/ 333 w 786"/>
              <a:gd name="T57" fmla="*/ 472 h 787"/>
              <a:gd name="T58" fmla="*/ 267 w 786"/>
              <a:gd name="T59" fmla="*/ 472 h 787"/>
              <a:gd name="T60" fmla="*/ 320 w 786"/>
              <a:gd name="T61" fmla="*/ 419 h 787"/>
              <a:gd name="T62" fmla="*/ 333 w 786"/>
              <a:gd name="T63" fmla="*/ 371 h 787"/>
              <a:gd name="T64" fmla="*/ 267 w 786"/>
              <a:gd name="T65" fmla="*/ 371 h 787"/>
              <a:gd name="T66" fmla="*/ 320 w 786"/>
              <a:gd name="T67" fmla="*/ 317 h 787"/>
              <a:gd name="T68" fmla="*/ 333 w 786"/>
              <a:gd name="T69" fmla="*/ 269 h 787"/>
              <a:gd name="T70" fmla="*/ 267 w 786"/>
              <a:gd name="T71" fmla="*/ 269 h 787"/>
              <a:gd name="T72" fmla="*/ 320 w 786"/>
              <a:gd name="T73" fmla="*/ 216 h 787"/>
              <a:gd name="T74" fmla="*/ 333 w 786"/>
              <a:gd name="T75" fmla="*/ 167 h 787"/>
              <a:gd name="T76" fmla="*/ 267 w 786"/>
              <a:gd name="T77" fmla="*/ 167 h 787"/>
              <a:gd name="T78" fmla="*/ 320 w 786"/>
              <a:gd name="T79" fmla="*/ 114 h 787"/>
              <a:gd name="T80" fmla="*/ 633 w 786"/>
              <a:gd name="T81" fmla="*/ 676 h 787"/>
              <a:gd name="T82" fmla="*/ 567 w 786"/>
              <a:gd name="T83" fmla="*/ 676 h 787"/>
              <a:gd name="T84" fmla="*/ 621 w 786"/>
              <a:gd name="T85" fmla="*/ 623 h 787"/>
              <a:gd name="T86" fmla="*/ 633 w 786"/>
              <a:gd name="T87" fmla="*/ 574 h 787"/>
              <a:gd name="T88" fmla="*/ 567 w 786"/>
              <a:gd name="T89" fmla="*/ 574 h 787"/>
              <a:gd name="T90" fmla="*/ 621 w 786"/>
              <a:gd name="T91" fmla="*/ 521 h 787"/>
              <a:gd name="T92" fmla="*/ 633 w 786"/>
              <a:gd name="T93" fmla="*/ 472 h 787"/>
              <a:gd name="T94" fmla="*/ 567 w 786"/>
              <a:gd name="T95" fmla="*/ 472 h 787"/>
              <a:gd name="T96" fmla="*/ 621 w 786"/>
              <a:gd name="T97" fmla="*/ 419 h 787"/>
              <a:gd name="T98" fmla="*/ 633 w 786"/>
              <a:gd name="T99" fmla="*/ 371 h 787"/>
              <a:gd name="T100" fmla="*/ 567 w 786"/>
              <a:gd name="T101" fmla="*/ 371 h 787"/>
              <a:gd name="T102" fmla="*/ 621 w 786"/>
              <a:gd name="T103" fmla="*/ 317 h 787"/>
              <a:gd name="T104" fmla="*/ 633 w 786"/>
              <a:gd name="T105" fmla="*/ 269 h 787"/>
              <a:gd name="T106" fmla="*/ 567 w 786"/>
              <a:gd name="T107" fmla="*/ 269 h 787"/>
              <a:gd name="T108" fmla="*/ 621 w 786"/>
              <a:gd name="T109" fmla="*/ 216 h 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6" h="787">
                <a:moveTo>
                  <a:pt x="773" y="720"/>
                </a:moveTo>
                <a:cubicBezTo>
                  <a:pt x="735" y="720"/>
                  <a:pt x="735" y="720"/>
                  <a:pt x="735" y="720"/>
                </a:cubicBezTo>
                <a:cubicBezTo>
                  <a:pt x="735" y="244"/>
                  <a:pt x="735" y="244"/>
                  <a:pt x="735" y="244"/>
                </a:cubicBezTo>
                <a:cubicBezTo>
                  <a:pt x="735" y="231"/>
                  <a:pt x="728" y="220"/>
                  <a:pt x="717" y="213"/>
                </a:cubicBezTo>
                <a:cubicBezTo>
                  <a:pt x="522" y="100"/>
                  <a:pt x="522" y="100"/>
                  <a:pt x="522" y="100"/>
                </a:cubicBezTo>
                <a:cubicBezTo>
                  <a:pt x="511" y="93"/>
                  <a:pt x="497" y="93"/>
                  <a:pt x="486" y="100"/>
                </a:cubicBezTo>
                <a:cubicBezTo>
                  <a:pt x="475" y="106"/>
                  <a:pt x="468" y="118"/>
                  <a:pt x="468" y="131"/>
                </a:cubicBezTo>
                <a:cubicBezTo>
                  <a:pt x="468" y="720"/>
                  <a:pt x="468" y="720"/>
                  <a:pt x="468" y="720"/>
                </a:cubicBezTo>
                <a:cubicBezTo>
                  <a:pt x="427" y="720"/>
                  <a:pt x="427" y="720"/>
                  <a:pt x="427" y="720"/>
                </a:cubicBezTo>
                <a:cubicBezTo>
                  <a:pt x="427" y="37"/>
                  <a:pt x="427" y="37"/>
                  <a:pt x="427" y="37"/>
                </a:cubicBezTo>
                <a:cubicBezTo>
                  <a:pt x="427" y="25"/>
                  <a:pt x="421" y="14"/>
                  <a:pt x="411" y="7"/>
                </a:cubicBezTo>
                <a:cubicBezTo>
                  <a:pt x="401" y="1"/>
                  <a:pt x="388" y="0"/>
                  <a:pt x="377" y="4"/>
                </a:cubicBezTo>
                <a:cubicBezTo>
                  <a:pt x="73" y="135"/>
                  <a:pt x="73" y="135"/>
                  <a:pt x="73" y="135"/>
                </a:cubicBezTo>
                <a:cubicBezTo>
                  <a:pt x="60" y="141"/>
                  <a:pt x="51" y="154"/>
                  <a:pt x="51" y="168"/>
                </a:cubicBezTo>
                <a:cubicBezTo>
                  <a:pt x="51" y="720"/>
                  <a:pt x="51" y="720"/>
                  <a:pt x="51" y="720"/>
                </a:cubicBezTo>
                <a:cubicBezTo>
                  <a:pt x="13" y="720"/>
                  <a:pt x="13" y="720"/>
                  <a:pt x="13" y="720"/>
                </a:cubicBezTo>
                <a:cubicBezTo>
                  <a:pt x="6" y="720"/>
                  <a:pt x="0" y="726"/>
                  <a:pt x="0" y="732"/>
                </a:cubicBezTo>
                <a:cubicBezTo>
                  <a:pt x="0" y="774"/>
                  <a:pt x="0" y="774"/>
                  <a:pt x="0" y="774"/>
                </a:cubicBezTo>
                <a:cubicBezTo>
                  <a:pt x="0" y="781"/>
                  <a:pt x="6" y="787"/>
                  <a:pt x="13" y="787"/>
                </a:cubicBezTo>
                <a:cubicBezTo>
                  <a:pt x="773" y="787"/>
                  <a:pt x="773" y="787"/>
                  <a:pt x="773" y="787"/>
                </a:cubicBezTo>
                <a:cubicBezTo>
                  <a:pt x="780" y="787"/>
                  <a:pt x="786" y="781"/>
                  <a:pt x="786" y="774"/>
                </a:cubicBezTo>
                <a:cubicBezTo>
                  <a:pt x="786" y="732"/>
                  <a:pt x="786" y="732"/>
                  <a:pt x="786" y="732"/>
                </a:cubicBezTo>
                <a:cubicBezTo>
                  <a:pt x="786" y="725"/>
                  <a:pt x="780" y="720"/>
                  <a:pt x="773" y="720"/>
                </a:cubicBezTo>
                <a:close/>
                <a:moveTo>
                  <a:pt x="210" y="676"/>
                </a:moveTo>
                <a:cubicBezTo>
                  <a:pt x="210" y="683"/>
                  <a:pt x="205" y="689"/>
                  <a:pt x="198" y="689"/>
                </a:cubicBezTo>
                <a:cubicBezTo>
                  <a:pt x="157" y="689"/>
                  <a:pt x="157" y="689"/>
                  <a:pt x="157" y="689"/>
                </a:cubicBezTo>
                <a:cubicBezTo>
                  <a:pt x="150" y="689"/>
                  <a:pt x="145" y="683"/>
                  <a:pt x="145" y="676"/>
                </a:cubicBezTo>
                <a:cubicBezTo>
                  <a:pt x="145" y="635"/>
                  <a:pt x="145" y="635"/>
                  <a:pt x="145" y="635"/>
                </a:cubicBezTo>
                <a:cubicBezTo>
                  <a:pt x="145" y="628"/>
                  <a:pt x="150" y="623"/>
                  <a:pt x="157" y="623"/>
                </a:cubicBezTo>
                <a:cubicBezTo>
                  <a:pt x="198" y="623"/>
                  <a:pt x="198" y="623"/>
                  <a:pt x="198" y="623"/>
                </a:cubicBezTo>
                <a:cubicBezTo>
                  <a:pt x="205" y="623"/>
                  <a:pt x="210" y="629"/>
                  <a:pt x="210" y="635"/>
                </a:cubicBezTo>
                <a:lnTo>
                  <a:pt x="210" y="676"/>
                </a:lnTo>
                <a:close/>
                <a:moveTo>
                  <a:pt x="210" y="574"/>
                </a:moveTo>
                <a:cubicBezTo>
                  <a:pt x="210" y="581"/>
                  <a:pt x="205" y="587"/>
                  <a:pt x="198" y="587"/>
                </a:cubicBezTo>
                <a:cubicBezTo>
                  <a:pt x="157" y="587"/>
                  <a:pt x="157" y="587"/>
                  <a:pt x="157" y="587"/>
                </a:cubicBezTo>
                <a:cubicBezTo>
                  <a:pt x="150" y="587"/>
                  <a:pt x="145" y="581"/>
                  <a:pt x="145" y="574"/>
                </a:cubicBezTo>
                <a:cubicBezTo>
                  <a:pt x="145" y="534"/>
                  <a:pt x="145" y="534"/>
                  <a:pt x="145" y="534"/>
                </a:cubicBezTo>
                <a:cubicBezTo>
                  <a:pt x="145" y="527"/>
                  <a:pt x="150" y="521"/>
                  <a:pt x="157" y="521"/>
                </a:cubicBezTo>
                <a:cubicBezTo>
                  <a:pt x="198" y="521"/>
                  <a:pt x="198" y="521"/>
                  <a:pt x="198" y="521"/>
                </a:cubicBezTo>
                <a:cubicBezTo>
                  <a:pt x="205" y="521"/>
                  <a:pt x="210" y="527"/>
                  <a:pt x="210" y="534"/>
                </a:cubicBezTo>
                <a:lnTo>
                  <a:pt x="210" y="574"/>
                </a:lnTo>
                <a:close/>
                <a:moveTo>
                  <a:pt x="210" y="472"/>
                </a:moveTo>
                <a:cubicBezTo>
                  <a:pt x="210" y="479"/>
                  <a:pt x="205" y="485"/>
                  <a:pt x="198" y="485"/>
                </a:cubicBezTo>
                <a:cubicBezTo>
                  <a:pt x="157" y="485"/>
                  <a:pt x="157" y="485"/>
                  <a:pt x="157" y="485"/>
                </a:cubicBezTo>
                <a:cubicBezTo>
                  <a:pt x="150" y="485"/>
                  <a:pt x="145" y="479"/>
                  <a:pt x="145" y="472"/>
                </a:cubicBezTo>
                <a:cubicBezTo>
                  <a:pt x="145" y="432"/>
                  <a:pt x="145" y="432"/>
                  <a:pt x="145" y="432"/>
                </a:cubicBezTo>
                <a:cubicBezTo>
                  <a:pt x="145" y="425"/>
                  <a:pt x="150" y="419"/>
                  <a:pt x="157" y="419"/>
                </a:cubicBezTo>
                <a:cubicBezTo>
                  <a:pt x="198" y="419"/>
                  <a:pt x="198" y="419"/>
                  <a:pt x="198" y="419"/>
                </a:cubicBezTo>
                <a:cubicBezTo>
                  <a:pt x="205" y="419"/>
                  <a:pt x="210" y="425"/>
                  <a:pt x="210" y="432"/>
                </a:cubicBezTo>
                <a:lnTo>
                  <a:pt x="210" y="472"/>
                </a:lnTo>
                <a:close/>
                <a:moveTo>
                  <a:pt x="210" y="371"/>
                </a:moveTo>
                <a:cubicBezTo>
                  <a:pt x="210" y="378"/>
                  <a:pt x="205" y="383"/>
                  <a:pt x="198" y="383"/>
                </a:cubicBezTo>
                <a:cubicBezTo>
                  <a:pt x="157" y="383"/>
                  <a:pt x="157" y="383"/>
                  <a:pt x="157" y="383"/>
                </a:cubicBezTo>
                <a:cubicBezTo>
                  <a:pt x="150" y="383"/>
                  <a:pt x="145" y="378"/>
                  <a:pt x="145" y="371"/>
                </a:cubicBezTo>
                <a:cubicBezTo>
                  <a:pt x="145" y="330"/>
                  <a:pt x="145" y="330"/>
                  <a:pt x="145" y="330"/>
                </a:cubicBezTo>
                <a:cubicBezTo>
                  <a:pt x="145" y="323"/>
                  <a:pt x="150" y="317"/>
                  <a:pt x="157" y="317"/>
                </a:cubicBezTo>
                <a:cubicBezTo>
                  <a:pt x="198" y="317"/>
                  <a:pt x="198" y="317"/>
                  <a:pt x="198" y="317"/>
                </a:cubicBezTo>
                <a:cubicBezTo>
                  <a:pt x="205" y="317"/>
                  <a:pt x="210" y="323"/>
                  <a:pt x="210" y="330"/>
                </a:cubicBezTo>
                <a:lnTo>
                  <a:pt x="210" y="371"/>
                </a:lnTo>
                <a:close/>
                <a:moveTo>
                  <a:pt x="210" y="269"/>
                </a:moveTo>
                <a:cubicBezTo>
                  <a:pt x="210" y="276"/>
                  <a:pt x="205" y="281"/>
                  <a:pt x="198" y="281"/>
                </a:cubicBezTo>
                <a:cubicBezTo>
                  <a:pt x="157" y="281"/>
                  <a:pt x="157" y="281"/>
                  <a:pt x="157" y="281"/>
                </a:cubicBezTo>
                <a:cubicBezTo>
                  <a:pt x="150" y="281"/>
                  <a:pt x="145" y="276"/>
                  <a:pt x="145" y="269"/>
                </a:cubicBezTo>
                <a:cubicBezTo>
                  <a:pt x="145" y="228"/>
                  <a:pt x="145" y="228"/>
                  <a:pt x="145" y="228"/>
                </a:cubicBezTo>
                <a:cubicBezTo>
                  <a:pt x="145" y="221"/>
                  <a:pt x="150" y="216"/>
                  <a:pt x="157" y="216"/>
                </a:cubicBezTo>
                <a:cubicBezTo>
                  <a:pt x="198" y="216"/>
                  <a:pt x="198" y="216"/>
                  <a:pt x="198" y="216"/>
                </a:cubicBezTo>
                <a:cubicBezTo>
                  <a:pt x="205" y="216"/>
                  <a:pt x="210" y="221"/>
                  <a:pt x="210" y="228"/>
                </a:cubicBezTo>
                <a:lnTo>
                  <a:pt x="210" y="269"/>
                </a:lnTo>
                <a:close/>
                <a:moveTo>
                  <a:pt x="333" y="676"/>
                </a:moveTo>
                <a:cubicBezTo>
                  <a:pt x="333" y="683"/>
                  <a:pt x="327" y="689"/>
                  <a:pt x="320" y="689"/>
                </a:cubicBezTo>
                <a:cubicBezTo>
                  <a:pt x="280" y="689"/>
                  <a:pt x="280" y="689"/>
                  <a:pt x="280" y="689"/>
                </a:cubicBezTo>
                <a:cubicBezTo>
                  <a:pt x="273" y="689"/>
                  <a:pt x="267" y="683"/>
                  <a:pt x="267" y="676"/>
                </a:cubicBezTo>
                <a:cubicBezTo>
                  <a:pt x="267" y="635"/>
                  <a:pt x="267" y="635"/>
                  <a:pt x="267" y="635"/>
                </a:cubicBezTo>
                <a:cubicBezTo>
                  <a:pt x="267" y="628"/>
                  <a:pt x="273" y="623"/>
                  <a:pt x="280" y="623"/>
                </a:cubicBezTo>
                <a:cubicBezTo>
                  <a:pt x="320" y="623"/>
                  <a:pt x="320" y="623"/>
                  <a:pt x="320" y="623"/>
                </a:cubicBezTo>
                <a:cubicBezTo>
                  <a:pt x="327" y="623"/>
                  <a:pt x="333" y="629"/>
                  <a:pt x="333" y="635"/>
                </a:cubicBezTo>
                <a:lnTo>
                  <a:pt x="333" y="676"/>
                </a:lnTo>
                <a:close/>
                <a:moveTo>
                  <a:pt x="333" y="574"/>
                </a:moveTo>
                <a:cubicBezTo>
                  <a:pt x="333" y="581"/>
                  <a:pt x="327" y="587"/>
                  <a:pt x="320" y="587"/>
                </a:cubicBezTo>
                <a:cubicBezTo>
                  <a:pt x="280" y="587"/>
                  <a:pt x="280" y="587"/>
                  <a:pt x="280" y="587"/>
                </a:cubicBezTo>
                <a:cubicBezTo>
                  <a:pt x="273" y="587"/>
                  <a:pt x="267" y="581"/>
                  <a:pt x="267" y="574"/>
                </a:cubicBezTo>
                <a:cubicBezTo>
                  <a:pt x="267" y="534"/>
                  <a:pt x="267" y="534"/>
                  <a:pt x="267" y="534"/>
                </a:cubicBezTo>
                <a:cubicBezTo>
                  <a:pt x="267" y="527"/>
                  <a:pt x="273" y="521"/>
                  <a:pt x="280" y="521"/>
                </a:cubicBezTo>
                <a:cubicBezTo>
                  <a:pt x="320" y="521"/>
                  <a:pt x="320" y="521"/>
                  <a:pt x="320" y="521"/>
                </a:cubicBezTo>
                <a:cubicBezTo>
                  <a:pt x="327" y="521"/>
                  <a:pt x="333" y="527"/>
                  <a:pt x="333" y="534"/>
                </a:cubicBezTo>
                <a:lnTo>
                  <a:pt x="333" y="574"/>
                </a:lnTo>
                <a:close/>
                <a:moveTo>
                  <a:pt x="333" y="472"/>
                </a:moveTo>
                <a:cubicBezTo>
                  <a:pt x="333" y="479"/>
                  <a:pt x="327" y="485"/>
                  <a:pt x="320" y="485"/>
                </a:cubicBezTo>
                <a:cubicBezTo>
                  <a:pt x="280" y="485"/>
                  <a:pt x="280" y="485"/>
                  <a:pt x="280" y="485"/>
                </a:cubicBezTo>
                <a:cubicBezTo>
                  <a:pt x="273" y="485"/>
                  <a:pt x="267" y="479"/>
                  <a:pt x="267" y="472"/>
                </a:cubicBezTo>
                <a:cubicBezTo>
                  <a:pt x="267" y="432"/>
                  <a:pt x="267" y="432"/>
                  <a:pt x="267" y="432"/>
                </a:cubicBezTo>
                <a:cubicBezTo>
                  <a:pt x="267" y="425"/>
                  <a:pt x="273" y="419"/>
                  <a:pt x="280" y="419"/>
                </a:cubicBezTo>
                <a:cubicBezTo>
                  <a:pt x="320" y="419"/>
                  <a:pt x="320" y="419"/>
                  <a:pt x="320" y="419"/>
                </a:cubicBezTo>
                <a:cubicBezTo>
                  <a:pt x="327" y="419"/>
                  <a:pt x="333" y="425"/>
                  <a:pt x="333" y="432"/>
                </a:cubicBezTo>
                <a:lnTo>
                  <a:pt x="333" y="472"/>
                </a:lnTo>
                <a:close/>
                <a:moveTo>
                  <a:pt x="333" y="371"/>
                </a:moveTo>
                <a:cubicBezTo>
                  <a:pt x="333" y="378"/>
                  <a:pt x="327" y="383"/>
                  <a:pt x="320" y="383"/>
                </a:cubicBezTo>
                <a:cubicBezTo>
                  <a:pt x="280" y="383"/>
                  <a:pt x="280" y="383"/>
                  <a:pt x="280" y="383"/>
                </a:cubicBezTo>
                <a:cubicBezTo>
                  <a:pt x="273" y="383"/>
                  <a:pt x="267" y="378"/>
                  <a:pt x="267" y="371"/>
                </a:cubicBezTo>
                <a:cubicBezTo>
                  <a:pt x="267" y="330"/>
                  <a:pt x="267" y="330"/>
                  <a:pt x="267" y="330"/>
                </a:cubicBezTo>
                <a:cubicBezTo>
                  <a:pt x="267" y="323"/>
                  <a:pt x="273" y="317"/>
                  <a:pt x="280" y="317"/>
                </a:cubicBezTo>
                <a:cubicBezTo>
                  <a:pt x="320" y="317"/>
                  <a:pt x="320" y="317"/>
                  <a:pt x="320" y="317"/>
                </a:cubicBezTo>
                <a:cubicBezTo>
                  <a:pt x="327" y="317"/>
                  <a:pt x="333" y="323"/>
                  <a:pt x="333" y="330"/>
                </a:cubicBezTo>
                <a:lnTo>
                  <a:pt x="333" y="371"/>
                </a:lnTo>
                <a:close/>
                <a:moveTo>
                  <a:pt x="333" y="269"/>
                </a:moveTo>
                <a:cubicBezTo>
                  <a:pt x="333" y="276"/>
                  <a:pt x="327" y="281"/>
                  <a:pt x="320" y="281"/>
                </a:cubicBezTo>
                <a:cubicBezTo>
                  <a:pt x="280" y="281"/>
                  <a:pt x="280" y="281"/>
                  <a:pt x="280" y="281"/>
                </a:cubicBezTo>
                <a:cubicBezTo>
                  <a:pt x="273" y="281"/>
                  <a:pt x="267" y="276"/>
                  <a:pt x="267" y="269"/>
                </a:cubicBezTo>
                <a:cubicBezTo>
                  <a:pt x="267" y="228"/>
                  <a:pt x="267" y="228"/>
                  <a:pt x="267" y="228"/>
                </a:cubicBezTo>
                <a:cubicBezTo>
                  <a:pt x="267" y="221"/>
                  <a:pt x="273" y="216"/>
                  <a:pt x="280" y="216"/>
                </a:cubicBezTo>
                <a:cubicBezTo>
                  <a:pt x="320" y="216"/>
                  <a:pt x="320" y="216"/>
                  <a:pt x="320" y="216"/>
                </a:cubicBezTo>
                <a:cubicBezTo>
                  <a:pt x="327" y="216"/>
                  <a:pt x="333" y="221"/>
                  <a:pt x="333" y="228"/>
                </a:cubicBezTo>
                <a:lnTo>
                  <a:pt x="333" y="269"/>
                </a:lnTo>
                <a:close/>
                <a:moveTo>
                  <a:pt x="333" y="167"/>
                </a:moveTo>
                <a:cubicBezTo>
                  <a:pt x="333" y="174"/>
                  <a:pt x="327" y="180"/>
                  <a:pt x="320" y="180"/>
                </a:cubicBezTo>
                <a:cubicBezTo>
                  <a:pt x="280" y="180"/>
                  <a:pt x="280" y="180"/>
                  <a:pt x="280" y="180"/>
                </a:cubicBezTo>
                <a:cubicBezTo>
                  <a:pt x="273" y="180"/>
                  <a:pt x="267" y="174"/>
                  <a:pt x="267" y="167"/>
                </a:cubicBezTo>
                <a:cubicBezTo>
                  <a:pt x="267" y="126"/>
                  <a:pt x="267" y="126"/>
                  <a:pt x="267" y="126"/>
                </a:cubicBezTo>
                <a:cubicBezTo>
                  <a:pt x="267" y="119"/>
                  <a:pt x="273" y="114"/>
                  <a:pt x="280" y="114"/>
                </a:cubicBezTo>
                <a:cubicBezTo>
                  <a:pt x="320" y="114"/>
                  <a:pt x="320" y="114"/>
                  <a:pt x="320" y="114"/>
                </a:cubicBezTo>
                <a:cubicBezTo>
                  <a:pt x="327" y="114"/>
                  <a:pt x="333" y="120"/>
                  <a:pt x="333" y="126"/>
                </a:cubicBezTo>
                <a:lnTo>
                  <a:pt x="333" y="167"/>
                </a:lnTo>
                <a:close/>
                <a:moveTo>
                  <a:pt x="633" y="676"/>
                </a:moveTo>
                <a:cubicBezTo>
                  <a:pt x="633" y="683"/>
                  <a:pt x="627" y="689"/>
                  <a:pt x="621" y="689"/>
                </a:cubicBezTo>
                <a:cubicBezTo>
                  <a:pt x="580" y="689"/>
                  <a:pt x="580" y="689"/>
                  <a:pt x="580" y="689"/>
                </a:cubicBezTo>
                <a:cubicBezTo>
                  <a:pt x="573" y="689"/>
                  <a:pt x="567" y="683"/>
                  <a:pt x="567" y="676"/>
                </a:cubicBezTo>
                <a:cubicBezTo>
                  <a:pt x="567" y="635"/>
                  <a:pt x="567" y="635"/>
                  <a:pt x="567" y="635"/>
                </a:cubicBezTo>
                <a:cubicBezTo>
                  <a:pt x="567" y="628"/>
                  <a:pt x="573" y="623"/>
                  <a:pt x="580" y="623"/>
                </a:cubicBezTo>
                <a:cubicBezTo>
                  <a:pt x="621" y="623"/>
                  <a:pt x="621" y="623"/>
                  <a:pt x="621" y="623"/>
                </a:cubicBezTo>
                <a:cubicBezTo>
                  <a:pt x="628" y="623"/>
                  <a:pt x="633" y="629"/>
                  <a:pt x="633" y="635"/>
                </a:cubicBezTo>
                <a:lnTo>
                  <a:pt x="633" y="676"/>
                </a:lnTo>
                <a:close/>
                <a:moveTo>
                  <a:pt x="633" y="574"/>
                </a:moveTo>
                <a:cubicBezTo>
                  <a:pt x="633" y="581"/>
                  <a:pt x="627" y="587"/>
                  <a:pt x="621" y="587"/>
                </a:cubicBezTo>
                <a:cubicBezTo>
                  <a:pt x="580" y="587"/>
                  <a:pt x="580" y="587"/>
                  <a:pt x="580" y="587"/>
                </a:cubicBezTo>
                <a:cubicBezTo>
                  <a:pt x="573" y="587"/>
                  <a:pt x="567" y="581"/>
                  <a:pt x="567" y="574"/>
                </a:cubicBezTo>
                <a:cubicBezTo>
                  <a:pt x="567" y="534"/>
                  <a:pt x="567" y="534"/>
                  <a:pt x="567" y="534"/>
                </a:cubicBezTo>
                <a:cubicBezTo>
                  <a:pt x="567" y="527"/>
                  <a:pt x="573" y="521"/>
                  <a:pt x="580" y="521"/>
                </a:cubicBezTo>
                <a:cubicBezTo>
                  <a:pt x="621" y="521"/>
                  <a:pt x="621" y="521"/>
                  <a:pt x="621" y="521"/>
                </a:cubicBezTo>
                <a:cubicBezTo>
                  <a:pt x="628" y="521"/>
                  <a:pt x="633" y="527"/>
                  <a:pt x="633" y="534"/>
                </a:cubicBezTo>
                <a:lnTo>
                  <a:pt x="633" y="574"/>
                </a:lnTo>
                <a:close/>
                <a:moveTo>
                  <a:pt x="633" y="472"/>
                </a:moveTo>
                <a:cubicBezTo>
                  <a:pt x="633" y="479"/>
                  <a:pt x="627" y="485"/>
                  <a:pt x="621" y="485"/>
                </a:cubicBezTo>
                <a:cubicBezTo>
                  <a:pt x="580" y="485"/>
                  <a:pt x="580" y="485"/>
                  <a:pt x="580" y="485"/>
                </a:cubicBezTo>
                <a:cubicBezTo>
                  <a:pt x="573" y="485"/>
                  <a:pt x="567" y="479"/>
                  <a:pt x="567" y="472"/>
                </a:cubicBezTo>
                <a:cubicBezTo>
                  <a:pt x="567" y="432"/>
                  <a:pt x="567" y="432"/>
                  <a:pt x="567" y="432"/>
                </a:cubicBezTo>
                <a:cubicBezTo>
                  <a:pt x="567" y="425"/>
                  <a:pt x="573" y="419"/>
                  <a:pt x="580" y="419"/>
                </a:cubicBezTo>
                <a:cubicBezTo>
                  <a:pt x="621" y="419"/>
                  <a:pt x="621" y="419"/>
                  <a:pt x="621" y="419"/>
                </a:cubicBezTo>
                <a:cubicBezTo>
                  <a:pt x="628" y="419"/>
                  <a:pt x="633" y="425"/>
                  <a:pt x="633" y="432"/>
                </a:cubicBezTo>
                <a:lnTo>
                  <a:pt x="633" y="472"/>
                </a:lnTo>
                <a:close/>
                <a:moveTo>
                  <a:pt x="633" y="371"/>
                </a:moveTo>
                <a:cubicBezTo>
                  <a:pt x="633" y="378"/>
                  <a:pt x="627" y="383"/>
                  <a:pt x="621" y="383"/>
                </a:cubicBezTo>
                <a:cubicBezTo>
                  <a:pt x="580" y="383"/>
                  <a:pt x="580" y="383"/>
                  <a:pt x="580" y="383"/>
                </a:cubicBezTo>
                <a:cubicBezTo>
                  <a:pt x="573" y="383"/>
                  <a:pt x="567" y="378"/>
                  <a:pt x="567" y="371"/>
                </a:cubicBezTo>
                <a:cubicBezTo>
                  <a:pt x="567" y="330"/>
                  <a:pt x="567" y="330"/>
                  <a:pt x="567" y="330"/>
                </a:cubicBezTo>
                <a:cubicBezTo>
                  <a:pt x="567" y="323"/>
                  <a:pt x="573" y="317"/>
                  <a:pt x="580" y="317"/>
                </a:cubicBezTo>
                <a:cubicBezTo>
                  <a:pt x="621" y="317"/>
                  <a:pt x="621" y="317"/>
                  <a:pt x="621" y="317"/>
                </a:cubicBezTo>
                <a:cubicBezTo>
                  <a:pt x="628" y="317"/>
                  <a:pt x="633" y="323"/>
                  <a:pt x="633" y="330"/>
                </a:cubicBezTo>
                <a:lnTo>
                  <a:pt x="633" y="371"/>
                </a:lnTo>
                <a:close/>
                <a:moveTo>
                  <a:pt x="633" y="269"/>
                </a:moveTo>
                <a:cubicBezTo>
                  <a:pt x="633" y="276"/>
                  <a:pt x="627" y="281"/>
                  <a:pt x="621" y="281"/>
                </a:cubicBezTo>
                <a:cubicBezTo>
                  <a:pt x="580" y="281"/>
                  <a:pt x="580" y="281"/>
                  <a:pt x="580" y="281"/>
                </a:cubicBezTo>
                <a:cubicBezTo>
                  <a:pt x="573" y="281"/>
                  <a:pt x="567" y="276"/>
                  <a:pt x="567" y="269"/>
                </a:cubicBezTo>
                <a:cubicBezTo>
                  <a:pt x="567" y="228"/>
                  <a:pt x="567" y="228"/>
                  <a:pt x="567" y="228"/>
                </a:cubicBezTo>
                <a:cubicBezTo>
                  <a:pt x="567" y="221"/>
                  <a:pt x="573" y="216"/>
                  <a:pt x="580" y="216"/>
                </a:cubicBezTo>
                <a:cubicBezTo>
                  <a:pt x="621" y="216"/>
                  <a:pt x="621" y="216"/>
                  <a:pt x="621" y="216"/>
                </a:cubicBezTo>
                <a:cubicBezTo>
                  <a:pt x="628" y="216"/>
                  <a:pt x="633" y="221"/>
                  <a:pt x="633" y="228"/>
                </a:cubicBezTo>
                <a:lnTo>
                  <a:pt x="633" y="269"/>
                </a:ln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2" name="Freeform 5"/>
          <p:cNvSpPr>
            <a:spLocks noEditPoints="1"/>
          </p:cNvSpPr>
          <p:nvPr/>
        </p:nvSpPr>
        <p:spPr bwMode="auto">
          <a:xfrm>
            <a:off x="3656621" y="2035269"/>
            <a:ext cx="562948" cy="403967"/>
          </a:xfrm>
          <a:custGeom>
            <a:avLst/>
            <a:gdLst>
              <a:gd name="T0" fmla="*/ 304 w 756"/>
              <a:gd name="T1" fmla="*/ 504 h 542"/>
              <a:gd name="T2" fmla="*/ 183 w 756"/>
              <a:gd name="T3" fmla="*/ 421 h 542"/>
              <a:gd name="T4" fmla="*/ 128 w 756"/>
              <a:gd name="T5" fmla="*/ 409 h 542"/>
              <a:gd name="T6" fmla="*/ 124 w 756"/>
              <a:gd name="T7" fmla="*/ 290 h 542"/>
              <a:gd name="T8" fmla="*/ 128 w 756"/>
              <a:gd name="T9" fmla="*/ 256 h 542"/>
              <a:gd name="T10" fmla="*/ 190 w 756"/>
              <a:gd name="T11" fmla="*/ 313 h 542"/>
              <a:gd name="T12" fmla="*/ 245 w 756"/>
              <a:gd name="T13" fmla="*/ 370 h 542"/>
              <a:gd name="T14" fmla="*/ 303 w 756"/>
              <a:gd name="T15" fmla="*/ 420 h 542"/>
              <a:gd name="T16" fmla="*/ 352 w 756"/>
              <a:gd name="T17" fmla="*/ 465 h 542"/>
              <a:gd name="T18" fmla="*/ 405 w 756"/>
              <a:gd name="T19" fmla="*/ 498 h 542"/>
              <a:gd name="T20" fmla="*/ 417 w 756"/>
              <a:gd name="T21" fmla="*/ 469 h 542"/>
              <a:gd name="T22" fmla="*/ 362 w 756"/>
              <a:gd name="T23" fmla="*/ 413 h 542"/>
              <a:gd name="T24" fmla="*/ 465 w 756"/>
              <a:gd name="T25" fmla="*/ 474 h 542"/>
              <a:gd name="T26" fmla="*/ 493 w 756"/>
              <a:gd name="T27" fmla="*/ 435 h 542"/>
              <a:gd name="T28" fmla="*/ 395 w 756"/>
              <a:gd name="T29" fmla="*/ 350 h 542"/>
              <a:gd name="T30" fmla="*/ 516 w 756"/>
              <a:gd name="T31" fmla="*/ 424 h 542"/>
              <a:gd name="T32" fmla="*/ 562 w 756"/>
              <a:gd name="T33" fmla="*/ 429 h 542"/>
              <a:gd name="T34" fmla="*/ 438 w 756"/>
              <a:gd name="T35" fmla="*/ 308 h 542"/>
              <a:gd name="T36" fmla="*/ 422 w 756"/>
              <a:gd name="T37" fmla="*/ 285 h 542"/>
              <a:gd name="T38" fmla="*/ 452 w 756"/>
              <a:gd name="T39" fmla="*/ 292 h 542"/>
              <a:gd name="T40" fmla="*/ 615 w 756"/>
              <a:gd name="T41" fmla="*/ 376 h 542"/>
              <a:gd name="T42" fmla="*/ 412 w 756"/>
              <a:gd name="T43" fmla="*/ 160 h 542"/>
              <a:gd name="T44" fmla="*/ 280 w 756"/>
              <a:gd name="T45" fmla="*/ 244 h 542"/>
              <a:gd name="T46" fmla="*/ 233 w 756"/>
              <a:gd name="T47" fmla="*/ 219 h 542"/>
              <a:gd name="T48" fmla="*/ 263 w 756"/>
              <a:gd name="T49" fmla="*/ 104 h 542"/>
              <a:gd name="T50" fmla="*/ 231 w 756"/>
              <a:gd name="T51" fmla="*/ 74 h 542"/>
              <a:gd name="T52" fmla="*/ 345 w 756"/>
              <a:gd name="T53" fmla="*/ 61 h 542"/>
              <a:gd name="T54" fmla="*/ 533 w 756"/>
              <a:gd name="T55" fmla="*/ 75 h 542"/>
              <a:gd name="T56" fmla="*/ 640 w 756"/>
              <a:gd name="T57" fmla="*/ 270 h 542"/>
              <a:gd name="T58" fmla="*/ 643 w 756"/>
              <a:gd name="T59" fmla="*/ 345 h 542"/>
              <a:gd name="T60" fmla="*/ 589 w 756"/>
              <a:gd name="T61" fmla="*/ 428 h 542"/>
              <a:gd name="T62" fmla="*/ 461 w 756"/>
              <a:gd name="T63" fmla="*/ 499 h 542"/>
              <a:gd name="T64" fmla="*/ 403 w 756"/>
              <a:gd name="T65" fmla="*/ 520 h 542"/>
              <a:gd name="T66" fmla="*/ 331 w 756"/>
              <a:gd name="T67" fmla="*/ 542 h 542"/>
              <a:gd name="T68" fmla="*/ 173 w 756"/>
              <a:gd name="T69" fmla="*/ 24 h 542"/>
              <a:gd name="T70" fmla="*/ 80 w 756"/>
              <a:gd name="T71" fmla="*/ 266 h 542"/>
              <a:gd name="T72" fmla="*/ 0 w 756"/>
              <a:gd name="T73" fmla="*/ 248 h 542"/>
              <a:gd name="T74" fmla="*/ 62 w 756"/>
              <a:gd name="T75" fmla="*/ 116 h 542"/>
              <a:gd name="T76" fmla="*/ 129 w 756"/>
              <a:gd name="T77" fmla="*/ 0 h 542"/>
              <a:gd name="T78" fmla="*/ 652 w 756"/>
              <a:gd name="T79" fmla="*/ 37 h 542"/>
              <a:gd name="T80" fmla="*/ 732 w 756"/>
              <a:gd name="T81" fmla="*/ 262 h 542"/>
              <a:gd name="T82" fmla="*/ 572 w 756"/>
              <a:gd name="T83" fmla="*/ 58 h 542"/>
              <a:gd name="T84" fmla="*/ 621 w 756"/>
              <a:gd name="T85" fmla="*/ 0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6" h="542">
                <a:moveTo>
                  <a:pt x="331" y="542"/>
                </a:moveTo>
                <a:cubicBezTo>
                  <a:pt x="322" y="530"/>
                  <a:pt x="313" y="517"/>
                  <a:pt x="304" y="504"/>
                </a:cubicBezTo>
                <a:cubicBezTo>
                  <a:pt x="261" y="521"/>
                  <a:pt x="249" y="514"/>
                  <a:pt x="244" y="466"/>
                </a:cubicBezTo>
                <a:cubicBezTo>
                  <a:pt x="210" y="475"/>
                  <a:pt x="188" y="477"/>
                  <a:pt x="183" y="421"/>
                </a:cubicBezTo>
                <a:cubicBezTo>
                  <a:pt x="175" y="423"/>
                  <a:pt x="167" y="427"/>
                  <a:pt x="161" y="425"/>
                </a:cubicBezTo>
                <a:cubicBezTo>
                  <a:pt x="149" y="422"/>
                  <a:pt x="134" y="418"/>
                  <a:pt x="128" y="409"/>
                </a:cubicBezTo>
                <a:cubicBezTo>
                  <a:pt x="123" y="401"/>
                  <a:pt x="122" y="380"/>
                  <a:pt x="128" y="374"/>
                </a:cubicBezTo>
                <a:cubicBezTo>
                  <a:pt x="160" y="343"/>
                  <a:pt x="151" y="317"/>
                  <a:pt x="124" y="290"/>
                </a:cubicBezTo>
                <a:cubicBezTo>
                  <a:pt x="118" y="284"/>
                  <a:pt x="121" y="269"/>
                  <a:pt x="120" y="259"/>
                </a:cubicBezTo>
                <a:cubicBezTo>
                  <a:pt x="122" y="258"/>
                  <a:pt x="125" y="257"/>
                  <a:pt x="128" y="256"/>
                </a:cubicBezTo>
                <a:cubicBezTo>
                  <a:pt x="140" y="270"/>
                  <a:pt x="150" y="286"/>
                  <a:pt x="163" y="299"/>
                </a:cubicBezTo>
                <a:cubicBezTo>
                  <a:pt x="170" y="306"/>
                  <a:pt x="180" y="312"/>
                  <a:pt x="190" y="313"/>
                </a:cubicBezTo>
                <a:cubicBezTo>
                  <a:pt x="213" y="314"/>
                  <a:pt x="223" y="326"/>
                  <a:pt x="224" y="348"/>
                </a:cubicBezTo>
                <a:cubicBezTo>
                  <a:pt x="224" y="363"/>
                  <a:pt x="231" y="367"/>
                  <a:pt x="245" y="370"/>
                </a:cubicBezTo>
                <a:cubicBezTo>
                  <a:pt x="257" y="373"/>
                  <a:pt x="269" y="385"/>
                  <a:pt x="274" y="395"/>
                </a:cubicBezTo>
                <a:cubicBezTo>
                  <a:pt x="280" y="410"/>
                  <a:pt x="288" y="416"/>
                  <a:pt x="303" y="420"/>
                </a:cubicBezTo>
                <a:cubicBezTo>
                  <a:pt x="313" y="422"/>
                  <a:pt x="322" y="432"/>
                  <a:pt x="330" y="440"/>
                </a:cubicBezTo>
                <a:cubicBezTo>
                  <a:pt x="338" y="448"/>
                  <a:pt x="344" y="457"/>
                  <a:pt x="352" y="465"/>
                </a:cubicBezTo>
                <a:cubicBezTo>
                  <a:pt x="361" y="473"/>
                  <a:pt x="371" y="480"/>
                  <a:pt x="381" y="486"/>
                </a:cubicBezTo>
                <a:cubicBezTo>
                  <a:pt x="388" y="491"/>
                  <a:pt x="397" y="497"/>
                  <a:pt x="405" y="498"/>
                </a:cubicBezTo>
                <a:cubicBezTo>
                  <a:pt x="411" y="498"/>
                  <a:pt x="421" y="492"/>
                  <a:pt x="424" y="487"/>
                </a:cubicBezTo>
                <a:cubicBezTo>
                  <a:pt x="427" y="484"/>
                  <a:pt x="422" y="473"/>
                  <a:pt x="417" y="469"/>
                </a:cubicBezTo>
                <a:cubicBezTo>
                  <a:pt x="402" y="455"/>
                  <a:pt x="384" y="444"/>
                  <a:pt x="369" y="430"/>
                </a:cubicBezTo>
                <a:cubicBezTo>
                  <a:pt x="365" y="427"/>
                  <a:pt x="364" y="419"/>
                  <a:pt x="362" y="413"/>
                </a:cubicBezTo>
                <a:cubicBezTo>
                  <a:pt x="368" y="414"/>
                  <a:pt x="376" y="412"/>
                  <a:pt x="381" y="415"/>
                </a:cubicBezTo>
                <a:cubicBezTo>
                  <a:pt x="409" y="434"/>
                  <a:pt x="437" y="454"/>
                  <a:pt x="465" y="474"/>
                </a:cubicBezTo>
                <a:cubicBezTo>
                  <a:pt x="478" y="483"/>
                  <a:pt x="492" y="489"/>
                  <a:pt x="503" y="473"/>
                </a:cubicBezTo>
                <a:cubicBezTo>
                  <a:pt x="515" y="458"/>
                  <a:pt x="507" y="445"/>
                  <a:pt x="493" y="435"/>
                </a:cubicBezTo>
                <a:cubicBezTo>
                  <a:pt x="463" y="414"/>
                  <a:pt x="434" y="393"/>
                  <a:pt x="406" y="371"/>
                </a:cubicBezTo>
                <a:cubicBezTo>
                  <a:pt x="400" y="367"/>
                  <a:pt x="398" y="357"/>
                  <a:pt x="395" y="350"/>
                </a:cubicBezTo>
                <a:cubicBezTo>
                  <a:pt x="402" y="351"/>
                  <a:pt x="411" y="350"/>
                  <a:pt x="417" y="354"/>
                </a:cubicBezTo>
                <a:cubicBezTo>
                  <a:pt x="450" y="377"/>
                  <a:pt x="483" y="401"/>
                  <a:pt x="516" y="424"/>
                </a:cubicBezTo>
                <a:cubicBezTo>
                  <a:pt x="520" y="427"/>
                  <a:pt x="524" y="429"/>
                  <a:pt x="528" y="432"/>
                </a:cubicBezTo>
                <a:cubicBezTo>
                  <a:pt x="540" y="440"/>
                  <a:pt x="552" y="443"/>
                  <a:pt x="562" y="429"/>
                </a:cubicBezTo>
                <a:cubicBezTo>
                  <a:pt x="572" y="415"/>
                  <a:pt x="568" y="403"/>
                  <a:pt x="555" y="394"/>
                </a:cubicBezTo>
                <a:cubicBezTo>
                  <a:pt x="516" y="365"/>
                  <a:pt x="477" y="337"/>
                  <a:pt x="438" y="308"/>
                </a:cubicBezTo>
                <a:cubicBezTo>
                  <a:pt x="434" y="305"/>
                  <a:pt x="428" y="303"/>
                  <a:pt x="425" y="299"/>
                </a:cubicBezTo>
                <a:cubicBezTo>
                  <a:pt x="423" y="295"/>
                  <a:pt x="423" y="289"/>
                  <a:pt x="422" y="285"/>
                </a:cubicBezTo>
                <a:cubicBezTo>
                  <a:pt x="426" y="284"/>
                  <a:pt x="431" y="281"/>
                  <a:pt x="435" y="282"/>
                </a:cubicBezTo>
                <a:cubicBezTo>
                  <a:pt x="441" y="284"/>
                  <a:pt x="447" y="288"/>
                  <a:pt x="452" y="292"/>
                </a:cubicBezTo>
                <a:cubicBezTo>
                  <a:pt x="492" y="320"/>
                  <a:pt x="531" y="348"/>
                  <a:pt x="570" y="376"/>
                </a:cubicBezTo>
                <a:cubicBezTo>
                  <a:pt x="585" y="387"/>
                  <a:pt x="600" y="392"/>
                  <a:pt x="615" y="376"/>
                </a:cubicBezTo>
                <a:cubicBezTo>
                  <a:pt x="627" y="362"/>
                  <a:pt x="625" y="346"/>
                  <a:pt x="607" y="330"/>
                </a:cubicBezTo>
                <a:cubicBezTo>
                  <a:pt x="542" y="273"/>
                  <a:pt x="477" y="216"/>
                  <a:pt x="412" y="160"/>
                </a:cubicBezTo>
                <a:cubicBezTo>
                  <a:pt x="385" y="137"/>
                  <a:pt x="348" y="149"/>
                  <a:pt x="339" y="183"/>
                </a:cubicBezTo>
                <a:cubicBezTo>
                  <a:pt x="330" y="214"/>
                  <a:pt x="312" y="236"/>
                  <a:pt x="280" y="244"/>
                </a:cubicBezTo>
                <a:cubicBezTo>
                  <a:pt x="269" y="247"/>
                  <a:pt x="255" y="243"/>
                  <a:pt x="243" y="239"/>
                </a:cubicBezTo>
                <a:cubicBezTo>
                  <a:pt x="238" y="237"/>
                  <a:pt x="232" y="225"/>
                  <a:pt x="233" y="219"/>
                </a:cubicBezTo>
                <a:cubicBezTo>
                  <a:pt x="237" y="195"/>
                  <a:pt x="242" y="172"/>
                  <a:pt x="248" y="148"/>
                </a:cubicBezTo>
                <a:cubicBezTo>
                  <a:pt x="252" y="134"/>
                  <a:pt x="257" y="121"/>
                  <a:pt x="263" y="104"/>
                </a:cubicBezTo>
                <a:cubicBezTo>
                  <a:pt x="197" y="104"/>
                  <a:pt x="197" y="104"/>
                  <a:pt x="197" y="104"/>
                </a:cubicBezTo>
                <a:cubicBezTo>
                  <a:pt x="200" y="81"/>
                  <a:pt x="210" y="72"/>
                  <a:pt x="231" y="74"/>
                </a:cubicBezTo>
                <a:cubicBezTo>
                  <a:pt x="246" y="76"/>
                  <a:pt x="262" y="76"/>
                  <a:pt x="277" y="74"/>
                </a:cubicBezTo>
                <a:cubicBezTo>
                  <a:pt x="300" y="71"/>
                  <a:pt x="323" y="69"/>
                  <a:pt x="345" y="61"/>
                </a:cubicBezTo>
                <a:cubicBezTo>
                  <a:pt x="383" y="48"/>
                  <a:pt x="420" y="49"/>
                  <a:pt x="458" y="59"/>
                </a:cubicBezTo>
                <a:cubicBezTo>
                  <a:pt x="483" y="65"/>
                  <a:pt x="508" y="69"/>
                  <a:pt x="533" y="75"/>
                </a:cubicBezTo>
                <a:cubicBezTo>
                  <a:pt x="540" y="77"/>
                  <a:pt x="549" y="83"/>
                  <a:pt x="552" y="89"/>
                </a:cubicBezTo>
                <a:cubicBezTo>
                  <a:pt x="582" y="149"/>
                  <a:pt x="611" y="209"/>
                  <a:pt x="640" y="270"/>
                </a:cubicBezTo>
                <a:cubicBezTo>
                  <a:pt x="642" y="275"/>
                  <a:pt x="644" y="283"/>
                  <a:pt x="642" y="287"/>
                </a:cubicBezTo>
                <a:cubicBezTo>
                  <a:pt x="629" y="307"/>
                  <a:pt x="635" y="325"/>
                  <a:pt x="643" y="345"/>
                </a:cubicBezTo>
                <a:cubicBezTo>
                  <a:pt x="652" y="369"/>
                  <a:pt x="637" y="397"/>
                  <a:pt x="611" y="404"/>
                </a:cubicBezTo>
                <a:cubicBezTo>
                  <a:pt x="597" y="408"/>
                  <a:pt x="592" y="415"/>
                  <a:pt x="589" y="428"/>
                </a:cubicBezTo>
                <a:cubicBezTo>
                  <a:pt x="581" y="455"/>
                  <a:pt x="558" y="461"/>
                  <a:pt x="534" y="463"/>
                </a:cubicBezTo>
                <a:cubicBezTo>
                  <a:pt x="518" y="504"/>
                  <a:pt x="503" y="511"/>
                  <a:pt x="461" y="499"/>
                </a:cubicBezTo>
                <a:cubicBezTo>
                  <a:pt x="456" y="497"/>
                  <a:pt x="449" y="502"/>
                  <a:pt x="443" y="504"/>
                </a:cubicBezTo>
                <a:cubicBezTo>
                  <a:pt x="429" y="510"/>
                  <a:pt x="413" y="524"/>
                  <a:pt x="403" y="520"/>
                </a:cubicBezTo>
                <a:cubicBezTo>
                  <a:pt x="377" y="513"/>
                  <a:pt x="364" y="526"/>
                  <a:pt x="350" y="542"/>
                </a:cubicBezTo>
                <a:cubicBezTo>
                  <a:pt x="344" y="542"/>
                  <a:pt x="337" y="542"/>
                  <a:pt x="331" y="542"/>
                </a:cubicBezTo>
                <a:close/>
                <a:moveTo>
                  <a:pt x="129" y="0"/>
                </a:moveTo>
                <a:cubicBezTo>
                  <a:pt x="144" y="8"/>
                  <a:pt x="158" y="16"/>
                  <a:pt x="173" y="24"/>
                </a:cubicBezTo>
                <a:cubicBezTo>
                  <a:pt x="185" y="30"/>
                  <a:pt x="189" y="39"/>
                  <a:pt x="183" y="52"/>
                </a:cubicBezTo>
                <a:cubicBezTo>
                  <a:pt x="148" y="123"/>
                  <a:pt x="114" y="194"/>
                  <a:pt x="80" y="266"/>
                </a:cubicBezTo>
                <a:cubicBezTo>
                  <a:pt x="74" y="280"/>
                  <a:pt x="63" y="282"/>
                  <a:pt x="50" y="276"/>
                </a:cubicBezTo>
                <a:cubicBezTo>
                  <a:pt x="33" y="267"/>
                  <a:pt x="17" y="257"/>
                  <a:pt x="0" y="248"/>
                </a:cubicBezTo>
                <a:cubicBezTo>
                  <a:pt x="0" y="234"/>
                  <a:pt x="0" y="234"/>
                  <a:pt x="0" y="234"/>
                </a:cubicBezTo>
                <a:cubicBezTo>
                  <a:pt x="21" y="195"/>
                  <a:pt x="42" y="155"/>
                  <a:pt x="62" y="116"/>
                </a:cubicBezTo>
                <a:cubicBezTo>
                  <a:pt x="81" y="77"/>
                  <a:pt x="101" y="38"/>
                  <a:pt x="120" y="0"/>
                </a:cubicBezTo>
                <a:cubicBezTo>
                  <a:pt x="123" y="0"/>
                  <a:pt x="126" y="0"/>
                  <a:pt x="129" y="0"/>
                </a:cubicBezTo>
                <a:close/>
                <a:moveTo>
                  <a:pt x="630" y="0"/>
                </a:moveTo>
                <a:cubicBezTo>
                  <a:pt x="637" y="12"/>
                  <a:pt x="646" y="24"/>
                  <a:pt x="652" y="37"/>
                </a:cubicBezTo>
                <a:cubicBezTo>
                  <a:pt x="684" y="99"/>
                  <a:pt x="714" y="161"/>
                  <a:pt x="745" y="223"/>
                </a:cubicBezTo>
                <a:cubicBezTo>
                  <a:pt x="756" y="243"/>
                  <a:pt x="752" y="253"/>
                  <a:pt x="732" y="262"/>
                </a:cubicBezTo>
                <a:cubicBezTo>
                  <a:pt x="683" y="284"/>
                  <a:pt x="684" y="285"/>
                  <a:pt x="660" y="237"/>
                </a:cubicBezTo>
                <a:cubicBezTo>
                  <a:pt x="631" y="177"/>
                  <a:pt x="602" y="117"/>
                  <a:pt x="572" y="58"/>
                </a:cubicBezTo>
                <a:cubicBezTo>
                  <a:pt x="564" y="41"/>
                  <a:pt x="565" y="29"/>
                  <a:pt x="584" y="21"/>
                </a:cubicBezTo>
                <a:cubicBezTo>
                  <a:pt x="597" y="16"/>
                  <a:pt x="608" y="7"/>
                  <a:pt x="621" y="0"/>
                </a:cubicBezTo>
                <a:cubicBezTo>
                  <a:pt x="630" y="0"/>
                  <a:pt x="630" y="0"/>
                  <a:pt x="630"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3" name="Freeform 5"/>
          <p:cNvSpPr>
            <a:spLocks noEditPoints="1"/>
          </p:cNvSpPr>
          <p:nvPr/>
        </p:nvSpPr>
        <p:spPr bwMode="auto">
          <a:xfrm>
            <a:off x="4859863" y="2035270"/>
            <a:ext cx="416157" cy="367525"/>
          </a:xfrm>
          <a:custGeom>
            <a:avLst/>
            <a:gdLst>
              <a:gd name="T0" fmla="*/ 524 w 700"/>
              <a:gd name="T1" fmla="*/ 547 h 618"/>
              <a:gd name="T2" fmla="*/ 176 w 700"/>
              <a:gd name="T3" fmla="*/ 547 h 618"/>
              <a:gd name="T4" fmla="*/ 144 w 700"/>
              <a:gd name="T5" fmla="*/ 583 h 618"/>
              <a:gd name="T6" fmla="*/ 176 w 700"/>
              <a:gd name="T7" fmla="*/ 618 h 618"/>
              <a:gd name="T8" fmla="*/ 524 w 700"/>
              <a:gd name="T9" fmla="*/ 618 h 618"/>
              <a:gd name="T10" fmla="*/ 556 w 700"/>
              <a:gd name="T11" fmla="*/ 583 h 618"/>
              <a:gd name="T12" fmla="*/ 524 w 700"/>
              <a:gd name="T13" fmla="*/ 547 h 618"/>
              <a:gd name="T14" fmla="*/ 524 w 700"/>
              <a:gd name="T15" fmla="*/ 547 h 618"/>
              <a:gd name="T16" fmla="*/ 677 w 700"/>
              <a:gd name="T17" fmla="*/ 141 h 618"/>
              <a:gd name="T18" fmla="*/ 668 w 700"/>
              <a:gd name="T19" fmla="*/ 133 h 618"/>
              <a:gd name="T20" fmla="*/ 626 w 700"/>
              <a:gd name="T21" fmla="*/ 120 h 618"/>
              <a:gd name="T22" fmla="*/ 553 w 700"/>
              <a:gd name="T23" fmla="*/ 195 h 618"/>
              <a:gd name="T24" fmla="*/ 584 w 700"/>
              <a:gd name="T25" fmla="*/ 256 h 618"/>
              <a:gd name="T26" fmla="*/ 501 w 700"/>
              <a:gd name="T27" fmla="*/ 318 h 618"/>
              <a:gd name="T28" fmla="*/ 458 w 700"/>
              <a:gd name="T29" fmla="*/ 149 h 618"/>
              <a:gd name="T30" fmla="*/ 520 w 700"/>
              <a:gd name="T31" fmla="*/ 75 h 618"/>
              <a:gd name="T32" fmla="*/ 446 w 700"/>
              <a:gd name="T33" fmla="*/ 0 h 618"/>
              <a:gd name="T34" fmla="*/ 373 w 700"/>
              <a:gd name="T35" fmla="*/ 75 h 618"/>
              <a:gd name="T36" fmla="*/ 412 w 700"/>
              <a:gd name="T37" fmla="*/ 141 h 618"/>
              <a:gd name="T38" fmla="*/ 349 w 700"/>
              <a:gd name="T39" fmla="*/ 241 h 618"/>
              <a:gd name="T40" fmla="*/ 286 w 700"/>
              <a:gd name="T41" fmla="*/ 140 h 618"/>
              <a:gd name="T42" fmla="*/ 323 w 700"/>
              <a:gd name="T43" fmla="*/ 75 h 618"/>
              <a:gd name="T44" fmla="*/ 249 w 700"/>
              <a:gd name="T45" fmla="*/ 0 h 618"/>
              <a:gd name="T46" fmla="*/ 176 w 700"/>
              <a:gd name="T47" fmla="*/ 75 h 618"/>
              <a:gd name="T48" fmla="*/ 226 w 700"/>
              <a:gd name="T49" fmla="*/ 146 h 618"/>
              <a:gd name="T50" fmla="*/ 240 w 700"/>
              <a:gd name="T51" fmla="*/ 149 h 618"/>
              <a:gd name="T52" fmla="*/ 192 w 700"/>
              <a:gd name="T53" fmla="*/ 312 h 618"/>
              <a:gd name="T54" fmla="*/ 116 w 700"/>
              <a:gd name="T55" fmla="*/ 256 h 618"/>
              <a:gd name="T56" fmla="*/ 147 w 700"/>
              <a:gd name="T57" fmla="*/ 195 h 618"/>
              <a:gd name="T58" fmla="*/ 74 w 700"/>
              <a:gd name="T59" fmla="*/ 120 h 618"/>
              <a:gd name="T60" fmla="*/ 56 w 700"/>
              <a:gd name="T61" fmla="*/ 122 h 618"/>
              <a:gd name="T62" fmla="*/ 9 w 700"/>
              <a:gd name="T63" fmla="*/ 160 h 618"/>
              <a:gd name="T64" fmla="*/ 0 w 700"/>
              <a:gd name="T65" fmla="*/ 195 h 618"/>
              <a:gd name="T66" fmla="*/ 15 w 700"/>
              <a:gd name="T67" fmla="*/ 240 h 618"/>
              <a:gd name="T68" fmla="*/ 36 w 700"/>
              <a:gd name="T69" fmla="*/ 260 h 618"/>
              <a:gd name="T70" fmla="*/ 74 w 700"/>
              <a:gd name="T71" fmla="*/ 270 h 618"/>
              <a:gd name="T72" fmla="*/ 85 w 700"/>
              <a:gd name="T73" fmla="*/ 269 h 618"/>
              <a:gd name="T74" fmla="*/ 162 w 700"/>
              <a:gd name="T75" fmla="*/ 493 h 618"/>
              <a:gd name="T76" fmla="*/ 538 w 700"/>
              <a:gd name="T77" fmla="*/ 493 h 618"/>
              <a:gd name="T78" fmla="*/ 618 w 700"/>
              <a:gd name="T79" fmla="*/ 276 h 618"/>
              <a:gd name="T80" fmla="*/ 619 w 700"/>
              <a:gd name="T81" fmla="*/ 270 h 618"/>
              <a:gd name="T82" fmla="*/ 626 w 700"/>
              <a:gd name="T83" fmla="*/ 270 h 618"/>
              <a:gd name="T84" fmla="*/ 663 w 700"/>
              <a:gd name="T85" fmla="*/ 260 h 618"/>
              <a:gd name="T86" fmla="*/ 692 w 700"/>
              <a:gd name="T87" fmla="*/ 227 h 618"/>
              <a:gd name="T88" fmla="*/ 700 w 700"/>
              <a:gd name="T89" fmla="*/ 195 h 618"/>
              <a:gd name="T90" fmla="*/ 677 w 700"/>
              <a:gd name="T91" fmla="*/ 141 h 618"/>
              <a:gd name="T92" fmla="*/ 677 w 700"/>
              <a:gd name="T93" fmla="*/ 141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0" h="618">
                <a:moveTo>
                  <a:pt x="524" y="547"/>
                </a:moveTo>
                <a:cubicBezTo>
                  <a:pt x="176" y="547"/>
                  <a:pt x="176" y="547"/>
                  <a:pt x="176" y="547"/>
                </a:cubicBezTo>
                <a:cubicBezTo>
                  <a:pt x="158" y="547"/>
                  <a:pt x="144" y="562"/>
                  <a:pt x="144" y="583"/>
                </a:cubicBezTo>
                <a:cubicBezTo>
                  <a:pt x="144" y="603"/>
                  <a:pt x="158" y="618"/>
                  <a:pt x="176" y="618"/>
                </a:cubicBezTo>
                <a:cubicBezTo>
                  <a:pt x="524" y="618"/>
                  <a:pt x="524" y="618"/>
                  <a:pt x="524" y="618"/>
                </a:cubicBezTo>
                <a:cubicBezTo>
                  <a:pt x="542" y="618"/>
                  <a:pt x="556" y="603"/>
                  <a:pt x="556" y="583"/>
                </a:cubicBezTo>
                <a:cubicBezTo>
                  <a:pt x="556" y="562"/>
                  <a:pt x="542" y="547"/>
                  <a:pt x="524" y="547"/>
                </a:cubicBezTo>
                <a:cubicBezTo>
                  <a:pt x="524" y="547"/>
                  <a:pt x="524" y="547"/>
                  <a:pt x="524" y="547"/>
                </a:cubicBezTo>
                <a:close/>
                <a:moveTo>
                  <a:pt x="677" y="141"/>
                </a:moveTo>
                <a:cubicBezTo>
                  <a:pt x="675" y="138"/>
                  <a:pt x="672" y="136"/>
                  <a:pt x="668" y="133"/>
                </a:cubicBezTo>
                <a:cubicBezTo>
                  <a:pt x="656" y="125"/>
                  <a:pt x="642" y="120"/>
                  <a:pt x="626" y="120"/>
                </a:cubicBezTo>
                <a:cubicBezTo>
                  <a:pt x="586" y="120"/>
                  <a:pt x="553" y="153"/>
                  <a:pt x="553" y="195"/>
                </a:cubicBezTo>
                <a:cubicBezTo>
                  <a:pt x="553" y="220"/>
                  <a:pt x="565" y="242"/>
                  <a:pt x="584" y="256"/>
                </a:cubicBezTo>
                <a:cubicBezTo>
                  <a:pt x="571" y="271"/>
                  <a:pt x="523" y="325"/>
                  <a:pt x="501" y="318"/>
                </a:cubicBezTo>
                <a:cubicBezTo>
                  <a:pt x="466" y="308"/>
                  <a:pt x="459" y="160"/>
                  <a:pt x="458" y="149"/>
                </a:cubicBezTo>
                <a:cubicBezTo>
                  <a:pt x="493" y="143"/>
                  <a:pt x="520" y="112"/>
                  <a:pt x="520" y="75"/>
                </a:cubicBezTo>
                <a:cubicBezTo>
                  <a:pt x="520" y="33"/>
                  <a:pt x="487" y="0"/>
                  <a:pt x="446" y="0"/>
                </a:cubicBezTo>
                <a:cubicBezTo>
                  <a:pt x="406" y="0"/>
                  <a:pt x="373" y="33"/>
                  <a:pt x="373" y="75"/>
                </a:cubicBezTo>
                <a:cubicBezTo>
                  <a:pt x="373" y="103"/>
                  <a:pt x="389" y="128"/>
                  <a:pt x="412" y="141"/>
                </a:cubicBezTo>
                <a:cubicBezTo>
                  <a:pt x="404" y="162"/>
                  <a:pt x="371" y="242"/>
                  <a:pt x="349" y="241"/>
                </a:cubicBezTo>
                <a:cubicBezTo>
                  <a:pt x="326" y="241"/>
                  <a:pt x="293" y="158"/>
                  <a:pt x="286" y="140"/>
                </a:cubicBezTo>
                <a:cubicBezTo>
                  <a:pt x="308" y="127"/>
                  <a:pt x="323" y="103"/>
                  <a:pt x="323" y="75"/>
                </a:cubicBezTo>
                <a:cubicBezTo>
                  <a:pt x="323" y="33"/>
                  <a:pt x="290" y="0"/>
                  <a:pt x="249" y="0"/>
                </a:cubicBezTo>
                <a:cubicBezTo>
                  <a:pt x="209" y="0"/>
                  <a:pt x="176" y="33"/>
                  <a:pt x="176" y="75"/>
                </a:cubicBezTo>
                <a:cubicBezTo>
                  <a:pt x="176" y="108"/>
                  <a:pt x="197" y="136"/>
                  <a:pt x="226" y="146"/>
                </a:cubicBezTo>
                <a:cubicBezTo>
                  <a:pt x="230" y="148"/>
                  <a:pt x="235" y="149"/>
                  <a:pt x="240" y="149"/>
                </a:cubicBezTo>
                <a:cubicBezTo>
                  <a:pt x="240" y="149"/>
                  <a:pt x="225" y="304"/>
                  <a:pt x="192" y="312"/>
                </a:cubicBezTo>
                <a:cubicBezTo>
                  <a:pt x="164" y="319"/>
                  <a:pt x="127" y="271"/>
                  <a:pt x="116" y="256"/>
                </a:cubicBezTo>
                <a:cubicBezTo>
                  <a:pt x="135" y="243"/>
                  <a:pt x="147" y="220"/>
                  <a:pt x="147" y="195"/>
                </a:cubicBezTo>
                <a:cubicBezTo>
                  <a:pt x="147" y="153"/>
                  <a:pt x="114" y="120"/>
                  <a:pt x="74" y="120"/>
                </a:cubicBezTo>
                <a:cubicBezTo>
                  <a:pt x="67" y="120"/>
                  <a:pt x="61" y="121"/>
                  <a:pt x="56" y="122"/>
                </a:cubicBezTo>
                <a:cubicBezTo>
                  <a:pt x="45" y="123"/>
                  <a:pt x="21" y="129"/>
                  <a:pt x="9" y="160"/>
                </a:cubicBezTo>
                <a:cubicBezTo>
                  <a:pt x="3" y="170"/>
                  <a:pt x="0" y="182"/>
                  <a:pt x="0" y="195"/>
                </a:cubicBezTo>
                <a:cubicBezTo>
                  <a:pt x="0" y="212"/>
                  <a:pt x="6" y="228"/>
                  <a:pt x="15" y="240"/>
                </a:cubicBezTo>
                <a:cubicBezTo>
                  <a:pt x="20" y="248"/>
                  <a:pt x="27" y="255"/>
                  <a:pt x="36" y="260"/>
                </a:cubicBezTo>
                <a:cubicBezTo>
                  <a:pt x="47" y="266"/>
                  <a:pt x="60" y="270"/>
                  <a:pt x="74" y="270"/>
                </a:cubicBezTo>
                <a:cubicBezTo>
                  <a:pt x="77" y="270"/>
                  <a:pt x="81" y="270"/>
                  <a:pt x="85" y="269"/>
                </a:cubicBezTo>
                <a:cubicBezTo>
                  <a:pt x="87" y="290"/>
                  <a:pt x="118" y="491"/>
                  <a:pt x="162" y="493"/>
                </a:cubicBezTo>
                <a:cubicBezTo>
                  <a:pt x="162" y="493"/>
                  <a:pt x="488" y="493"/>
                  <a:pt x="538" y="493"/>
                </a:cubicBezTo>
                <a:cubicBezTo>
                  <a:pt x="585" y="493"/>
                  <a:pt x="618" y="276"/>
                  <a:pt x="618" y="276"/>
                </a:cubicBezTo>
                <a:cubicBezTo>
                  <a:pt x="619" y="270"/>
                  <a:pt x="619" y="270"/>
                  <a:pt x="619" y="270"/>
                </a:cubicBezTo>
                <a:cubicBezTo>
                  <a:pt x="622" y="270"/>
                  <a:pt x="624" y="270"/>
                  <a:pt x="626" y="270"/>
                </a:cubicBezTo>
                <a:cubicBezTo>
                  <a:pt x="640" y="270"/>
                  <a:pt x="652" y="266"/>
                  <a:pt x="663" y="260"/>
                </a:cubicBezTo>
                <a:cubicBezTo>
                  <a:pt x="675" y="256"/>
                  <a:pt x="687" y="246"/>
                  <a:pt x="692" y="227"/>
                </a:cubicBezTo>
                <a:cubicBezTo>
                  <a:pt x="697" y="218"/>
                  <a:pt x="700" y="207"/>
                  <a:pt x="700" y="195"/>
                </a:cubicBezTo>
                <a:cubicBezTo>
                  <a:pt x="700" y="174"/>
                  <a:pt x="691" y="155"/>
                  <a:pt x="677" y="141"/>
                </a:cubicBezTo>
                <a:cubicBezTo>
                  <a:pt x="677" y="141"/>
                  <a:pt x="677" y="141"/>
                  <a:pt x="677" y="14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24" name="Freeform 9"/>
          <p:cNvSpPr>
            <a:spLocks noEditPoints="1"/>
          </p:cNvSpPr>
          <p:nvPr/>
        </p:nvSpPr>
        <p:spPr bwMode="auto">
          <a:xfrm>
            <a:off x="4849593" y="3117279"/>
            <a:ext cx="505099" cy="352347"/>
          </a:xfrm>
          <a:custGeom>
            <a:avLst/>
            <a:gdLst>
              <a:gd name="T0" fmla="*/ 210 w 801"/>
              <a:gd name="T1" fmla="*/ 393 h 558"/>
              <a:gd name="T2" fmla="*/ 260 w 801"/>
              <a:gd name="T3" fmla="*/ 366 h 558"/>
              <a:gd name="T4" fmla="*/ 260 w 801"/>
              <a:gd name="T5" fmla="*/ 342 h 558"/>
              <a:gd name="T6" fmla="*/ 277 w 801"/>
              <a:gd name="T7" fmla="*/ 306 h 558"/>
              <a:gd name="T8" fmla="*/ 284 w 801"/>
              <a:gd name="T9" fmla="*/ 280 h 558"/>
              <a:gd name="T10" fmla="*/ 262 w 801"/>
              <a:gd name="T11" fmla="*/ 203 h 558"/>
              <a:gd name="T12" fmla="*/ 269 w 801"/>
              <a:gd name="T13" fmla="*/ 179 h 558"/>
              <a:gd name="T14" fmla="*/ 252 w 801"/>
              <a:gd name="T15" fmla="*/ 148 h 558"/>
              <a:gd name="T16" fmla="*/ 158 w 801"/>
              <a:gd name="T17" fmla="*/ 142 h 558"/>
              <a:gd name="T18" fmla="*/ 121 w 801"/>
              <a:gd name="T19" fmla="*/ 264 h 558"/>
              <a:gd name="T20" fmla="*/ 142 w 801"/>
              <a:gd name="T21" fmla="*/ 312 h 558"/>
              <a:gd name="T22" fmla="*/ 156 w 801"/>
              <a:gd name="T23" fmla="*/ 364 h 558"/>
              <a:gd name="T24" fmla="*/ 130 w 801"/>
              <a:gd name="T25" fmla="*/ 395 h 558"/>
              <a:gd name="T26" fmla="*/ 49 w 801"/>
              <a:gd name="T27" fmla="*/ 427 h 558"/>
              <a:gd name="T28" fmla="*/ 0 w 801"/>
              <a:gd name="T29" fmla="*/ 519 h 558"/>
              <a:gd name="T30" fmla="*/ 93 w 801"/>
              <a:gd name="T31" fmla="*/ 502 h 558"/>
              <a:gd name="T32" fmla="*/ 94 w 801"/>
              <a:gd name="T33" fmla="*/ 468 h 558"/>
              <a:gd name="T34" fmla="*/ 158 w 801"/>
              <a:gd name="T35" fmla="*/ 414 h 558"/>
              <a:gd name="T36" fmla="*/ 799 w 801"/>
              <a:gd name="T37" fmla="*/ 457 h 558"/>
              <a:gd name="T38" fmla="*/ 688 w 801"/>
              <a:gd name="T39" fmla="*/ 399 h 558"/>
              <a:gd name="T40" fmla="*/ 653 w 801"/>
              <a:gd name="T41" fmla="*/ 366 h 558"/>
              <a:gd name="T42" fmla="*/ 653 w 801"/>
              <a:gd name="T43" fmla="*/ 342 h 558"/>
              <a:gd name="T44" fmla="*/ 670 w 801"/>
              <a:gd name="T45" fmla="*/ 306 h 558"/>
              <a:gd name="T46" fmla="*/ 675 w 801"/>
              <a:gd name="T47" fmla="*/ 258 h 558"/>
              <a:gd name="T48" fmla="*/ 672 w 801"/>
              <a:gd name="T49" fmla="*/ 207 h 558"/>
              <a:gd name="T50" fmla="*/ 658 w 801"/>
              <a:gd name="T51" fmla="*/ 150 h 558"/>
              <a:gd name="T52" fmla="*/ 637 w 801"/>
              <a:gd name="T53" fmla="*/ 141 h 558"/>
              <a:gd name="T54" fmla="*/ 525 w 801"/>
              <a:gd name="T55" fmla="*/ 165 h 558"/>
              <a:gd name="T56" fmla="*/ 526 w 801"/>
              <a:gd name="T57" fmla="*/ 175 h 558"/>
              <a:gd name="T58" fmla="*/ 530 w 801"/>
              <a:gd name="T59" fmla="*/ 183 h 558"/>
              <a:gd name="T60" fmla="*/ 522 w 801"/>
              <a:gd name="T61" fmla="*/ 273 h 558"/>
              <a:gd name="T62" fmla="*/ 526 w 801"/>
              <a:gd name="T63" fmla="*/ 310 h 558"/>
              <a:gd name="T64" fmla="*/ 538 w 801"/>
              <a:gd name="T65" fmla="*/ 345 h 558"/>
              <a:gd name="T66" fmla="*/ 541 w 801"/>
              <a:gd name="T67" fmla="*/ 366 h 558"/>
              <a:gd name="T68" fmla="*/ 591 w 801"/>
              <a:gd name="T69" fmla="*/ 393 h 558"/>
              <a:gd name="T70" fmla="*/ 643 w 801"/>
              <a:gd name="T71" fmla="*/ 414 h 558"/>
              <a:gd name="T72" fmla="*/ 707 w 801"/>
              <a:gd name="T73" fmla="*/ 468 h 558"/>
              <a:gd name="T74" fmla="*/ 708 w 801"/>
              <a:gd name="T75" fmla="*/ 502 h 558"/>
              <a:gd name="T76" fmla="*/ 800 w 801"/>
              <a:gd name="T77" fmla="*/ 519 h 558"/>
              <a:gd name="T78" fmla="*/ 618 w 801"/>
              <a:gd name="T79" fmla="*/ 429 h 558"/>
              <a:gd name="T80" fmla="*/ 504 w 801"/>
              <a:gd name="T81" fmla="*/ 384 h 558"/>
              <a:gd name="T82" fmla="*/ 463 w 801"/>
              <a:gd name="T83" fmla="*/ 342 h 558"/>
              <a:gd name="T84" fmla="*/ 485 w 801"/>
              <a:gd name="T85" fmla="*/ 273 h 558"/>
              <a:gd name="T86" fmla="*/ 511 w 801"/>
              <a:gd name="T87" fmla="*/ 236 h 558"/>
              <a:gd name="T88" fmla="*/ 503 w 801"/>
              <a:gd name="T89" fmla="*/ 175 h 558"/>
              <a:gd name="T90" fmla="*/ 501 w 801"/>
              <a:gd name="T91" fmla="*/ 64 h 558"/>
              <a:gd name="T92" fmla="*/ 468 w 801"/>
              <a:gd name="T93" fmla="*/ 38 h 558"/>
              <a:gd name="T94" fmla="*/ 336 w 801"/>
              <a:gd name="T95" fmla="*/ 30 h 558"/>
              <a:gd name="T96" fmla="*/ 285 w 801"/>
              <a:gd name="T97" fmla="*/ 201 h 558"/>
              <a:gd name="T98" fmla="*/ 314 w 801"/>
              <a:gd name="T99" fmla="*/ 268 h 558"/>
              <a:gd name="T100" fmla="*/ 334 w 801"/>
              <a:gd name="T101" fmla="*/ 341 h 558"/>
              <a:gd name="T102" fmla="*/ 297 w 801"/>
              <a:gd name="T103" fmla="*/ 384 h 558"/>
              <a:gd name="T104" fmla="*/ 183 w 801"/>
              <a:gd name="T105" fmla="*/ 429 h 558"/>
              <a:gd name="T106" fmla="*/ 115 w 801"/>
              <a:gd name="T107" fmla="*/ 558 h 558"/>
              <a:gd name="T108" fmla="*/ 685 w 801"/>
              <a:gd name="T109" fmla="*/ 471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01" h="558">
                <a:moveTo>
                  <a:pt x="175" y="408"/>
                </a:moveTo>
                <a:cubicBezTo>
                  <a:pt x="186" y="403"/>
                  <a:pt x="198" y="398"/>
                  <a:pt x="210" y="393"/>
                </a:cubicBezTo>
                <a:cubicBezTo>
                  <a:pt x="227" y="386"/>
                  <a:pt x="245" y="378"/>
                  <a:pt x="262" y="371"/>
                </a:cubicBezTo>
                <a:cubicBezTo>
                  <a:pt x="261" y="369"/>
                  <a:pt x="260" y="367"/>
                  <a:pt x="260" y="366"/>
                </a:cubicBezTo>
                <a:cubicBezTo>
                  <a:pt x="256" y="366"/>
                  <a:pt x="252" y="365"/>
                  <a:pt x="249" y="364"/>
                </a:cubicBezTo>
                <a:cubicBezTo>
                  <a:pt x="249" y="352"/>
                  <a:pt x="257" y="352"/>
                  <a:pt x="260" y="342"/>
                </a:cubicBezTo>
                <a:cubicBezTo>
                  <a:pt x="262" y="334"/>
                  <a:pt x="260" y="323"/>
                  <a:pt x="264" y="316"/>
                </a:cubicBezTo>
                <a:cubicBezTo>
                  <a:pt x="267" y="310"/>
                  <a:pt x="274" y="310"/>
                  <a:pt x="277" y="306"/>
                </a:cubicBezTo>
                <a:cubicBezTo>
                  <a:pt x="280" y="301"/>
                  <a:pt x="282" y="294"/>
                  <a:pt x="283" y="289"/>
                </a:cubicBezTo>
                <a:cubicBezTo>
                  <a:pt x="283" y="286"/>
                  <a:pt x="284" y="283"/>
                  <a:pt x="284" y="280"/>
                </a:cubicBezTo>
                <a:cubicBezTo>
                  <a:pt x="266" y="264"/>
                  <a:pt x="264" y="232"/>
                  <a:pt x="262" y="211"/>
                </a:cubicBezTo>
                <a:cubicBezTo>
                  <a:pt x="262" y="208"/>
                  <a:pt x="262" y="205"/>
                  <a:pt x="262" y="203"/>
                </a:cubicBezTo>
                <a:cubicBezTo>
                  <a:pt x="261" y="193"/>
                  <a:pt x="265" y="186"/>
                  <a:pt x="268" y="181"/>
                </a:cubicBezTo>
                <a:cubicBezTo>
                  <a:pt x="268" y="181"/>
                  <a:pt x="269" y="179"/>
                  <a:pt x="269" y="179"/>
                </a:cubicBezTo>
                <a:cubicBezTo>
                  <a:pt x="267" y="169"/>
                  <a:pt x="265" y="159"/>
                  <a:pt x="264" y="150"/>
                </a:cubicBezTo>
                <a:cubicBezTo>
                  <a:pt x="252" y="148"/>
                  <a:pt x="252" y="148"/>
                  <a:pt x="252" y="148"/>
                </a:cubicBezTo>
                <a:cubicBezTo>
                  <a:pt x="244" y="141"/>
                  <a:pt x="244" y="141"/>
                  <a:pt x="244" y="141"/>
                </a:cubicBezTo>
                <a:cubicBezTo>
                  <a:pt x="211" y="121"/>
                  <a:pt x="176" y="135"/>
                  <a:pt x="158" y="142"/>
                </a:cubicBezTo>
                <a:cubicBezTo>
                  <a:pt x="131" y="151"/>
                  <a:pt x="114" y="189"/>
                  <a:pt x="126" y="245"/>
                </a:cubicBezTo>
                <a:cubicBezTo>
                  <a:pt x="128" y="255"/>
                  <a:pt x="121" y="259"/>
                  <a:pt x="121" y="264"/>
                </a:cubicBezTo>
                <a:cubicBezTo>
                  <a:pt x="122" y="276"/>
                  <a:pt x="122" y="303"/>
                  <a:pt x="133" y="310"/>
                </a:cubicBezTo>
                <a:cubicBezTo>
                  <a:pt x="134" y="310"/>
                  <a:pt x="142" y="312"/>
                  <a:pt x="142" y="312"/>
                </a:cubicBezTo>
                <a:cubicBezTo>
                  <a:pt x="143" y="323"/>
                  <a:pt x="144" y="334"/>
                  <a:pt x="145" y="345"/>
                </a:cubicBezTo>
                <a:cubicBezTo>
                  <a:pt x="148" y="353"/>
                  <a:pt x="154" y="354"/>
                  <a:pt x="156" y="364"/>
                </a:cubicBezTo>
                <a:cubicBezTo>
                  <a:pt x="148" y="366"/>
                  <a:pt x="148" y="366"/>
                  <a:pt x="148" y="366"/>
                </a:cubicBezTo>
                <a:cubicBezTo>
                  <a:pt x="144" y="374"/>
                  <a:pt x="137" y="390"/>
                  <a:pt x="130" y="395"/>
                </a:cubicBezTo>
                <a:cubicBezTo>
                  <a:pt x="124" y="396"/>
                  <a:pt x="119" y="398"/>
                  <a:pt x="113" y="399"/>
                </a:cubicBezTo>
                <a:cubicBezTo>
                  <a:pt x="92" y="408"/>
                  <a:pt x="70" y="418"/>
                  <a:pt x="49" y="427"/>
                </a:cubicBezTo>
                <a:cubicBezTo>
                  <a:pt x="30" y="434"/>
                  <a:pt x="8" y="437"/>
                  <a:pt x="1" y="457"/>
                </a:cubicBezTo>
                <a:cubicBezTo>
                  <a:pt x="1" y="470"/>
                  <a:pt x="0" y="502"/>
                  <a:pt x="0" y="519"/>
                </a:cubicBezTo>
                <a:cubicBezTo>
                  <a:pt x="93" y="519"/>
                  <a:pt x="93" y="519"/>
                  <a:pt x="93" y="519"/>
                </a:cubicBezTo>
                <a:cubicBezTo>
                  <a:pt x="93" y="513"/>
                  <a:pt x="93" y="508"/>
                  <a:pt x="93" y="502"/>
                </a:cubicBezTo>
                <a:cubicBezTo>
                  <a:pt x="93" y="490"/>
                  <a:pt x="94" y="479"/>
                  <a:pt x="94" y="472"/>
                </a:cubicBezTo>
                <a:cubicBezTo>
                  <a:pt x="94" y="468"/>
                  <a:pt x="94" y="468"/>
                  <a:pt x="94" y="468"/>
                </a:cubicBezTo>
                <a:cubicBezTo>
                  <a:pt x="95" y="464"/>
                  <a:pt x="95" y="464"/>
                  <a:pt x="95" y="464"/>
                </a:cubicBezTo>
                <a:cubicBezTo>
                  <a:pt x="106" y="432"/>
                  <a:pt x="135" y="422"/>
                  <a:pt x="158" y="414"/>
                </a:cubicBezTo>
                <a:cubicBezTo>
                  <a:pt x="164" y="412"/>
                  <a:pt x="170" y="410"/>
                  <a:pt x="175" y="408"/>
                </a:cubicBezTo>
                <a:close/>
                <a:moveTo>
                  <a:pt x="799" y="457"/>
                </a:moveTo>
                <a:cubicBezTo>
                  <a:pt x="793" y="437"/>
                  <a:pt x="770" y="434"/>
                  <a:pt x="752" y="427"/>
                </a:cubicBezTo>
                <a:cubicBezTo>
                  <a:pt x="731" y="418"/>
                  <a:pt x="708" y="408"/>
                  <a:pt x="688" y="399"/>
                </a:cubicBezTo>
                <a:cubicBezTo>
                  <a:pt x="682" y="398"/>
                  <a:pt x="676" y="396"/>
                  <a:pt x="670" y="395"/>
                </a:cubicBezTo>
                <a:cubicBezTo>
                  <a:pt x="663" y="390"/>
                  <a:pt x="657" y="374"/>
                  <a:pt x="653" y="366"/>
                </a:cubicBezTo>
                <a:cubicBezTo>
                  <a:pt x="649" y="366"/>
                  <a:pt x="645" y="365"/>
                  <a:pt x="642" y="364"/>
                </a:cubicBezTo>
                <a:cubicBezTo>
                  <a:pt x="642" y="352"/>
                  <a:pt x="650" y="352"/>
                  <a:pt x="653" y="342"/>
                </a:cubicBezTo>
                <a:cubicBezTo>
                  <a:pt x="655" y="334"/>
                  <a:pt x="653" y="323"/>
                  <a:pt x="657" y="316"/>
                </a:cubicBezTo>
                <a:cubicBezTo>
                  <a:pt x="660" y="310"/>
                  <a:pt x="667" y="310"/>
                  <a:pt x="670" y="306"/>
                </a:cubicBezTo>
                <a:cubicBezTo>
                  <a:pt x="673" y="301"/>
                  <a:pt x="675" y="294"/>
                  <a:pt x="676" y="289"/>
                </a:cubicBezTo>
                <a:cubicBezTo>
                  <a:pt x="677" y="280"/>
                  <a:pt x="679" y="267"/>
                  <a:pt x="675" y="258"/>
                </a:cubicBezTo>
                <a:cubicBezTo>
                  <a:pt x="672" y="253"/>
                  <a:pt x="670" y="252"/>
                  <a:pt x="670" y="246"/>
                </a:cubicBezTo>
                <a:cubicBezTo>
                  <a:pt x="669" y="238"/>
                  <a:pt x="672" y="213"/>
                  <a:pt x="672" y="207"/>
                </a:cubicBezTo>
                <a:cubicBezTo>
                  <a:pt x="672" y="193"/>
                  <a:pt x="672" y="180"/>
                  <a:pt x="669" y="167"/>
                </a:cubicBezTo>
                <a:cubicBezTo>
                  <a:pt x="669" y="167"/>
                  <a:pt x="665" y="154"/>
                  <a:pt x="658" y="150"/>
                </a:cubicBezTo>
                <a:cubicBezTo>
                  <a:pt x="645" y="148"/>
                  <a:pt x="645" y="148"/>
                  <a:pt x="645" y="148"/>
                </a:cubicBezTo>
                <a:cubicBezTo>
                  <a:pt x="637" y="141"/>
                  <a:pt x="637" y="141"/>
                  <a:pt x="637" y="141"/>
                </a:cubicBezTo>
                <a:cubicBezTo>
                  <a:pt x="604" y="121"/>
                  <a:pt x="570" y="135"/>
                  <a:pt x="551" y="142"/>
                </a:cubicBezTo>
                <a:cubicBezTo>
                  <a:pt x="541" y="145"/>
                  <a:pt x="532" y="153"/>
                  <a:pt x="525" y="165"/>
                </a:cubicBezTo>
                <a:cubicBezTo>
                  <a:pt x="525" y="169"/>
                  <a:pt x="525" y="172"/>
                  <a:pt x="525" y="173"/>
                </a:cubicBezTo>
                <a:cubicBezTo>
                  <a:pt x="525" y="174"/>
                  <a:pt x="526" y="175"/>
                  <a:pt x="526" y="175"/>
                </a:cubicBezTo>
                <a:cubicBezTo>
                  <a:pt x="526" y="175"/>
                  <a:pt x="526" y="176"/>
                  <a:pt x="526" y="176"/>
                </a:cubicBezTo>
                <a:cubicBezTo>
                  <a:pt x="527" y="178"/>
                  <a:pt x="529" y="180"/>
                  <a:pt x="530" y="183"/>
                </a:cubicBezTo>
                <a:cubicBezTo>
                  <a:pt x="539" y="202"/>
                  <a:pt x="536" y="225"/>
                  <a:pt x="534" y="240"/>
                </a:cubicBezTo>
                <a:cubicBezTo>
                  <a:pt x="532" y="248"/>
                  <a:pt x="529" y="263"/>
                  <a:pt x="522" y="273"/>
                </a:cubicBezTo>
                <a:cubicBezTo>
                  <a:pt x="520" y="275"/>
                  <a:pt x="518" y="277"/>
                  <a:pt x="515" y="279"/>
                </a:cubicBezTo>
                <a:cubicBezTo>
                  <a:pt x="517" y="291"/>
                  <a:pt x="519" y="305"/>
                  <a:pt x="526" y="310"/>
                </a:cubicBezTo>
                <a:cubicBezTo>
                  <a:pt x="527" y="310"/>
                  <a:pt x="535" y="312"/>
                  <a:pt x="535" y="312"/>
                </a:cubicBezTo>
                <a:cubicBezTo>
                  <a:pt x="536" y="323"/>
                  <a:pt x="537" y="334"/>
                  <a:pt x="538" y="345"/>
                </a:cubicBezTo>
                <a:cubicBezTo>
                  <a:pt x="541" y="353"/>
                  <a:pt x="547" y="354"/>
                  <a:pt x="549" y="364"/>
                </a:cubicBezTo>
                <a:cubicBezTo>
                  <a:pt x="541" y="366"/>
                  <a:pt x="541" y="366"/>
                  <a:pt x="541" y="366"/>
                </a:cubicBezTo>
                <a:cubicBezTo>
                  <a:pt x="540" y="367"/>
                  <a:pt x="540" y="369"/>
                  <a:pt x="539" y="371"/>
                </a:cubicBezTo>
                <a:cubicBezTo>
                  <a:pt x="556" y="378"/>
                  <a:pt x="574" y="386"/>
                  <a:pt x="591" y="393"/>
                </a:cubicBezTo>
                <a:cubicBezTo>
                  <a:pt x="603" y="398"/>
                  <a:pt x="615" y="403"/>
                  <a:pt x="626" y="408"/>
                </a:cubicBezTo>
                <a:cubicBezTo>
                  <a:pt x="632" y="410"/>
                  <a:pt x="637" y="412"/>
                  <a:pt x="643" y="414"/>
                </a:cubicBezTo>
                <a:cubicBezTo>
                  <a:pt x="666" y="422"/>
                  <a:pt x="695" y="432"/>
                  <a:pt x="706" y="464"/>
                </a:cubicBezTo>
                <a:cubicBezTo>
                  <a:pt x="707" y="468"/>
                  <a:pt x="707" y="468"/>
                  <a:pt x="707" y="468"/>
                </a:cubicBezTo>
                <a:cubicBezTo>
                  <a:pt x="707" y="472"/>
                  <a:pt x="707" y="472"/>
                  <a:pt x="707" y="472"/>
                </a:cubicBezTo>
                <a:cubicBezTo>
                  <a:pt x="707" y="479"/>
                  <a:pt x="708" y="490"/>
                  <a:pt x="708" y="502"/>
                </a:cubicBezTo>
                <a:cubicBezTo>
                  <a:pt x="708" y="508"/>
                  <a:pt x="708" y="513"/>
                  <a:pt x="708" y="519"/>
                </a:cubicBezTo>
                <a:cubicBezTo>
                  <a:pt x="800" y="519"/>
                  <a:pt x="800" y="519"/>
                  <a:pt x="800" y="519"/>
                </a:cubicBezTo>
                <a:cubicBezTo>
                  <a:pt x="801" y="502"/>
                  <a:pt x="799" y="470"/>
                  <a:pt x="799" y="457"/>
                </a:cubicBezTo>
                <a:close/>
                <a:moveTo>
                  <a:pt x="618" y="429"/>
                </a:moveTo>
                <a:cubicBezTo>
                  <a:pt x="589" y="417"/>
                  <a:pt x="557" y="403"/>
                  <a:pt x="528" y="391"/>
                </a:cubicBezTo>
                <a:cubicBezTo>
                  <a:pt x="520" y="389"/>
                  <a:pt x="512" y="386"/>
                  <a:pt x="504" y="384"/>
                </a:cubicBezTo>
                <a:cubicBezTo>
                  <a:pt x="494" y="377"/>
                  <a:pt x="484" y="355"/>
                  <a:pt x="479" y="344"/>
                </a:cubicBezTo>
                <a:cubicBezTo>
                  <a:pt x="474" y="343"/>
                  <a:pt x="469" y="342"/>
                  <a:pt x="463" y="342"/>
                </a:cubicBezTo>
                <a:cubicBezTo>
                  <a:pt x="464" y="324"/>
                  <a:pt x="475" y="324"/>
                  <a:pt x="479" y="310"/>
                </a:cubicBezTo>
                <a:cubicBezTo>
                  <a:pt x="483" y="299"/>
                  <a:pt x="479" y="284"/>
                  <a:pt x="485" y="273"/>
                </a:cubicBezTo>
                <a:cubicBezTo>
                  <a:pt x="489" y="266"/>
                  <a:pt x="498" y="265"/>
                  <a:pt x="503" y="259"/>
                </a:cubicBezTo>
                <a:cubicBezTo>
                  <a:pt x="507" y="253"/>
                  <a:pt x="510" y="243"/>
                  <a:pt x="511" y="236"/>
                </a:cubicBezTo>
                <a:cubicBezTo>
                  <a:pt x="514" y="223"/>
                  <a:pt x="516" y="205"/>
                  <a:pt x="510" y="192"/>
                </a:cubicBezTo>
                <a:cubicBezTo>
                  <a:pt x="506" y="185"/>
                  <a:pt x="504" y="184"/>
                  <a:pt x="503" y="175"/>
                </a:cubicBezTo>
                <a:cubicBezTo>
                  <a:pt x="502" y="164"/>
                  <a:pt x="506" y="129"/>
                  <a:pt x="506" y="121"/>
                </a:cubicBezTo>
                <a:cubicBezTo>
                  <a:pt x="507" y="101"/>
                  <a:pt x="506" y="83"/>
                  <a:pt x="501" y="64"/>
                </a:cubicBezTo>
                <a:cubicBezTo>
                  <a:pt x="501" y="64"/>
                  <a:pt x="495" y="46"/>
                  <a:pt x="486" y="41"/>
                </a:cubicBezTo>
                <a:cubicBezTo>
                  <a:pt x="468" y="38"/>
                  <a:pt x="468" y="38"/>
                  <a:pt x="468" y="38"/>
                </a:cubicBezTo>
                <a:cubicBezTo>
                  <a:pt x="457" y="28"/>
                  <a:pt x="457" y="28"/>
                  <a:pt x="457" y="28"/>
                </a:cubicBezTo>
                <a:cubicBezTo>
                  <a:pt x="411" y="0"/>
                  <a:pt x="362" y="19"/>
                  <a:pt x="336" y="30"/>
                </a:cubicBezTo>
                <a:cubicBezTo>
                  <a:pt x="299" y="42"/>
                  <a:pt x="275" y="95"/>
                  <a:pt x="291" y="174"/>
                </a:cubicBezTo>
                <a:cubicBezTo>
                  <a:pt x="294" y="188"/>
                  <a:pt x="284" y="194"/>
                  <a:pt x="285" y="201"/>
                </a:cubicBezTo>
                <a:cubicBezTo>
                  <a:pt x="286" y="217"/>
                  <a:pt x="286" y="256"/>
                  <a:pt x="302" y="265"/>
                </a:cubicBezTo>
                <a:cubicBezTo>
                  <a:pt x="303" y="266"/>
                  <a:pt x="314" y="269"/>
                  <a:pt x="314" y="268"/>
                </a:cubicBezTo>
                <a:cubicBezTo>
                  <a:pt x="315" y="284"/>
                  <a:pt x="317" y="299"/>
                  <a:pt x="318" y="315"/>
                </a:cubicBezTo>
                <a:cubicBezTo>
                  <a:pt x="322" y="325"/>
                  <a:pt x="331" y="326"/>
                  <a:pt x="334" y="341"/>
                </a:cubicBezTo>
                <a:cubicBezTo>
                  <a:pt x="322" y="344"/>
                  <a:pt x="322" y="344"/>
                  <a:pt x="322" y="344"/>
                </a:cubicBezTo>
                <a:cubicBezTo>
                  <a:pt x="317" y="355"/>
                  <a:pt x="307" y="377"/>
                  <a:pt x="297" y="384"/>
                </a:cubicBezTo>
                <a:cubicBezTo>
                  <a:pt x="289" y="386"/>
                  <a:pt x="281" y="389"/>
                  <a:pt x="273" y="391"/>
                </a:cubicBezTo>
                <a:cubicBezTo>
                  <a:pt x="244" y="403"/>
                  <a:pt x="212" y="417"/>
                  <a:pt x="183" y="429"/>
                </a:cubicBezTo>
                <a:cubicBezTo>
                  <a:pt x="157" y="440"/>
                  <a:pt x="126" y="444"/>
                  <a:pt x="116" y="471"/>
                </a:cubicBezTo>
                <a:cubicBezTo>
                  <a:pt x="116" y="490"/>
                  <a:pt x="115" y="534"/>
                  <a:pt x="115" y="558"/>
                </a:cubicBezTo>
                <a:cubicBezTo>
                  <a:pt x="686" y="558"/>
                  <a:pt x="686" y="558"/>
                  <a:pt x="686" y="558"/>
                </a:cubicBezTo>
                <a:cubicBezTo>
                  <a:pt x="686" y="534"/>
                  <a:pt x="685" y="490"/>
                  <a:pt x="685" y="471"/>
                </a:cubicBezTo>
                <a:cubicBezTo>
                  <a:pt x="675" y="444"/>
                  <a:pt x="644" y="440"/>
                  <a:pt x="618" y="42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微软雅黑 Light" panose="020B0502040204020203" charset="-122"/>
              </a:rPr>
              <a:t>工作新年计划</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prstClr val="black">
                    <a:lumMod val="65000"/>
                    <a:lumOff val="35000"/>
                  </a:prstClr>
                </a:solidFill>
              </a:rPr>
              <a:t>Lorem ipsum dolor sit amet, consectetuer adipiscing elit. Aenean commodo ligula eget dolor. </a:t>
            </a:r>
            <a:endParaRPr lang="zh-CN" altLang="en-US" sz="900">
              <a:solidFill>
                <a:prstClr val="black">
                  <a:lumMod val="65000"/>
                  <a:lumOff val="35000"/>
                </a:prst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燕尾形 4"/>
          <p:cNvSpPr/>
          <p:nvPr/>
        </p:nvSpPr>
        <p:spPr>
          <a:xfrm>
            <a:off x="1286359" y="2262753"/>
            <a:ext cx="1059928" cy="135610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7" name="燕尾形 226"/>
          <p:cNvSpPr/>
          <p:nvPr/>
        </p:nvSpPr>
        <p:spPr>
          <a:xfrm>
            <a:off x="3280872" y="2262752"/>
            <a:ext cx="1059928" cy="1356101"/>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8" name="燕尾形 227"/>
          <p:cNvSpPr/>
          <p:nvPr/>
        </p:nvSpPr>
        <p:spPr>
          <a:xfrm>
            <a:off x="5275385" y="2262752"/>
            <a:ext cx="1059928" cy="135610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9" name="燕尾形 228"/>
          <p:cNvSpPr/>
          <p:nvPr/>
        </p:nvSpPr>
        <p:spPr>
          <a:xfrm>
            <a:off x="7269899" y="2262752"/>
            <a:ext cx="1059928" cy="1356101"/>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1536312" y="2677801"/>
            <a:ext cx="508831" cy="508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p:cNvSpPr/>
          <p:nvPr/>
        </p:nvSpPr>
        <p:spPr>
          <a:xfrm>
            <a:off x="5550933" y="2677801"/>
            <a:ext cx="508831" cy="5088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椭圆 230"/>
          <p:cNvSpPr/>
          <p:nvPr/>
        </p:nvSpPr>
        <p:spPr>
          <a:xfrm>
            <a:off x="3518907" y="2686386"/>
            <a:ext cx="508831" cy="508831"/>
          </a:xfrm>
          <a:prstGeom prst="ellipse">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a:off x="7455477" y="2686386"/>
            <a:ext cx="508831" cy="508831"/>
          </a:xfrm>
          <a:prstGeom prst="ellipse">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232"/>
          <p:cNvSpPr/>
          <p:nvPr/>
        </p:nvSpPr>
        <p:spPr>
          <a:xfrm>
            <a:off x="811848" y="4033902"/>
            <a:ext cx="1653698" cy="812530"/>
          </a:xfrm>
          <a:prstGeom prst="rect">
            <a:avLst/>
          </a:prstGeom>
        </p:spPr>
        <p:txBody>
          <a:bodyPr wrap="square">
            <a:spAutoFit/>
          </a:bodyPr>
          <a:lstStyle/>
          <a:p>
            <a:pPr algn="ctr">
              <a:lnSpc>
                <a:spcPct val="130000"/>
              </a:lnSpc>
              <a:spcBef>
                <a:spcPts val="600"/>
              </a:spcBef>
            </a:pPr>
            <a:r>
              <a:rPr lang="en-US" altLang="zh-CN" sz="900">
                <a:solidFill>
                  <a:schemeClr val="tx1">
                    <a:lumMod val="85000"/>
                    <a:lumOff val="15000"/>
                  </a:schemeClr>
                </a:solidFill>
              </a:rPr>
              <a:t>Lorem ipsum dolor sit amet, consectetuer adipiscing elit. Aenean commodo ligula eget dolor. </a:t>
            </a:r>
          </a:p>
        </p:txBody>
      </p:sp>
      <p:cxnSp>
        <p:nvCxnSpPr>
          <p:cNvPr id="234" name="直接连接符 233"/>
          <p:cNvCxnSpPr/>
          <p:nvPr/>
        </p:nvCxnSpPr>
        <p:spPr>
          <a:xfrm>
            <a:off x="1524458" y="4033902"/>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5" name="文本框 6"/>
          <p:cNvSpPr txBox="1">
            <a:spLocks noChangeArrowheads="1"/>
          </p:cNvSpPr>
          <p:nvPr/>
        </p:nvSpPr>
        <p:spPr bwMode="auto">
          <a:xfrm>
            <a:off x="1282446" y="3742276"/>
            <a:ext cx="7125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fontAlgn="base">
              <a:spcBef>
                <a:spcPct val="0"/>
              </a:spcBef>
              <a:spcAft>
                <a:spcPct val="0"/>
              </a:spcAft>
              <a:defRPr/>
            </a:pPr>
            <a:r>
              <a:rPr lang="en-US" altLang="zh-CN" sz="1200">
                <a:solidFill>
                  <a:schemeClr val="accent1">
                    <a:lumMod val="75000"/>
                  </a:schemeClr>
                </a:solidFill>
                <a:latin typeface="+mj-lt"/>
                <a:ea typeface="+mn-ea"/>
              </a:rPr>
              <a:t>STEP 1</a:t>
            </a:r>
            <a:endParaRPr lang="zh-CN" altLang="en-US" sz="1200">
              <a:solidFill>
                <a:schemeClr val="accent1">
                  <a:lumMod val="75000"/>
                </a:schemeClr>
              </a:solidFill>
              <a:latin typeface="+mj-lt"/>
              <a:ea typeface="+mn-ea"/>
            </a:endParaRPr>
          </a:p>
        </p:txBody>
      </p:sp>
      <p:sp>
        <p:nvSpPr>
          <p:cNvPr id="236" name="矩形 235"/>
          <p:cNvSpPr/>
          <p:nvPr/>
        </p:nvSpPr>
        <p:spPr>
          <a:xfrm>
            <a:off x="2692058" y="1418708"/>
            <a:ext cx="1653698" cy="812530"/>
          </a:xfrm>
          <a:prstGeom prst="rect">
            <a:avLst/>
          </a:prstGeom>
        </p:spPr>
        <p:txBody>
          <a:bodyPr wrap="square">
            <a:spAutoFit/>
          </a:bodyPr>
          <a:lstStyle/>
          <a:p>
            <a:pPr algn="ctr">
              <a:lnSpc>
                <a:spcPct val="130000"/>
              </a:lnSpc>
              <a:spcBef>
                <a:spcPts val="600"/>
              </a:spcBef>
            </a:pPr>
            <a:r>
              <a:rPr lang="en-US" altLang="zh-CN" sz="900">
                <a:solidFill>
                  <a:schemeClr val="tx1">
                    <a:lumMod val="85000"/>
                    <a:lumOff val="15000"/>
                  </a:schemeClr>
                </a:solidFill>
              </a:rPr>
              <a:t>Lorem ipsum dolor sit amet, consectetuer adipiscing elit. Aenean commodo ligula eget dolor. </a:t>
            </a:r>
          </a:p>
        </p:txBody>
      </p:sp>
      <p:cxnSp>
        <p:nvCxnSpPr>
          <p:cNvPr id="237" name="直接连接符 236"/>
          <p:cNvCxnSpPr/>
          <p:nvPr/>
        </p:nvCxnSpPr>
        <p:spPr>
          <a:xfrm>
            <a:off x="3404668" y="1418708"/>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8" name="文本框 6"/>
          <p:cNvSpPr txBox="1">
            <a:spLocks noChangeArrowheads="1"/>
          </p:cNvSpPr>
          <p:nvPr/>
        </p:nvSpPr>
        <p:spPr bwMode="auto">
          <a:xfrm>
            <a:off x="3162656" y="1127082"/>
            <a:ext cx="7125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fontAlgn="base">
              <a:spcBef>
                <a:spcPct val="0"/>
              </a:spcBef>
              <a:spcAft>
                <a:spcPct val="0"/>
              </a:spcAft>
              <a:defRPr/>
            </a:pPr>
            <a:r>
              <a:rPr lang="en-US" altLang="zh-CN" sz="1200">
                <a:solidFill>
                  <a:schemeClr val="accent1">
                    <a:lumMod val="75000"/>
                  </a:schemeClr>
                </a:solidFill>
                <a:latin typeface="+mj-lt"/>
                <a:ea typeface="+mn-ea"/>
              </a:rPr>
              <a:t>STEP 2</a:t>
            </a:r>
            <a:endParaRPr lang="zh-CN" altLang="en-US" sz="1200">
              <a:solidFill>
                <a:schemeClr val="accent1">
                  <a:lumMod val="75000"/>
                </a:schemeClr>
              </a:solidFill>
              <a:latin typeface="+mj-lt"/>
              <a:ea typeface="+mn-ea"/>
            </a:endParaRPr>
          </a:p>
        </p:txBody>
      </p:sp>
      <p:sp>
        <p:nvSpPr>
          <p:cNvPr id="239" name="矩形 238"/>
          <p:cNvSpPr/>
          <p:nvPr/>
        </p:nvSpPr>
        <p:spPr>
          <a:xfrm>
            <a:off x="4724084" y="4033902"/>
            <a:ext cx="1653698" cy="812530"/>
          </a:xfrm>
          <a:prstGeom prst="rect">
            <a:avLst/>
          </a:prstGeom>
        </p:spPr>
        <p:txBody>
          <a:bodyPr wrap="square">
            <a:spAutoFit/>
          </a:bodyPr>
          <a:lstStyle/>
          <a:p>
            <a:pPr algn="ctr">
              <a:lnSpc>
                <a:spcPct val="130000"/>
              </a:lnSpc>
              <a:spcBef>
                <a:spcPts val="600"/>
              </a:spcBef>
            </a:pPr>
            <a:r>
              <a:rPr lang="en-US" altLang="zh-CN" sz="900">
                <a:solidFill>
                  <a:schemeClr val="tx1">
                    <a:lumMod val="85000"/>
                    <a:lumOff val="15000"/>
                  </a:schemeClr>
                </a:solidFill>
              </a:rPr>
              <a:t>Lorem ipsum dolor sit amet, consectetuer adipiscing elit. Aenean commodo ligula eget dolor. </a:t>
            </a:r>
          </a:p>
        </p:txBody>
      </p:sp>
      <p:cxnSp>
        <p:nvCxnSpPr>
          <p:cNvPr id="240" name="直接连接符 239"/>
          <p:cNvCxnSpPr/>
          <p:nvPr/>
        </p:nvCxnSpPr>
        <p:spPr>
          <a:xfrm>
            <a:off x="5436694" y="4033902"/>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1" name="文本框 6"/>
          <p:cNvSpPr txBox="1">
            <a:spLocks noChangeArrowheads="1"/>
          </p:cNvSpPr>
          <p:nvPr/>
        </p:nvSpPr>
        <p:spPr bwMode="auto">
          <a:xfrm>
            <a:off x="5194682" y="3742276"/>
            <a:ext cx="7125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fontAlgn="base">
              <a:spcBef>
                <a:spcPct val="0"/>
              </a:spcBef>
              <a:spcAft>
                <a:spcPct val="0"/>
              </a:spcAft>
              <a:defRPr/>
            </a:pPr>
            <a:r>
              <a:rPr lang="en-US" altLang="zh-CN" sz="1200">
                <a:solidFill>
                  <a:schemeClr val="accent1">
                    <a:lumMod val="75000"/>
                  </a:schemeClr>
                </a:solidFill>
                <a:latin typeface="+mj-lt"/>
                <a:ea typeface="+mn-ea"/>
              </a:rPr>
              <a:t>STEP 3</a:t>
            </a:r>
            <a:endParaRPr lang="zh-CN" altLang="en-US" sz="1200">
              <a:solidFill>
                <a:schemeClr val="accent1">
                  <a:lumMod val="75000"/>
                </a:schemeClr>
              </a:solidFill>
              <a:latin typeface="+mj-lt"/>
              <a:ea typeface="+mn-ea"/>
            </a:endParaRPr>
          </a:p>
        </p:txBody>
      </p:sp>
      <p:sp>
        <p:nvSpPr>
          <p:cNvPr id="242" name="矩形 241"/>
          <p:cNvSpPr/>
          <p:nvPr/>
        </p:nvSpPr>
        <p:spPr>
          <a:xfrm>
            <a:off x="6676129" y="1450220"/>
            <a:ext cx="1653698" cy="812530"/>
          </a:xfrm>
          <a:prstGeom prst="rect">
            <a:avLst/>
          </a:prstGeom>
        </p:spPr>
        <p:txBody>
          <a:bodyPr wrap="square">
            <a:spAutoFit/>
          </a:bodyPr>
          <a:lstStyle/>
          <a:p>
            <a:pPr algn="ctr">
              <a:lnSpc>
                <a:spcPct val="130000"/>
              </a:lnSpc>
              <a:spcBef>
                <a:spcPts val="600"/>
              </a:spcBef>
            </a:pPr>
            <a:r>
              <a:rPr lang="en-US" altLang="zh-CN" sz="900">
                <a:solidFill>
                  <a:schemeClr val="tx1">
                    <a:lumMod val="85000"/>
                    <a:lumOff val="15000"/>
                  </a:schemeClr>
                </a:solidFill>
              </a:rPr>
              <a:t>Lorem ipsum dolor sit amet, consectetuer adipiscing elit. Aenean commodo ligula eget dolor. </a:t>
            </a:r>
          </a:p>
        </p:txBody>
      </p:sp>
      <p:cxnSp>
        <p:nvCxnSpPr>
          <p:cNvPr id="243" name="直接连接符 242"/>
          <p:cNvCxnSpPr/>
          <p:nvPr/>
        </p:nvCxnSpPr>
        <p:spPr>
          <a:xfrm>
            <a:off x="7388739" y="1450220"/>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44" name="文本框 6"/>
          <p:cNvSpPr txBox="1">
            <a:spLocks noChangeArrowheads="1"/>
          </p:cNvSpPr>
          <p:nvPr/>
        </p:nvSpPr>
        <p:spPr bwMode="auto">
          <a:xfrm>
            <a:off x="7146727" y="1158594"/>
            <a:ext cx="7125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charset="0"/>
                <a:ea typeface="方正宋刻本秀楷简体" panose="02000000000000000000" pitchFamily="2" charset="-122"/>
              </a:defRPr>
            </a:lvl1pPr>
            <a:lvl2pPr marL="742950" indent="-285750">
              <a:defRPr sz="1300">
                <a:solidFill>
                  <a:schemeClr val="tx1"/>
                </a:solidFill>
                <a:latin typeface="Calibri Light" panose="020F0302020204030204" charset="0"/>
                <a:ea typeface="方正宋刻本秀楷简体" panose="02000000000000000000" pitchFamily="2" charset="-122"/>
              </a:defRPr>
            </a:lvl2pPr>
            <a:lvl3pPr marL="1143000" indent="-228600">
              <a:defRPr sz="1300">
                <a:solidFill>
                  <a:schemeClr val="tx1"/>
                </a:solidFill>
                <a:latin typeface="Calibri Light" panose="020F0302020204030204" charset="0"/>
                <a:ea typeface="方正宋刻本秀楷简体" panose="02000000000000000000" pitchFamily="2" charset="-122"/>
              </a:defRPr>
            </a:lvl3pPr>
            <a:lvl4pPr marL="1600200" indent="-228600">
              <a:defRPr sz="1300">
                <a:solidFill>
                  <a:schemeClr val="tx1"/>
                </a:solidFill>
                <a:latin typeface="Calibri Light" panose="020F0302020204030204" charset="0"/>
                <a:ea typeface="方正宋刻本秀楷简体" panose="02000000000000000000" pitchFamily="2" charset="-122"/>
              </a:defRPr>
            </a:lvl4pPr>
            <a:lvl5pPr marL="2057400" indent="-228600">
              <a:defRPr sz="1300">
                <a:solidFill>
                  <a:schemeClr val="tx1"/>
                </a:solidFill>
                <a:latin typeface="Calibri Light" panose="020F030202020403020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charset="0"/>
                <a:ea typeface="方正宋刻本秀楷简体" panose="02000000000000000000" pitchFamily="2" charset="-122"/>
              </a:defRPr>
            </a:lvl9pPr>
          </a:lstStyle>
          <a:p>
            <a:pPr fontAlgn="base">
              <a:spcBef>
                <a:spcPct val="0"/>
              </a:spcBef>
              <a:spcAft>
                <a:spcPct val="0"/>
              </a:spcAft>
              <a:defRPr/>
            </a:pPr>
            <a:r>
              <a:rPr lang="en-US" altLang="zh-CN" sz="1200">
                <a:solidFill>
                  <a:schemeClr val="accent1">
                    <a:lumMod val="75000"/>
                  </a:schemeClr>
                </a:solidFill>
                <a:latin typeface="+mj-lt"/>
                <a:ea typeface="+mn-ea"/>
              </a:rPr>
              <a:t>STEP 4</a:t>
            </a:r>
            <a:endParaRPr lang="zh-CN" altLang="en-US" sz="1200">
              <a:solidFill>
                <a:schemeClr val="accent1">
                  <a:lumMod val="75000"/>
                </a:schemeClr>
              </a:solidFill>
              <a:latin typeface="+mj-lt"/>
              <a:ea typeface="+mn-ea"/>
            </a:endParaRPr>
          </a:p>
        </p:txBody>
      </p:sp>
      <p:sp>
        <p:nvSpPr>
          <p:cNvPr id="7" name="弧形 6"/>
          <p:cNvSpPr/>
          <p:nvPr/>
        </p:nvSpPr>
        <p:spPr>
          <a:xfrm>
            <a:off x="1933296" y="1726820"/>
            <a:ext cx="1411234" cy="1411234"/>
          </a:xfrm>
          <a:prstGeom prst="arc">
            <a:avLst>
              <a:gd name="adj1" fmla="val 12942277"/>
              <a:gd name="adj2" fmla="val 19840560"/>
            </a:avLst>
          </a:prstGeom>
          <a:ln>
            <a:solidFill>
              <a:schemeClr val="bg1">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5" name="弧形 244"/>
          <p:cNvSpPr/>
          <p:nvPr/>
        </p:nvSpPr>
        <p:spPr>
          <a:xfrm flipV="1">
            <a:off x="3946440" y="2629563"/>
            <a:ext cx="1411234" cy="1411234"/>
          </a:xfrm>
          <a:prstGeom prst="arc">
            <a:avLst>
              <a:gd name="adj1" fmla="val 12942277"/>
              <a:gd name="adj2" fmla="val 19840560"/>
            </a:avLst>
          </a:prstGeom>
          <a:ln>
            <a:solidFill>
              <a:schemeClr val="bg1">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6" name="弧形 245"/>
          <p:cNvSpPr/>
          <p:nvPr/>
        </p:nvSpPr>
        <p:spPr>
          <a:xfrm>
            <a:off x="5916259" y="1750670"/>
            <a:ext cx="1411234" cy="1411234"/>
          </a:xfrm>
          <a:prstGeom prst="arc">
            <a:avLst>
              <a:gd name="adj1" fmla="val 12942277"/>
              <a:gd name="adj2" fmla="val 19840560"/>
            </a:avLst>
          </a:prstGeom>
          <a:ln>
            <a:solidFill>
              <a:schemeClr val="bg1">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8" name="Group 85"/>
          <p:cNvGrpSpPr/>
          <p:nvPr/>
        </p:nvGrpSpPr>
        <p:grpSpPr>
          <a:xfrm>
            <a:off x="7579975" y="2811168"/>
            <a:ext cx="259835" cy="259835"/>
            <a:chOff x="1200150" y="3768725"/>
            <a:chExt cx="446088" cy="446088"/>
          </a:xfrm>
          <a:solidFill>
            <a:schemeClr val="bg1"/>
          </a:solidFill>
        </p:grpSpPr>
        <p:sp>
          <p:nvSpPr>
            <p:cNvPr id="29" name="Freeform 78"/>
            <p:cNvSpPr/>
            <p:nvPr/>
          </p:nvSpPr>
          <p:spPr bwMode="auto">
            <a:xfrm>
              <a:off x="1200150" y="3768725"/>
              <a:ext cx="446088" cy="446088"/>
            </a:xfrm>
            <a:custGeom>
              <a:avLst/>
              <a:gdLst>
                <a:gd name="T0" fmla="*/ 539 w 580"/>
                <a:gd name="T1" fmla="*/ 141 h 580"/>
                <a:gd name="T2" fmla="*/ 509 w 580"/>
                <a:gd name="T3" fmla="*/ 171 h 580"/>
                <a:gd name="T4" fmla="*/ 489 w 580"/>
                <a:gd name="T5" fmla="*/ 181 h 580"/>
                <a:gd name="T6" fmla="*/ 517 w 580"/>
                <a:gd name="T7" fmla="*/ 290 h 580"/>
                <a:gd name="T8" fmla="*/ 290 w 580"/>
                <a:gd name="T9" fmla="*/ 517 h 580"/>
                <a:gd name="T10" fmla="*/ 63 w 580"/>
                <a:gd name="T11" fmla="*/ 290 h 580"/>
                <a:gd name="T12" fmla="*/ 290 w 580"/>
                <a:gd name="T13" fmla="*/ 63 h 580"/>
                <a:gd name="T14" fmla="*/ 401 w 580"/>
                <a:gd name="T15" fmla="*/ 92 h 580"/>
                <a:gd name="T16" fmla="*/ 411 w 580"/>
                <a:gd name="T17" fmla="*/ 72 h 580"/>
                <a:gd name="T18" fmla="*/ 441 w 580"/>
                <a:gd name="T19" fmla="*/ 42 h 580"/>
                <a:gd name="T20" fmla="*/ 290 w 580"/>
                <a:gd name="T21" fmla="*/ 0 h 580"/>
                <a:gd name="T22" fmla="*/ 0 w 580"/>
                <a:gd name="T23" fmla="*/ 290 h 580"/>
                <a:gd name="T24" fmla="*/ 290 w 580"/>
                <a:gd name="T25" fmla="*/ 580 h 580"/>
                <a:gd name="T26" fmla="*/ 580 w 580"/>
                <a:gd name="T27" fmla="*/ 290 h 580"/>
                <a:gd name="T28" fmla="*/ 539 w 580"/>
                <a:gd name="T29" fmla="*/ 141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0" h="580">
                  <a:moveTo>
                    <a:pt x="539" y="141"/>
                  </a:moveTo>
                  <a:cubicBezTo>
                    <a:pt x="509" y="171"/>
                    <a:pt x="509" y="171"/>
                    <a:pt x="509" y="171"/>
                  </a:cubicBezTo>
                  <a:cubicBezTo>
                    <a:pt x="504" y="176"/>
                    <a:pt x="496" y="179"/>
                    <a:pt x="489" y="181"/>
                  </a:cubicBezTo>
                  <a:cubicBezTo>
                    <a:pt x="506" y="213"/>
                    <a:pt x="517" y="250"/>
                    <a:pt x="517" y="290"/>
                  </a:cubicBezTo>
                  <a:cubicBezTo>
                    <a:pt x="517" y="415"/>
                    <a:pt x="415" y="517"/>
                    <a:pt x="290" y="517"/>
                  </a:cubicBezTo>
                  <a:cubicBezTo>
                    <a:pt x="165" y="517"/>
                    <a:pt x="63" y="415"/>
                    <a:pt x="63" y="290"/>
                  </a:cubicBezTo>
                  <a:cubicBezTo>
                    <a:pt x="63" y="165"/>
                    <a:pt x="165" y="63"/>
                    <a:pt x="290" y="63"/>
                  </a:cubicBezTo>
                  <a:cubicBezTo>
                    <a:pt x="330" y="63"/>
                    <a:pt x="368" y="74"/>
                    <a:pt x="401" y="92"/>
                  </a:cubicBezTo>
                  <a:cubicBezTo>
                    <a:pt x="402" y="85"/>
                    <a:pt x="406" y="78"/>
                    <a:pt x="411" y="72"/>
                  </a:cubicBezTo>
                  <a:cubicBezTo>
                    <a:pt x="441" y="42"/>
                    <a:pt x="441" y="42"/>
                    <a:pt x="441" y="42"/>
                  </a:cubicBezTo>
                  <a:cubicBezTo>
                    <a:pt x="397" y="15"/>
                    <a:pt x="345" y="0"/>
                    <a:pt x="290" y="0"/>
                  </a:cubicBezTo>
                  <a:cubicBezTo>
                    <a:pt x="130" y="0"/>
                    <a:pt x="0" y="130"/>
                    <a:pt x="0" y="290"/>
                  </a:cubicBezTo>
                  <a:cubicBezTo>
                    <a:pt x="0" y="450"/>
                    <a:pt x="130" y="580"/>
                    <a:pt x="290" y="580"/>
                  </a:cubicBezTo>
                  <a:cubicBezTo>
                    <a:pt x="450" y="580"/>
                    <a:pt x="580" y="450"/>
                    <a:pt x="580" y="290"/>
                  </a:cubicBezTo>
                  <a:cubicBezTo>
                    <a:pt x="580" y="235"/>
                    <a:pt x="565" y="184"/>
                    <a:pt x="539" y="141"/>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0" name="Freeform 79"/>
            <p:cNvSpPr/>
            <p:nvPr/>
          </p:nvSpPr>
          <p:spPr bwMode="auto">
            <a:xfrm>
              <a:off x="1381125" y="3781425"/>
              <a:ext cx="252413" cy="252413"/>
            </a:xfrm>
            <a:custGeom>
              <a:avLst/>
              <a:gdLst>
                <a:gd name="T0" fmla="*/ 186 w 329"/>
                <a:gd name="T1" fmla="*/ 67 h 328"/>
                <a:gd name="T2" fmla="*/ 249 w 329"/>
                <a:gd name="T3" fmla="*/ 4 h 328"/>
                <a:gd name="T4" fmla="*/ 257 w 329"/>
                <a:gd name="T5" fmla="*/ 7 h 328"/>
                <a:gd name="T6" fmla="*/ 263 w 329"/>
                <a:gd name="T7" fmla="*/ 66 h 328"/>
                <a:gd name="T8" fmla="*/ 322 w 329"/>
                <a:gd name="T9" fmla="*/ 71 h 328"/>
                <a:gd name="T10" fmla="*/ 325 w 329"/>
                <a:gd name="T11" fmla="*/ 80 h 328"/>
                <a:gd name="T12" fmla="*/ 262 w 329"/>
                <a:gd name="T13" fmla="*/ 142 h 328"/>
                <a:gd name="T14" fmla="*/ 245 w 329"/>
                <a:gd name="T15" fmla="*/ 149 h 328"/>
                <a:gd name="T16" fmla="*/ 207 w 329"/>
                <a:gd name="T17" fmla="*/ 145 h 328"/>
                <a:gd name="T18" fmla="*/ 99 w 329"/>
                <a:gd name="T19" fmla="*/ 253 h 328"/>
                <a:gd name="T20" fmla="*/ 89 w 329"/>
                <a:gd name="T21" fmla="*/ 309 h 328"/>
                <a:gd name="T22" fmla="*/ 19 w 329"/>
                <a:gd name="T23" fmla="*/ 309 h 328"/>
                <a:gd name="T24" fmla="*/ 19 w 329"/>
                <a:gd name="T25" fmla="*/ 239 h 328"/>
                <a:gd name="T26" fmla="*/ 75 w 329"/>
                <a:gd name="T27" fmla="*/ 230 h 328"/>
                <a:gd name="T28" fmla="*/ 184 w 329"/>
                <a:gd name="T29" fmla="*/ 121 h 328"/>
                <a:gd name="T30" fmla="*/ 180 w 329"/>
                <a:gd name="T31" fmla="*/ 84 h 328"/>
                <a:gd name="T32" fmla="*/ 186 w 329"/>
                <a:gd name="T33" fmla="*/ 67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9" h="328">
                  <a:moveTo>
                    <a:pt x="186" y="67"/>
                  </a:moveTo>
                  <a:cubicBezTo>
                    <a:pt x="249" y="4"/>
                    <a:pt x="249" y="4"/>
                    <a:pt x="249" y="4"/>
                  </a:cubicBezTo>
                  <a:cubicBezTo>
                    <a:pt x="253" y="0"/>
                    <a:pt x="256" y="1"/>
                    <a:pt x="257" y="7"/>
                  </a:cubicBezTo>
                  <a:cubicBezTo>
                    <a:pt x="263" y="66"/>
                    <a:pt x="263" y="66"/>
                    <a:pt x="263" y="66"/>
                  </a:cubicBezTo>
                  <a:cubicBezTo>
                    <a:pt x="322" y="71"/>
                    <a:pt x="322" y="71"/>
                    <a:pt x="322" y="71"/>
                  </a:cubicBezTo>
                  <a:cubicBezTo>
                    <a:pt x="327" y="72"/>
                    <a:pt x="329" y="76"/>
                    <a:pt x="325" y="80"/>
                  </a:cubicBezTo>
                  <a:cubicBezTo>
                    <a:pt x="262" y="142"/>
                    <a:pt x="262" y="142"/>
                    <a:pt x="262" y="142"/>
                  </a:cubicBezTo>
                  <a:cubicBezTo>
                    <a:pt x="258" y="146"/>
                    <a:pt x="250" y="149"/>
                    <a:pt x="245" y="149"/>
                  </a:cubicBezTo>
                  <a:cubicBezTo>
                    <a:pt x="207" y="145"/>
                    <a:pt x="207" y="145"/>
                    <a:pt x="207" y="145"/>
                  </a:cubicBezTo>
                  <a:cubicBezTo>
                    <a:pt x="99" y="253"/>
                    <a:pt x="99" y="253"/>
                    <a:pt x="99" y="253"/>
                  </a:cubicBezTo>
                  <a:cubicBezTo>
                    <a:pt x="107" y="272"/>
                    <a:pt x="104" y="294"/>
                    <a:pt x="89" y="309"/>
                  </a:cubicBezTo>
                  <a:cubicBezTo>
                    <a:pt x="70" y="328"/>
                    <a:pt x="39" y="328"/>
                    <a:pt x="19" y="309"/>
                  </a:cubicBezTo>
                  <a:cubicBezTo>
                    <a:pt x="0" y="290"/>
                    <a:pt x="0" y="259"/>
                    <a:pt x="19" y="239"/>
                  </a:cubicBezTo>
                  <a:cubicBezTo>
                    <a:pt x="34" y="224"/>
                    <a:pt x="57" y="221"/>
                    <a:pt x="75" y="230"/>
                  </a:cubicBezTo>
                  <a:cubicBezTo>
                    <a:pt x="184" y="121"/>
                    <a:pt x="184" y="121"/>
                    <a:pt x="184" y="121"/>
                  </a:cubicBezTo>
                  <a:cubicBezTo>
                    <a:pt x="180" y="84"/>
                    <a:pt x="180" y="84"/>
                    <a:pt x="180" y="84"/>
                  </a:cubicBezTo>
                  <a:cubicBezTo>
                    <a:pt x="179" y="78"/>
                    <a:pt x="182" y="71"/>
                    <a:pt x="186" y="67"/>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1" name="Freeform 80"/>
            <p:cNvSpPr/>
            <p:nvPr/>
          </p:nvSpPr>
          <p:spPr bwMode="auto">
            <a:xfrm>
              <a:off x="1292225" y="3860800"/>
              <a:ext cx="261938" cy="261938"/>
            </a:xfrm>
            <a:custGeom>
              <a:avLst/>
              <a:gdLst>
                <a:gd name="T0" fmla="*/ 170 w 340"/>
                <a:gd name="T1" fmla="*/ 73 h 340"/>
                <a:gd name="T2" fmla="*/ 212 w 340"/>
                <a:gd name="T3" fmla="*/ 83 h 340"/>
                <a:gd name="T4" fmla="*/ 266 w 340"/>
                <a:gd name="T5" fmla="*/ 30 h 340"/>
                <a:gd name="T6" fmla="*/ 170 w 340"/>
                <a:gd name="T7" fmla="*/ 0 h 340"/>
                <a:gd name="T8" fmla="*/ 0 w 340"/>
                <a:gd name="T9" fmla="*/ 170 h 340"/>
                <a:gd name="T10" fmla="*/ 170 w 340"/>
                <a:gd name="T11" fmla="*/ 340 h 340"/>
                <a:gd name="T12" fmla="*/ 340 w 340"/>
                <a:gd name="T13" fmla="*/ 170 h 340"/>
                <a:gd name="T14" fmla="*/ 311 w 340"/>
                <a:gd name="T15" fmla="*/ 76 h 340"/>
                <a:gd name="T16" fmla="*/ 258 w 340"/>
                <a:gd name="T17" fmla="*/ 130 h 340"/>
                <a:gd name="T18" fmla="*/ 267 w 340"/>
                <a:gd name="T19" fmla="*/ 170 h 340"/>
                <a:gd name="T20" fmla="*/ 170 w 340"/>
                <a:gd name="T21" fmla="*/ 267 h 340"/>
                <a:gd name="T22" fmla="*/ 73 w 340"/>
                <a:gd name="T23" fmla="*/ 170 h 340"/>
                <a:gd name="T24" fmla="*/ 170 w 340"/>
                <a:gd name="T25" fmla="*/ 73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0" h="340">
                  <a:moveTo>
                    <a:pt x="170" y="73"/>
                  </a:moveTo>
                  <a:cubicBezTo>
                    <a:pt x="185" y="73"/>
                    <a:pt x="199" y="77"/>
                    <a:pt x="212" y="83"/>
                  </a:cubicBezTo>
                  <a:cubicBezTo>
                    <a:pt x="266" y="30"/>
                    <a:pt x="266" y="30"/>
                    <a:pt x="266" y="30"/>
                  </a:cubicBezTo>
                  <a:cubicBezTo>
                    <a:pt x="238" y="11"/>
                    <a:pt x="205" y="0"/>
                    <a:pt x="170" y="0"/>
                  </a:cubicBezTo>
                  <a:cubicBezTo>
                    <a:pt x="76" y="0"/>
                    <a:pt x="0" y="76"/>
                    <a:pt x="0" y="170"/>
                  </a:cubicBezTo>
                  <a:cubicBezTo>
                    <a:pt x="0" y="264"/>
                    <a:pt x="76" y="340"/>
                    <a:pt x="170" y="340"/>
                  </a:cubicBezTo>
                  <a:cubicBezTo>
                    <a:pt x="264" y="340"/>
                    <a:pt x="340" y="264"/>
                    <a:pt x="340" y="170"/>
                  </a:cubicBezTo>
                  <a:cubicBezTo>
                    <a:pt x="340" y="135"/>
                    <a:pt x="329" y="103"/>
                    <a:pt x="311" y="76"/>
                  </a:cubicBezTo>
                  <a:cubicBezTo>
                    <a:pt x="258" y="130"/>
                    <a:pt x="258" y="130"/>
                    <a:pt x="258" y="130"/>
                  </a:cubicBezTo>
                  <a:cubicBezTo>
                    <a:pt x="264" y="142"/>
                    <a:pt x="267" y="156"/>
                    <a:pt x="267" y="170"/>
                  </a:cubicBezTo>
                  <a:cubicBezTo>
                    <a:pt x="267" y="223"/>
                    <a:pt x="223" y="267"/>
                    <a:pt x="170" y="267"/>
                  </a:cubicBezTo>
                  <a:cubicBezTo>
                    <a:pt x="117" y="267"/>
                    <a:pt x="73" y="223"/>
                    <a:pt x="73" y="170"/>
                  </a:cubicBezTo>
                  <a:cubicBezTo>
                    <a:pt x="73" y="117"/>
                    <a:pt x="117" y="73"/>
                    <a:pt x="170" y="73"/>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32" name="Group 213"/>
          <p:cNvGrpSpPr/>
          <p:nvPr/>
        </p:nvGrpSpPr>
        <p:grpSpPr>
          <a:xfrm>
            <a:off x="3645717" y="2831269"/>
            <a:ext cx="255211" cy="235793"/>
            <a:chOff x="2900363" y="5486400"/>
            <a:chExt cx="438150" cy="404813"/>
          </a:xfrm>
          <a:solidFill>
            <a:schemeClr val="bg1"/>
          </a:solidFill>
        </p:grpSpPr>
        <p:sp>
          <p:nvSpPr>
            <p:cNvPr id="33" name="Freeform 203"/>
            <p:cNvSpPr>
              <a:spLocks noEditPoints="1"/>
            </p:cNvSpPr>
            <p:nvPr/>
          </p:nvSpPr>
          <p:spPr bwMode="auto">
            <a:xfrm>
              <a:off x="3151188" y="5486400"/>
              <a:ext cx="187325" cy="195263"/>
            </a:xfrm>
            <a:custGeom>
              <a:avLst/>
              <a:gdLst>
                <a:gd name="T0" fmla="*/ 240 w 245"/>
                <a:gd name="T1" fmla="*/ 155 h 254"/>
                <a:gd name="T2" fmla="*/ 211 w 245"/>
                <a:gd name="T3" fmla="*/ 137 h 254"/>
                <a:gd name="T4" fmla="*/ 211 w 245"/>
                <a:gd name="T5" fmla="*/ 118 h 254"/>
                <a:gd name="T6" fmla="*/ 207 w 245"/>
                <a:gd name="T7" fmla="*/ 100 h 254"/>
                <a:gd name="T8" fmla="*/ 231 w 245"/>
                <a:gd name="T9" fmla="*/ 76 h 254"/>
                <a:gd name="T10" fmla="*/ 232 w 245"/>
                <a:gd name="T11" fmla="*/ 64 h 254"/>
                <a:gd name="T12" fmla="*/ 217 w 245"/>
                <a:gd name="T13" fmla="*/ 43 h 254"/>
                <a:gd name="T14" fmla="*/ 205 w 245"/>
                <a:gd name="T15" fmla="*/ 40 h 254"/>
                <a:gd name="T16" fmla="*/ 175 w 245"/>
                <a:gd name="T17" fmla="*/ 55 h 254"/>
                <a:gd name="T18" fmla="*/ 141 w 245"/>
                <a:gd name="T19" fmla="*/ 40 h 254"/>
                <a:gd name="T20" fmla="*/ 133 w 245"/>
                <a:gd name="T21" fmla="*/ 7 h 254"/>
                <a:gd name="T22" fmla="*/ 123 w 245"/>
                <a:gd name="T23" fmla="*/ 1 h 254"/>
                <a:gd name="T24" fmla="*/ 96 w 245"/>
                <a:gd name="T25" fmla="*/ 3 h 254"/>
                <a:gd name="T26" fmla="*/ 88 w 245"/>
                <a:gd name="T27" fmla="*/ 12 h 254"/>
                <a:gd name="T28" fmla="*/ 86 w 245"/>
                <a:gd name="T29" fmla="*/ 46 h 254"/>
                <a:gd name="T30" fmla="*/ 57 w 245"/>
                <a:gd name="T31" fmla="*/ 68 h 254"/>
                <a:gd name="T32" fmla="*/ 24 w 245"/>
                <a:gd name="T33" fmla="*/ 59 h 254"/>
                <a:gd name="T34" fmla="*/ 13 w 245"/>
                <a:gd name="T35" fmla="*/ 64 h 254"/>
                <a:gd name="T36" fmla="*/ 2 w 245"/>
                <a:gd name="T37" fmla="*/ 88 h 254"/>
                <a:gd name="T38" fmla="*/ 6 w 245"/>
                <a:gd name="T39" fmla="*/ 99 h 254"/>
                <a:gd name="T40" fmla="*/ 34 w 245"/>
                <a:gd name="T41" fmla="*/ 118 h 254"/>
                <a:gd name="T42" fmla="*/ 34 w 245"/>
                <a:gd name="T43" fmla="*/ 136 h 254"/>
                <a:gd name="T44" fmla="*/ 38 w 245"/>
                <a:gd name="T45" fmla="*/ 155 h 254"/>
                <a:gd name="T46" fmla="*/ 14 w 245"/>
                <a:gd name="T47" fmla="*/ 179 h 254"/>
                <a:gd name="T48" fmla="*/ 13 w 245"/>
                <a:gd name="T49" fmla="*/ 190 h 254"/>
                <a:gd name="T50" fmla="*/ 28 w 245"/>
                <a:gd name="T51" fmla="*/ 212 h 254"/>
                <a:gd name="T52" fmla="*/ 40 w 245"/>
                <a:gd name="T53" fmla="*/ 215 h 254"/>
                <a:gd name="T54" fmla="*/ 70 w 245"/>
                <a:gd name="T55" fmla="*/ 199 h 254"/>
                <a:gd name="T56" fmla="*/ 104 w 245"/>
                <a:gd name="T57" fmla="*/ 214 h 254"/>
                <a:gd name="T58" fmla="*/ 113 w 245"/>
                <a:gd name="T59" fmla="*/ 247 h 254"/>
                <a:gd name="T60" fmla="*/ 122 w 245"/>
                <a:gd name="T61" fmla="*/ 254 h 254"/>
                <a:gd name="T62" fmla="*/ 149 w 245"/>
                <a:gd name="T63" fmla="*/ 251 h 254"/>
                <a:gd name="T64" fmla="*/ 157 w 245"/>
                <a:gd name="T65" fmla="*/ 243 h 254"/>
                <a:gd name="T66" fmla="*/ 159 w 245"/>
                <a:gd name="T67" fmla="*/ 209 h 254"/>
                <a:gd name="T68" fmla="*/ 188 w 245"/>
                <a:gd name="T69" fmla="*/ 187 h 254"/>
                <a:gd name="T70" fmla="*/ 221 w 245"/>
                <a:gd name="T71" fmla="*/ 196 h 254"/>
                <a:gd name="T72" fmla="*/ 232 w 245"/>
                <a:gd name="T73" fmla="*/ 191 h 254"/>
                <a:gd name="T74" fmla="*/ 243 w 245"/>
                <a:gd name="T75" fmla="*/ 167 h 254"/>
                <a:gd name="T76" fmla="*/ 240 w 245"/>
                <a:gd name="T77" fmla="*/ 155 h 254"/>
                <a:gd name="T78" fmla="*/ 127 w 245"/>
                <a:gd name="T79" fmla="*/ 174 h 254"/>
                <a:gd name="T80" fmla="*/ 76 w 245"/>
                <a:gd name="T81" fmla="*/ 132 h 254"/>
                <a:gd name="T82" fmla="*/ 118 w 245"/>
                <a:gd name="T83" fmla="*/ 80 h 254"/>
                <a:gd name="T84" fmla="*/ 170 w 245"/>
                <a:gd name="T85" fmla="*/ 123 h 254"/>
                <a:gd name="T86" fmla="*/ 127 w 245"/>
                <a:gd name="T87" fmla="*/ 17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254">
                  <a:moveTo>
                    <a:pt x="240" y="155"/>
                  </a:moveTo>
                  <a:cubicBezTo>
                    <a:pt x="211" y="137"/>
                    <a:pt x="211" y="137"/>
                    <a:pt x="211" y="137"/>
                  </a:cubicBezTo>
                  <a:cubicBezTo>
                    <a:pt x="212" y="131"/>
                    <a:pt x="212" y="124"/>
                    <a:pt x="211" y="118"/>
                  </a:cubicBezTo>
                  <a:cubicBezTo>
                    <a:pt x="210" y="112"/>
                    <a:pt x="209" y="106"/>
                    <a:pt x="207" y="100"/>
                  </a:cubicBezTo>
                  <a:cubicBezTo>
                    <a:pt x="231" y="76"/>
                    <a:pt x="231" y="76"/>
                    <a:pt x="231" y="76"/>
                  </a:cubicBezTo>
                  <a:cubicBezTo>
                    <a:pt x="234" y="73"/>
                    <a:pt x="235" y="68"/>
                    <a:pt x="232" y="64"/>
                  </a:cubicBezTo>
                  <a:cubicBezTo>
                    <a:pt x="217" y="43"/>
                    <a:pt x="217" y="43"/>
                    <a:pt x="217" y="43"/>
                  </a:cubicBezTo>
                  <a:cubicBezTo>
                    <a:pt x="214" y="39"/>
                    <a:pt x="209" y="38"/>
                    <a:pt x="205" y="40"/>
                  </a:cubicBezTo>
                  <a:cubicBezTo>
                    <a:pt x="175" y="55"/>
                    <a:pt x="175" y="55"/>
                    <a:pt x="175" y="55"/>
                  </a:cubicBezTo>
                  <a:cubicBezTo>
                    <a:pt x="165" y="48"/>
                    <a:pt x="154" y="43"/>
                    <a:pt x="141" y="40"/>
                  </a:cubicBezTo>
                  <a:cubicBezTo>
                    <a:pt x="133" y="7"/>
                    <a:pt x="133" y="7"/>
                    <a:pt x="133" y="7"/>
                  </a:cubicBezTo>
                  <a:cubicBezTo>
                    <a:pt x="132" y="3"/>
                    <a:pt x="127" y="0"/>
                    <a:pt x="123" y="1"/>
                  </a:cubicBezTo>
                  <a:cubicBezTo>
                    <a:pt x="96" y="3"/>
                    <a:pt x="96" y="3"/>
                    <a:pt x="96" y="3"/>
                  </a:cubicBezTo>
                  <a:cubicBezTo>
                    <a:pt x="92" y="4"/>
                    <a:pt x="89" y="8"/>
                    <a:pt x="88" y="12"/>
                  </a:cubicBezTo>
                  <a:cubicBezTo>
                    <a:pt x="86" y="46"/>
                    <a:pt x="86" y="46"/>
                    <a:pt x="86" y="46"/>
                  </a:cubicBezTo>
                  <a:cubicBezTo>
                    <a:pt x="75" y="51"/>
                    <a:pt x="65" y="59"/>
                    <a:pt x="57" y="68"/>
                  </a:cubicBezTo>
                  <a:cubicBezTo>
                    <a:pt x="24" y="59"/>
                    <a:pt x="24" y="59"/>
                    <a:pt x="24" y="59"/>
                  </a:cubicBezTo>
                  <a:cubicBezTo>
                    <a:pt x="20" y="58"/>
                    <a:pt x="15" y="60"/>
                    <a:pt x="13" y="64"/>
                  </a:cubicBezTo>
                  <a:cubicBezTo>
                    <a:pt x="2" y="88"/>
                    <a:pt x="2" y="88"/>
                    <a:pt x="2" y="88"/>
                  </a:cubicBezTo>
                  <a:cubicBezTo>
                    <a:pt x="0" y="92"/>
                    <a:pt x="2" y="97"/>
                    <a:pt x="6" y="99"/>
                  </a:cubicBezTo>
                  <a:cubicBezTo>
                    <a:pt x="34" y="118"/>
                    <a:pt x="34" y="118"/>
                    <a:pt x="34" y="118"/>
                  </a:cubicBezTo>
                  <a:cubicBezTo>
                    <a:pt x="34" y="124"/>
                    <a:pt x="34" y="130"/>
                    <a:pt x="34" y="136"/>
                  </a:cubicBezTo>
                  <a:cubicBezTo>
                    <a:pt x="35" y="143"/>
                    <a:pt x="36" y="149"/>
                    <a:pt x="38" y="155"/>
                  </a:cubicBezTo>
                  <a:cubicBezTo>
                    <a:pt x="14" y="179"/>
                    <a:pt x="14" y="179"/>
                    <a:pt x="14" y="179"/>
                  </a:cubicBezTo>
                  <a:cubicBezTo>
                    <a:pt x="11" y="182"/>
                    <a:pt x="10" y="187"/>
                    <a:pt x="13" y="190"/>
                  </a:cubicBezTo>
                  <a:cubicBezTo>
                    <a:pt x="28" y="212"/>
                    <a:pt x="28" y="212"/>
                    <a:pt x="28" y="212"/>
                  </a:cubicBezTo>
                  <a:cubicBezTo>
                    <a:pt x="31" y="215"/>
                    <a:pt x="36" y="217"/>
                    <a:pt x="40" y="215"/>
                  </a:cubicBezTo>
                  <a:cubicBezTo>
                    <a:pt x="70" y="199"/>
                    <a:pt x="70" y="199"/>
                    <a:pt x="70" y="199"/>
                  </a:cubicBezTo>
                  <a:cubicBezTo>
                    <a:pt x="80" y="206"/>
                    <a:pt x="92" y="212"/>
                    <a:pt x="104" y="214"/>
                  </a:cubicBezTo>
                  <a:cubicBezTo>
                    <a:pt x="113" y="247"/>
                    <a:pt x="113" y="247"/>
                    <a:pt x="113" y="247"/>
                  </a:cubicBezTo>
                  <a:cubicBezTo>
                    <a:pt x="114" y="251"/>
                    <a:pt x="118" y="254"/>
                    <a:pt x="122" y="254"/>
                  </a:cubicBezTo>
                  <a:cubicBezTo>
                    <a:pt x="149" y="251"/>
                    <a:pt x="149" y="251"/>
                    <a:pt x="149" y="251"/>
                  </a:cubicBezTo>
                  <a:cubicBezTo>
                    <a:pt x="153" y="251"/>
                    <a:pt x="157" y="247"/>
                    <a:pt x="157" y="243"/>
                  </a:cubicBezTo>
                  <a:cubicBezTo>
                    <a:pt x="159" y="209"/>
                    <a:pt x="159" y="209"/>
                    <a:pt x="159" y="209"/>
                  </a:cubicBezTo>
                  <a:cubicBezTo>
                    <a:pt x="170" y="203"/>
                    <a:pt x="180" y="196"/>
                    <a:pt x="188" y="187"/>
                  </a:cubicBezTo>
                  <a:cubicBezTo>
                    <a:pt x="221" y="196"/>
                    <a:pt x="221" y="196"/>
                    <a:pt x="221" y="196"/>
                  </a:cubicBezTo>
                  <a:cubicBezTo>
                    <a:pt x="226" y="197"/>
                    <a:pt x="230" y="195"/>
                    <a:pt x="232" y="191"/>
                  </a:cubicBezTo>
                  <a:cubicBezTo>
                    <a:pt x="243" y="167"/>
                    <a:pt x="243" y="167"/>
                    <a:pt x="243" y="167"/>
                  </a:cubicBezTo>
                  <a:cubicBezTo>
                    <a:pt x="245" y="163"/>
                    <a:pt x="243" y="158"/>
                    <a:pt x="240" y="155"/>
                  </a:cubicBezTo>
                  <a:close/>
                  <a:moveTo>
                    <a:pt x="127" y="174"/>
                  </a:moveTo>
                  <a:cubicBezTo>
                    <a:pt x="102" y="177"/>
                    <a:pt x="78" y="158"/>
                    <a:pt x="76" y="132"/>
                  </a:cubicBezTo>
                  <a:cubicBezTo>
                    <a:pt x="73" y="106"/>
                    <a:pt x="92" y="83"/>
                    <a:pt x="118" y="80"/>
                  </a:cubicBezTo>
                  <a:cubicBezTo>
                    <a:pt x="144" y="78"/>
                    <a:pt x="167" y="97"/>
                    <a:pt x="170" y="123"/>
                  </a:cubicBezTo>
                  <a:cubicBezTo>
                    <a:pt x="172" y="148"/>
                    <a:pt x="153" y="172"/>
                    <a:pt x="127" y="174"/>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4" name="Freeform 204"/>
            <p:cNvSpPr>
              <a:spLocks noEditPoints="1"/>
            </p:cNvSpPr>
            <p:nvPr/>
          </p:nvSpPr>
          <p:spPr bwMode="auto">
            <a:xfrm>
              <a:off x="2900363" y="5572125"/>
              <a:ext cx="317500" cy="319088"/>
            </a:xfrm>
            <a:custGeom>
              <a:avLst/>
              <a:gdLst>
                <a:gd name="T0" fmla="*/ 413 w 414"/>
                <a:gd name="T1" fmla="*/ 171 h 415"/>
                <a:gd name="T2" fmla="*/ 398 w 414"/>
                <a:gd name="T3" fmla="*/ 124 h 415"/>
                <a:gd name="T4" fmla="*/ 385 w 414"/>
                <a:gd name="T5" fmla="*/ 116 h 415"/>
                <a:gd name="T6" fmla="*/ 331 w 414"/>
                <a:gd name="T7" fmla="*/ 125 h 415"/>
                <a:gd name="T8" fmla="*/ 312 w 414"/>
                <a:gd name="T9" fmla="*/ 102 h 415"/>
                <a:gd name="T10" fmla="*/ 332 w 414"/>
                <a:gd name="T11" fmla="*/ 51 h 415"/>
                <a:gd name="T12" fmla="*/ 327 w 414"/>
                <a:gd name="T13" fmla="*/ 36 h 415"/>
                <a:gd name="T14" fmla="*/ 283 w 414"/>
                <a:gd name="T15" fmla="*/ 13 h 415"/>
                <a:gd name="T16" fmla="*/ 268 w 414"/>
                <a:gd name="T17" fmla="*/ 17 h 415"/>
                <a:gd name="T18" fmla="*/ 236 w 414"/>
                <a:gd name="T19" fmla="*/ 62 h 415"/>
                <a:gd name="T20" fmla="*/ 207 w 414"/>
                <a:gd name="T21" fmla="*/ 59 h 415"/>
                <a:gd name="T22" fmla="*/ 184 w 414"/>
                <a:gd name="T23" fmla="*/ 8 h 415"/>
                <a:gd name="T24" fmla="*/ 171 w 414"/>
                <a:gd name="T25" fmla="*/ 2 h 415"/>
                <a:gd name="T26" fmla="*/ 124 w 414"/>
                <a:gd name="T27" fmla="*/ 16 h 415"/>
                <a:gd name="T28" fmla="*/ 116 w 414"/>
                <a:gd name="T29" fmla="*/ 29 h 415"/>
                <a:gd name="T30" fmla="*/ 125 w 414"/>
                <a:gd name="T31" fmla="*/ 84 h 415"/>
                <a:gd name="T32" fmla="*/ 102 w 414"/>
                <a:gd name="T33" fmla="*/ 102 h 415"/>
                <a:gd name="T34" fmla="*/ 50 w 414"/>
                <a:gd name="T35" fmla="*/ 83 h 415"/>
                <a:gd name="T36" fmla="*/ 36 w 414"/>
                <a:gd name="T37" fmla="*/ 88 h 415"/>
                <a:gd name="T38" fmla="*/ 13 w 414"/>
                <a:gd name="T39" fmla="*/ 131 h 415"/>
                <a:gd name="T40" fmla="*/ 16 w 414"/>
                <a:gd name="T41" fmla="*/ 146 h 415"/>
                <a:gd name="T42" fmla="*/ 61 w 414"/>
                <a:gd name="T43" fmla="*/ 178 h 415"/>
                <a:gd name="T44" fmla="*/ 58 w 414"/>
                <a:gd name="T45" fmla="*/ 208 h 415"/>
                <a:gd name="T46" fmla="*/ 8 w 414"/>
                <a:gd name="T47" fmla="*/ 230 h 415"/>
                <a:gd name="T48" fmla="*/ 2 w 414"/>
                <a:gd name="T49" fmla="*/ 244 h 415"/>
                <a:gd name="T50" fmla="*/ 16 w 414"/>
                <a:gd name="T51" fmla="*/ 291 h 415"/>
                <a:gd name="T52" fmla="*/ 29 w 414"/>
                <a:gd name="T53" fmla="*/ 299 h 415"/>
                <a:gd name="T54" fmla="*/ 83 w 414"/>
                <a:gd name="T55" fmla="*/ 290 h 415"/>
                <a:gd name="T56" fmla="*/ 102 w 414"/>
                <a:gd name="T57" fmla="*/ 313 h 415"/>
                <a:gd name="T58" fmla="*/ 82 w 414"/>
                <a:gd name="T59" fmla="*/ 364 h 415"/>
                <a:gd name="T60" fmla="*/ 88 w 414"/>
                <a:gd name="T61" fmla="*/ 379 h 415"/>
                <a:gd name="T62" fmla="*/ 131 w 414"/>
                <a:gd name="T63" fmla="*/ 402 h 415"/>
                <a:gd name="T64" fmla="*/ 146 w 414"/>
                <a:gd name="T65" fmla="*/ 398 h 415"/>
                <a:gd name="T66" fmla="*/ 178 w 414"/>
                <a:gd name="T67" fmla="*/ 353 h 415"/>
                <a:gd name="T68" fmla="*/ 207 w 414"/>
                <a:gd name="T69" fmla="*/ 356 h 415"/>
                <a:gd name="T70" fmla="*/ 230 w 414"/>
                <a:gd name="T71" fmla="*/ 407 h 415"/>
                <a:gd name="T72" fmla="*/ 244 w 414"/>
                <a:gd name="T73" fmla="*/ 413 h 415"/>
                <a:gd name="T74" fmla="*/ 291 w 414"/>
                <a:gd name="T75" fmla="*/ 399 h 415"/>
                <a:gd name="T76" fmla="*/ 299 w 414"/>
                <a:gd name="T77" fmla="*/ 386 h 415"/>
                <a:gd name="T78" fmla="*/ 290 w 414"/>
                <a:gd name="T79" fmla="*/ 331 h 415"/>
                <a:gd name="T80" fmla="*/ 312 w 414"/>
                <a:gd name="T81" fmla="*/ 312 h 415"/>
                <a:gd name="T82" fmla="*/ 364 w 414"/>
                <a:gd name="T83" fmla="*/ 332 h 415"/>
                <a:gd name="T84" fmla="*/ 378 w 414"/>
                <a:gd name="T85" fmla="*/ 327 h 415"/>
                <a:gd name="T86" fmla="*/ 401 w 414"/>
                <a:gd name="T87" fmla="*/ 284 h 415"/>
                <a:gd name="T88" fmla="*/ 398 w 414"/>
                <a:gd name="T89" fmla="*/ 269 h 415"/>
                <a:gd name="T90" fmla="*/ 353 w 414"/>
                <a:gd name="T91" fmla="*/ 237 h 415"/>
                <a:gd name="T92" fmla="*/ 356 w 414"/>
                <a:gd name="T93" fmla="*/ 207 h 415"/>
                <a:gd name="T94" fmla="*/ 406 w 414"/>
                <a:gd name="T95" fmla="*/ 185 h 415"/>
                <a:gd name="T96" fmla="*/ 413 w 414"/>
                <a:gd name="T97" fmla="*/ 171 h 415"/>
                <a:gd name="T98" fmla="*/ 233 w 414"/>
                <a:gd name="T99" fmla="*/ 293 h 415"/>
                <a:gd name="T100" fmla="*/ 122 w 414"/>
                <a:gd name="T101" fmla="*/ 233 h 415"/>
                <a:gd name="T102" fmla="*/ 181 w 414"/>
                <a:gd name="T103" fmla="*/ 122 h 415"/>
                <a:gd name="T104" fmla="*/ 293 w 414"/>
                <a:gd name="T105" fmla="*/ 182 h 415"/>
                <a:gd name="T106" fmla="*/ 233 w 414"/>
                <a:gd name="T107" fmla="*/ 293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4" h="415">
                  <a:moveTo>
                    <a:pt x="413" y="171"/>
                  </a:moveTo>
                  <a:cubicBezTo>
                    <a:pt x="398" y="124"/>
                    <a:pt x="398" y="124"/>
                    <a:pt x="398" y="124"/>
                  </a:cubicBezTo>
                  <a:cubicBezTo>
                    <a:pt x="397" y="119"/>
                    <a:pt x="391" y="115"/>
                    <a:pt x="385" y="116"/>
                  </a:cubicBezTo>
                  <a:cubicBezTo>
                    <a:pt x="331" y="125"/>
                    <a:pt x="331" y="125"/>
                    <a:pt x="331" y="125"/>
                  </a:cubicBezTo>
                  <a:cubicBezTo>
                    <a:pt x="325" y="117"/>
                    <a:pt x="319" y="109"/>
                    <a:pt x="312" y="102"/>
                  </a:cubicBezTo>
                  <a:cubicBezTo>
                    <a:pt x="332" y="51"/>
                    <a:pt x="332" y="51"/>
                    <a:pt x="332" y="51"/>
                  </a:cubicBezTo>
                  <a:cubicBezTo>
                    <a:pt x="334" y="45"/>
                    <a:pt x="332" y="39"/>
                    <a:pt x="327" y="36"/>
                  </a:cubicBezTo>
                  <a:cubicBezTo>
                    <a:pt x="283" y="13"/>
                    <a:pt x="283" y="13"/>
                    <a:pt x="283" y="13"/>
                  </a:cubicBezTo>
                  <a:cubicBezTo>
                    <a:pt x="278" y="10"/>
                    <a:pt x="272" y="12"/>
                    <a:pt x="268" y="17"/>
                  </a:cubicBezTo>
                  <a:cubicBezTo>
                    <a:pt x="236" y="62"/>
                    <a:pt x="236" y="62"/>
                    <a:pt x="236" y="62"/>
                  </a:cubicBezTo>
                  <a:cubicBezTo>
                    <a:pt x="227" y="60"/>
                    <a:pt x="217" y="59"/>
                    <a:pt x="207" y="59"/>
                  </a:cubicBezTo>
                  <a:cubicBezTo>
                    <a:pt x="184" y="8"/>
                    <a:pt x="184" y="8"/>
                    <a:pt x="184" y="8"/>
                  </a:cubicBezTo>
                  <a:cubicBezTo>
                    <a:pt x="182" y="3"/>
                    <a:pt x="176" y="0"/>
                    <a:pt x="171" y="2"/>
                  </a:cubicBezTo>
                  <a:cubicBezTo>
                    <a:pt x="124" y="16"/>
                    <a:pt x="124" y="16"/>
                    <a:pt x="124" y="16"/>
                  </a:cubicBezTo>
                  <a:cubicBezTo>
                    <a:pt x="118" y="18"/>
                    <a:pt x="115" y="24"/>
                    <a:pt x="116" y="29"/>
                  </a:cubicBezTo>
                  <a:cubicBezTo>
                    <a:pt x="125" y="84"/>
                    <a:pt x="125" y="84"/>
                    <a:pt x="125" y="84"/>
                  </a:cubicBezTo>
                  <a:cubicBezTo>
                    <a:pt x="116" y="89"/>
                    <a:pt x="109" y="95"/>
                    <a:pt x="102" y="102"/>
                  </a:cubicBezTo>
                  <a:cubicBezTo>
                    <a:pt x="50" y="83"/>
                    <a:pt x="50" y="83"/>
                    <a:pt x="50" y="83"/>
                  </a:cubicBezTo>
                  <a:cubicBezTo>
                    <a:pt x="45" y="81"/>
                    <a:pt x="39" y="83"/>
                    <a:pt x="36" y="88"/>
                  </a:cubicBezTo>
                  <a:cubicBezTo>
                    <a:pt x="13" y="131"/>
                    <a:pt x="13" y="131"/>
                    <a:pt x="13" y="131"/>
                  </a:cubicBezTo>
                  <a:cubicBezTo>
                    <a:pt x="10" y="136"/>
                    <a:pt x="12" y="143"/>
                    <a:pt x="16" y="146"/>
                  </a:cubicBezTo>
                  <a:cubicBezTo>
                    <a:pt x="61" y="178"/>
                    <a:pt x="61" y="178"/>
                    <a:pt x="61" y="178"/>
                  </a:cubicBezTo>
                  <a:cubicBezTo>
                    <a:pt x="59" y="188"/>
                    <a:pt x="58" y="198"/>
                    <a:pt x="58" y="208"/>
                  </a:cubicBezTo>
                  <a:cubicBezTo>
                    <a:pt x="8" y="230"/>
                    <a:pt x="8" y="230"/>
                    <a:pt x="8" y="230"/>
                  </a:cubicBezTo>
                  <a:cubicBezTo>
                    <a:pt x="3" y="232"/>
                    <a:pt x="0" y="239"/>
                    <a:pt x="2" y="244"/>
                  </a:cubicBezTo>
                  <a:cubicBezTo>
                    <a:pt x="16" y="291"/>
                    <a:pt x="16" y="291"/>
                    <a:pt x="16" y="291"/>
                  </a:cubicBezTo>
                  <a:cubicBezTo>
                    <a:pt x="18" y="296"/>
                    <a:pt x="23" y="300"/>
                    <a:pt x="29" y="299"/>
                  </a:cubicBezTo>
                  <a:cubicBezTo>
                    <a:pt x="83" y="290"/>
                    <a:pt x="83" y="290"/>
                    <a:pt x="83" y="290"/>
                  </a:cubicBezTo>
                  <a:cubicBezTo>
                    <a:pt x="89" y="298"/>
                    <a:pt x="95" y="306"/>
                    <a:pt x="102" y="313"/>
                  </a:cubicBezTo>
                  <a:cubicBezTo>
                    <a:pt x="82" y="364"/>
                    <a:pt x="82" y="364"/>
                    <a:pt x="82" y="364"/>
                  </a:cubicBezTo>
                  <a:cubicBezTo>
                    <a:pt x="80" y="370"/>
                    <a:pt x="83" y="376"/>
                    <a:pt x="88" y="379"/>
                  </a:cubicBezTo>
                  <a:cubicBezTo>
                    <a:pt x="131" y="402"/>
                    <a:pt x="131" y="402"/>
                    <a:pt x="131" y="402"/>
                  </a:cubicBezTo>
                  <a:cubicBezTo>
                    <a:pt x="136" y="404"/>
                    <a:pt x="143" y="403"/>
                    <a:pt x="146" y="398"/>
                  </a:cubicBezTo>
                  <a:cubicBezTo>
                    <a:pt x="178" y="353"/>
                    <a:pt x="178" y="353"/>
                    <a:pt x="178" y="353"/>
                  </a:cubicBezTo>
                  <a:cubicBezTo>
                    <a:pt x="187" y="355"/>
                    <a:pt x="197" y="356"/>
                    <a:pt x="207" y="356"/>
                  </a:cubicBezTo>
                  <a:cubicBezTo>
                    <a:pt x="230" y="407"/>
                    <a:pt x="230" y="407"/>
                    <a:pt x="230" y="407"/>
                  </a:cubicBezTo>
                  <a:cubicBezTo>
                    <a:pt x="232" y="412"/>
                    <a:pt x="238" y="415"/>
                    <a:pt x="244" y="413"/>
                  </a:cubicBezTo>
                  <a:cubicBezTo>
                    <a:pt x="291" y="399"/>
                    <a:pt x="291" y="399"/>
                    <a:pt x="291" y="399"/>
                  </a:cubicBezTo>
                  <a:cubicBezTo>
                    <a:pt x="296" y="397"/>
                    <a:pt x="300" y="391"/>
                    <a:pt x="299" y="386"/>
                  </a:cubicBezTo>
                  <a:cubicBezTo>
                    <a:pt x="290" y="331"/>
                    <a:pt x="290" y="331"/>
                    <a:pt x="290" y="331"/>
                  </a:cubicBezTo>
                  <a:cubicBezTo>
                    <a:pt x="298" y="326"/>
                    <a:pt x="306" y="319"/>
                    <a:pt x="312" y="312"/>
                  </a:cubicBezTo>
                  <a:cubicBezTo>
                    <a:pt x="364" y="332"/>
                    <a:pt x="364" y="332"/>
                    <a:pt x="364" y="332"/>
                  </a:cubicBezTo>
                  <a:cubicBezTo>
                    <a:pt x="369" y="334"/>
                    <a:pt x="376" y="332"/>
                    <a:pt x="378" y="327"/>
                  </a:cubicBezTo>
                  <a:cubicBezTo>
                    <a:pt x="401" y="284"/>
                    <a:pt x="401" y="284"/>
                    <a:pt x="401" y="284"/>
                  </a:cubicBezTo>
                  <a:cubicBezTo>
                    <a:pt x="404" y="279"/>
                    <a:pt x="403" y="272"/>
                    <a:pt x="398" y="269"/>
                  </a:cubicBezTo>
                  <a:cubicBezTo>
                    <a:pt x="353" y="237"/>
                    <a:pt x="353" y="237"/>
                    <a:pt x="353" y="237"/>
                  </a:cubicBezTo>
                  <a:cubicBezTo>
                    <a:pt x="355" y="227"/>
                    <a:pt x="356" y="217"/>
                    <a:pt x="356" y="207"/>
                  </a:cubicBezTo>
                  <a:cubicBezTo>
                    <a:pt x="406" y="185"/>
                    <a:pt x="406" y="185"/>
                    <a:pt x="406" y="185"/>
                  </a:cubicBezTo>
                  <a:cubicBezTo>
                    <a:pt x="411" y="182"/>
                    <a:pt x="414" y="176"/>
                    <a:pt x="413" y="171"/>
                  </a:cubicBezTo>
                  <a:close/>
                  <a:moveTo>
                    <a:pt x="233" y="293"/>
                  </a:moveTo>
                  <a:cubicBezTo>
                    <a:pt x="186" y="307"/>
                    <a:pt x="136" y="280"/>
                    <a:pt x="122" y="233"/>
                  </a:cubicBezTo>
                  <a:cubicBezTo>
                    <a:pt x="108" y="186"/>
                    <a:pt x="134" y="136"/>
                    <a:pt x="181" y="122"/>
                  </a:cubicBezTo>
                  <a:cubicBezTo>
                    <a:pt x="228" y="108"/>
                    <a:pt x="278" y="134"/>
                    <a:pt x="293" y="182"/>
                  </a:cubicBezTo>
                  <a:cubicBezTo>
                    <a:pt x="307" y="229"/>
                    <a:pt x="280" y="278"/>
                    <a:pt x="233" y="293"/>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35" name="Group 216"/>
          <p:cNvGrpSpPr/>
          <p:nvPr/>
        </p:nvGrpSpPr>
        <p:grpSpPr>
          <a:xfrm>
            <a:off x="5674506" y="2826341"/>
            <a:ext cx="261684" cy="211751"/>
            <a:chOff x="1209675" y="6354763"/>
            <a:chExt cx="449263" cy="363538"/>
          </a:xfrm>
          <a:solidFill>
            <a:schemeClr val="bg1"/>
          </a:solidFill>
        </p:grpSpPr>
        <p:sp>
          <p:nvSpPr>
            <p:cNvPr id="36" name="Freeform 205"/>
            <p:cNvSpPr/>
            <p:nvPr/>
          </p:nvSpPr>
          <p:spPr bwMode="auto">
            <a:xfrm>
              <a:off x="1560513" y="6529388"/>
              <a:ext cx="96838" cy="188913"/>
            </a:xfrm>
            <a:custGeom>
              <a:avLst/>
              <a:gdLst>
                <a:gd name="T0" fmla="*/ 31 w 126"/>
                <a:gd name="T1" fmla="*/ 0 h 245"/>
                <a:gd name="T2" fmla="*/ 0 w 126"/>
                <a:gd name="T3" fmla="*/ 39 h 245"/>
                <a:gd name="T4" fmla="*/ 0 w 126"/>
                <a:gd name="T5" fmla="*/ 245 h 245"/>
                <a:gd name="T6" fmla="*/ 126 w 126"/>
                <a:gd name="T7" fmla="*/ 245 h 245"/>
                <a:gd name="T8" fmla="*/ 125 w 126"/>
                <a:gd name="T9" fmla="*/ 74 h 245"/>
                <a:gd name="T10" fmla="*/ 31 w 126"/>
                <a:gd name="T11" fmla="*/ 0 h 245"/>
              </a:gdLst>
              <a:ahLst/>
              <a:cxnLst>
                <a:cxn ang="0">
                  <a:pos x="T0" y="T1"/>
                </a:cxn>
                <a:cxn ang="0">
                  <a:pos x="T2" y="T3"/>
                </a:cxn>
                <a:cxn ang="0">
                  <a:pos x="T4" y="T5"/>
                </a:cxn>
                <a:cxn ang="0">
                  <a:pos x="T6" y="T7"/>
                </a:cxn>
                <a:cxn ang="0">
                  <a:pos x="T8" y="T9"/>
                </a:cxn>
                <a:cxn ang="0">
                  <a:pos x="T10" y="T11"/>
                </a:cxn>
              </a:cxnLst>
              <a:rect l="0" t="0" r="r" b="b"/>
              <a:pathLst>
                <a:path w="126" h="245">
                  <a:moveTo>
                    <a:pt x="31" y="0"/>
                  </a:moveTo>
                  <a:cubicBezTo>
                    <a:pt x="0" y="39"/>
                    <a:pt x="0" y="39"/>
                    <a:pt x="0" y="39"/>
                  </a:cubicBezTo>
                  <a:cubicBezTo>
                    <a:pt x="0" y="245"/>
                    <a:pt x="0" y="245"/>
                    <a:pt x="0" y="245"/>
                  </a:cubicBezTo>
                  <a:cubicBezTo>
                    <a:pt x="126" y="245"/>
                    <a:pt x="126" y="245"/>
                    <a:pt x="126" y="245"/>
                  </a:cubicBezTo>
                  <a:cubicBezTo>
                    <a:pt x="125" y="74"/>
                    <a:pt x="125" y="74"/>
                    <a:pt x="125" y="74"/>
                  </a:cubicBezTo>
                  <a:cubicBezTo>
                    <a:pt x="99" y="52"/>
                    <a:pt x="31" y="0"/>
                    <a:pt x="31" y="0"/>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7" name="Freeform 207"/>
            <p:cNvSpPr/>
            <p:nvPr/>
          </p:nvSpPr>
          <p:spPr bwMode="auto">
            <a:xfrm>
              <a:off x="1209675" y="6354763"/>
              <a:ext cx="449263" cy="339725"/>
            </a:xfrm>
            <a:custGeom>
              <a:avLst/>
              <a:gdLst>
                <a:gd name="T0" fmla="*/ 236 w 585"/>
                <a:gd name="T1" fmla="*/ 248 h 442"/>
                <a:gd name="T2" fmla="*/ 76 w 585"/>
                <a:gd name="T3" fmla="*/ 428 h 442"/>
                <a:gd name="T4" fmla="*/ 46 w 585"/>
                <a:gd name="T5" fmla="*/ 442 h 442"/>
                <a:gd name="T6" fmla="*/ 18 w 585"/>
                <a:gd name="T7" fmla="*/ 432 h 442"/>
                <a:gd name="T8" fmla="*/ 15 w 585"/>
                <a:gd name="T9" fmla="*/ 374 h 442"/>
                <a:gd name="T10" fmla="*/ 206 w 585"/>
                <a:gd name="T11" fmla="*/ 158 h 442"/>
                <a:gd name="T12" fmla="*/ 237 w 585"/>
                <a:gd name="T13" fmla="*/ 144 h 442"/>
                <a:gd name="T14" fmla="*/ 268 w 585"/>
                <a:gd name="T15" fmla="*/ 158 h 442"/>
                <a:gd name="T16" fmla="*/ 323 w 585"/>
                <a:gd name="T17" fmla="*/ 224 h 442"/>
                <a:gd name="T18" fmla="*/ 425 w 585"/>
                <a:gd name="T19" fmla="*/ 101 h 442"/>
                <a:gd name="T20" fmla="*/ 330 w 585"/>
                <a:gd name="T21" fmla="*/ 19 h 442"/>
                <a:gd name="T22" fmla="*/ 566 w 585"/>
                <a:gd name="T23" fmla="*/ 0 h 442"/>
                <a:gd name="T24" fmla="*/ 585 w 585"/>
                <a:gd name="T25" fmla="*/ 239 h 442"/>
                <a:gd name="T26" fmla="*/ 487 w 585"/>
                <a:gd name="T27" fmla="*/ 154 h 442"/>
                <a:gd name="T28" fmla="*/ 355 w 585"/>
                <a:gd name="T29" fmla="*/ 314 h 442"/>
                <a:gd name="T30" fmla="*/ 324 w 585"/>
                <a:gd name="T31" fmla="*/ 329 h 442"/>
                <a:gd name="T32" fmla="*/ 292 w 585"/>
                <a:gd name="T33" fmla="*/ 314 h 442"/>
                <a:gd name="T34" fmla="*/ 236 w 585"/>
                <a:gd name="T35" fmla="*/ 248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5" h="442">
                  <a:moveTo>
                    <a:pt x="236" y="248"/>
                  </a:moveTo>
                  <a:cubicBezTo>
                    <a:pt x="76" y="428"/>
                    <a:pt x="76" y="428"/>
                    <a:pt x="76" y="428"/>
                  </a:cubicBezTo>
                  <a:cubicBezTo>
                    <a:pt x="68" y="438"/>
                    <a:pt x="57" y="442"/>
                    <a:pt x="46" y="442"/>
                  </a:cubicBezTo>
                  <a:cubicBezTo>
                    <a:pt x="36" y="442"/>
                    <a:pt x="26" y="439"/>
                    <a:pt x="18" y="432"/>
                  </a:cubicBezTo>
                  <a:cubicBezTo>
                    <a:pt x="1" y="417"/>
                    <a:pt x="0" y="391"/>
                    <a:pt x="15" y="374"/>
                  </a:cubicBezTo>
                  <a:cubicBezTo>
                    <a:pt x="206" y="158"/>
                    <a:pt x="206" y="158"/>
                    <a:pt x="206" y="158"/>
                  </a:cubicBezTo>
                  <a:cubicBezTo>
                    <a:pt x="214" y="149"/>
                    <a:pt x="225" y="143"/>
                    <a:pt x="237" y="144"/>
                  </a:cubicBezTo>
                  <a:cubicBezTo>
                    <a:pt x="249" y="144"/>
                    <a:pt x="260" y="149"/>
                    <a:pt x="268" y="158"/>
                  </a:cubicBezTo>
                  <a:cubicBezTo>
                    <a:pt x="323" y="224"/>
                    <a:pt x="323" y="224"/>
                    <a:pt x="323" y="224"/>
                  </a:cubicBezTo>
                  <a:cubicBezTo>
                    <a:pt x="425" y="101"/>
                    <a:pt x="425" y="101"/>
                    <a:pt x="425" y="101"/>
                  </a:cubicBezTo>
                  <a:cubicBezTo>
                    <a:pt x="330" y="19"/>
                    <a:pt x="330" y="19"/>
                    <a:pt x="330" y="19"/>
                  </a:cubicBezTo>
                  <a:cubicBezTo>
                    <a:pt x="566" y="0"/>
                    <a:pt x="566" y="0"/>
                    <a:pt x="566" y="0"/>
                  </a:cubicBezTo>
                  <a:cubicBezTo>
                    <a:pt x="585" y="239"/>
                    <a:pt x="585" y="239"/>
                    <a:pt x="585" y="239"/>
                  </a:cubicBezTo>
                  <a:cubicBezTo>
                    <a:pt x="487" y="154"/>
                    <a:pt x="487" y="154"/>
                    <a:pt x="487" y="154"/>
                  </a:cubicBezTo>
                  <a:cubicBezTo>
                    <a:pt x="355" y="314"/>
                    <a:pt x="355" y="314"/>
                    <a:pt x="355" y="314"/>
                  </a:cubicBezTo>
                  <a:cubicBezTo>
                    <a:pt x="348" y="323"/>
                    <a:pt x="336" y="329"/>
                    <a:pt x="324" y="329"/>
                  </a:cubicBezTo>
                  <a:cubicBezTo>
                    <a:pt x="311" y="329"/>
                    <a:pt x="300" y="324"/>
                    <a:pt x="292" y="314"/>
                  </a:cubicBezTo>
                  <a:lnTo>
                    <a:pt x="236" y="248"/>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8" name="Freeform 208"/>
            <p:cNvSpPr/>
            <p:nvPr/>
          </p:nvSpPr>
          <p:spPr bwMode="auto">
            <a:xfrm>
              <a:off x="1417638" y="6589713"/>
              <a:ext cx="119063" cy="127000"/>
            </a:xfrm>
            <a:custGeom>
              <a:avLst/>
              <a:gdLst>
                <a:gd name="T0" fmla="*/ 98 w 153"/>
                <a:gd name="T1" fmla="*/ 64 h 167"/>
                <a:gd name="T2" fmla="*/ 62 w 153"/>
                <a:gd name="T3" fmla="*/ 83 h 167"/>
                <a:gd name="T4" fmla="*/ 1 w 153"/>
                <a:gd name="T5" fmla="*/ 56 h 167"/>
                <a:gd name="T6" fmla="*/ 0 w 153"/>
                <a:gd name="T7" fmla="*/ 167 h 167"/>
                <a:gd name="T8" fmla="*/ 150 w 153"/>
                <a:gd name="T9" fmla="*/ 167 h 167"/>
                <a:gd name="T10" fmla="*/ 153 w 153"/>
                <a:gd name="T11" fmla="*/ 0 h 167"/>
                <a:gd name="T12" fmla="*/ 98 w 153"/>
                <a:gd name="T13" fmla="*/ 64 h 167"/>
              </a:gdLst>
              <a:ahLst/>
              <a:cxnLst>
                <a:cxn ang="0">
                  <a:pos x="T0" y="T1"/>
                </a:cxn>
                <a:cxn ang="0">
                  <a:pos x="T2" y="T3"/>
                </a:cxn>
                <a:cxn ang="0">
                  <a:pos x="T4" y="T5"/>
                </a:cxn>
                <a:cxn ang="0">
                  <a:pos x="T6" y="T7"/>
                </a:cxn>
                <a:cxn ang="0">
                  <a:pos x="T8" y="T9"/>
                </a:cxn>
                <a:cxn ang="0">
                  <a:pos x="T10" y="T11"/>
                </a:cxn>
                <a:cxn ang="0">
                  <a:pos x="T12" y="T13"/>
                </a:cxn>
              </a:cxnLst>
              <a:rect l="0" t="0" r="r" b="b"/>
              <a:pathLst>
                <a:path w="153" h="167">
                  <a:moveTo>
                    <a:pt x="98" y="64"/>
                  </a:moveTo>
                  <a:cubicBezTo>
                    <a:pt x="76" y="83"/>
                    <a:pt x="62" y="83"/>
                    <a:pt x="62" y="83"/>
                  </a:cubicBezTo>
                  <a:cubicBezTo>
                    <a:pt x="43" y="86"/>
                    <a:pt x="15" y="67"/>
                    <a:pt x="1" y="56"/>
                  </a:cubicBezTo>
                  <a:cubicBezTo>
                    <a:pt x="0" y="167"/>
                    <a:pt x="0" y="167"/>
                    <a:pt x="0" y="167"/>
                  </a:cubicBezTo>
                  <a:cubicBezTo>
                    <a:pt x="150" y="167"/>
                    <a:pt x="150" y="167"/>
                    <a:pt x="150" y="167"/>
                  </a:cubicBezTo>
                  <a:cubicBezTo>
                    <a:pt x="153" y="0"/>
                    <a:pt x="153" y="0"/>
                    <a:pt x="153" y="0"/>
                  </a:cubicBezTo>
                  <a:cubicBezTo>
                    <a:pt x="132" y="24"/>
                    <a:pt x="116" y="47"/>
                    <a:pt x="98" y="64"/>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39" name="Freeform 209"/>
            <p:cNvSpPr/>
            <p:nvPr/>
          </p:nvSpPr>
          <p:spPr bwMode="auto">
            <a:xfrm>
              <a:off x="1295400" y="6600825"/>
              <a:ext cx="96838" cy="115888"/>
            </a:xfrm>
            <a:custGeom>
              <a:avLst/>
              <a:gdLst>
                <a:gd name="T0" fmla="*/ 0 w 61"/>
                <a:gd name="T1" fmla="*/ 73 h 73"/>
                <a:gd name="T2" fmla="*/ 61 w 61"/>
                <a:gd name="T3" fmla="*/ 73 h 73"/>
                <a:gd name="T4" fmla="*/ 61 w 61"/>
                <a:gd name="T5" fmla="*/ 0 h 73"/>
                <a:gd name="T6" fmla="*/ 0 w 61"/>
                <a:gd name="T7" fmla="*/ 70 h 73"/>
                <a:gd name="T8" fmla="*/ 0 w 61"/>
                <a:gd name="T9" fmla="*/ 73 h 73"/>
              </a:gdLst>
              <a:ahLst/>
              <a:cxnLst>
                <a:cxn ang="0">
                  <a:pos x="T0" y="T1"/>
                </a:cxn>
                <a:cxn ang="0">
                  <a:pos x="T2" y="T3"/>
                </a:cxn>
                <a:cxn ang="0">
                  <a:pos x="T4" y="T5"/>
                </a:cxn>
                <a:cxn ang="0">
                  <a:pos x="T6" y="T7"/>
                </a:cxn>
                <a:cxn ang="0">
                  <a:pos x="T8" y="T9"/>
                </a:cxn>
              </a:cxnLst>
              <a:rect l="0" t="0" r="r" b="b"/>
              <a:pathLst>
                <a:path w="61" h="73">
                  <a:moveTo>
                    <a:pt x="0" y="73"/>
                  </a:moveTo>
                  <a:lnTo>
                    <a:pt x="61" y="73"/>
                  </a:lnTo>
                  <a:lnTo>
                    <a:pt x="61" y="0"/>
                  </a:lnTo>
                  <a:lnTo>
                    <a:pt x="0" y="70"/>
                  </a:lnTo>
                  <a:lnTo>
                    <a:pt x="0" y="73"/>
                  </a:ln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grpSp>
        <p:nvGrpSpPr>
          <p:cNvPr id="40" name="Group 231"/>
          <p:cNvGrpSpPr/>
          <p:nvPr/>
        </p:nvGrpSpPr>
        <p:grpSpPr>
          <a:xfrm>
            <a:off x="1668207" y="2792432"/>
            <a:ext cx="245040" cy="274630"/>
            <a:chOff x="4608513" y="6291263"/>
            <a:chExt cx="420688" cy="471488"/>
          </a:xfrm>
          <a:solidFill>
            <a:schemeClr val="bg1"/>
          </a:solidFill>
        </p:grpSpPr>
        <p:sp>
          <p:nvSpPr>
            <p:cNvPr id="41" name="Freeform 218"/>
            <p:cNvSpPr/>
            <p:nvPr/>
          </p:nvSpPr>
          <p:spPr bwMode="auto">
            <a:xfrm>
              <a:off x="4908550" y="6627813"/>
              <a:ext cx="80963" cy="84138"/>
            </a:xfrm>
            <a:custGeom>
              <a:avLst/>
              <a:gdLst>
                <a:gd name="T0" fmla="*/ 13 w 105"/>
                <a:gd name="T1" fmla="*/ 20 h 108"/>
                <a:gd name="T2" fmla="*/ 27 w 105"/>
                <a:gd name="T3" fmla="*/ 9 h 108"/>
                <a:gd name="T4" fmla="*/ 65 w 105"/>
                <a:gd name="T5" fmla="*/ 13 h 108"/>
                <a:gd name="T6" fmla="*/ 105 w 105"/>
                <a:gd name="T7" fmla="*/ 64 h 108"/>
                <a:gd name="T8" fmla="*/ 49 w 105"/>
                <a:gd name="T9" fmla="*/ 108 h 108"/>
                <a:gd name="T10" fmla="*/ 9 w 105"/>
                <a:gd name="T11" fmla="*/ 57 h 108"/>
                <a:gd name="T12" fmla="*/ 13 w 105"/>
                <a:gd name="T13" fmla="*/ 20 h 108"/>
              </a:gdLst>
              <a:ahLst/>
              <a:cxnLst>
                <a:cxn ang="0">
                  <a:pos x="T0" y="T1"/>
                </a:cxn>
                <a:cxn ang="0">
                  <a:pos x="T2" y="T3"/>
                </a:cxn>
                <a:cxn ang="0">
                  <a:pos x="T4" y="T5"/>
                </a:cxn>
                <a:cxn ang="0">
                  <a:pos x="T6" y="T7"/>
                </a:cxn>
                <a:cxn ang="0">
                  <a:pos x="T8" y="T9"/>
                </a:cxn>
                <a:cxn ang="0">
                  <a:pos x="T10" y="T11"/>
                </a:cxn>
                <a:cxn ang="0">
                  <a:pos x="T12" y="T13"/>
                </a:cxn>
              </a:cxnLst>
              <a:rect l="0" t="0" r="r" b="b"/>
              <a:pathLst>
                <a:path w="105" h="108">
                  <a:moveTo>
                    <a:pt x="13" y="20"/>
                  </a:moveTo>
                  <a:cubicBezTo>
                    <a:pt x="27" y="9"/>
                    <a:pt x="27" y="9"/>
                    <a:pt x="27" y="9"/>
                  </a:cubicBezTo>
                  <a:cubicBezTo>
                    <a:pt x="39" y="0"/>
                    <a:pt x="56" y="2"/>
                    <a:pt x="65" y="13"/>
                  </a:cubicBezTo>
                  <a:cubicBezTo>
                    <a:pt x="105" y="64"/>
                    <a:pt x="105" y="64"/>
                    <a:pt x="105" y="64"/>
                  </a:cubicBezTo>
                  <a:cubicBezTo>
                    <a:pt x="49" y="108"/>
                    <a:pt x="49" y="108"/>
                    <a:pt x="49" y="108"/>
                  </a:cubicBezTo>
                  <a:cubicBezTo>
                    <a:pt x="9" y="57"/>
                    <a:pt x="9" y="57"/>
                    <a:pt x="9" y="57"/>
                  </a:cubicBezTo>
                  <a:cubicBezTo>
                    <a:pt x="0" y="46"/>
                    <a:pt x="2" y="29"/>
                    <a:pt x="13" y="20"/>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42" name="Freeform 219"/>
            <p:cNvSpPr>
              <a:spLocks noEditPoints="1"/>
            </p:cNvSpPr>
            <p:nvPr/>
          </p:nvSpPr>
          <p:spPr bwMode="auto">
            <a:xfrm>
              <a:off x="4608513" y="6291263"/>
              <a:ext cx="403225" cy="401638"/>
            </a:xfrm>
            <a:custGeom>
              <a:avLst/>
              <a:gdLst>
                <a:gd name="T0" fmla="*/ 445 w 524"/>
                <a:gd name="T1" fmla="*/ 119 h 523"/>
                <a:gd name="T2" fmla="*/ 119 w 524"/>
                <a:gd name="T3" fmla="*/ 79 h 523"/>
                <a:gd name="T4" fmla="*/ 79 w 524"/>
                <a:gd name="T5" fmla="*/ 404 h 523"/>
                <a:gd name="T6" fmla="*/ 405 w 524"/>
                <a:gd name="T7" fmla="*/ 444 h 523"/>
                <a:gd name="T8" fmla="*/ 445 w 524"/>
                <a:gd name="T9" fmla="*/ 119 h 523"/>
                <a:gd name="T10" fmla="*/ 373 w 524"/>
                <a:gd name="T11" fmla="*/ 404 h 523"/>
                <a:gd name="T12" fmla="*/ 119 w 524"/>
                <a:gd name="T13" fmla="*/ 373 h 523"/>
                <a:gd name="T14" fmla="*/ 151 w 524"/>
                <a:gd name="T15" fmla="*/ 119 h 523"/>
                <a:gd name="T16" fmla="*/ 404 w 524"/>
                <a:gd name="T17" fmla="*/ 150 h 523"/>
                <a:gd name="T18" fmla="*/ 373 w 524"/>
                <a:gd name="T19" fmla="*/ 404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3">
                  <a:moveTo>
                    <a:pt x="445" y="119"/>
                  </a:moveTo>
                  <a:cubicBezTo>
                    <a:pt x="366" y="18"/>
                    <a:pt x="220" y="0"/>
                    <a:pt x="119" y="79"/>
                  </a:cubicBezTo>
                  <a:cubicBezTo>
                    <a:pt x="18" y="157"/>
                    <a:pt x="0" y="303"/>
                    <a:pt x="79" y="404"/>
                  </a:cubicBezTo>
                  <a:cubicBezTo>
                    <a:pt x="158" y="505"/>
                    <a:pt x="304" y="523"/>
                    <a:pt x="405" y="444"/>
                  </a:cubicBezTo>
                  <a:cubicBezTo>
                    <a:pt x="506" y="366"/>
                    <a:pt x="524" y="220"/>
                    <a:pt x="445" y="119"/>
                  </a:cubicBezTo>
                  <a:close/>
                  <a:moveTo>
                    <a:pt x="373" y="404"/>
                  </a:moveTo>
                  <a:cubicBezTo>
                    <a:pt x="294" y="465"/>
                    <a:pt x="181" y="451"/>
                    <a:pt x="119" y="373"/>
                  </a:cubicBezTo>
                  <a:cubicBezTo>
                    <a:pt x="58" y="294"/>
                    <a:pt x="72" y="180"/>
                    <a:pt x="151" y="119"/>
                  </a:cubicBezTo>
                  <a:cubicBezTo>
                    <a:pt x="229" y="58"/>
                    <a:pt x="343" y="72"/>
                    <a:pt x="404" y="150"/>
                  </a:cubicBezTo>
                  <a:cubicBezTo>
                    <a:pt x="466" y="229"/>
                    <a:pt x="452" y="343"/>
                    <a:pt x="373" y="404"/>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sp>
          <p:nvSpPr>
            <p:cNvPr id="43" name="Freeform 220"/>
            <p:cNvSpPr/>
            <p:nvPr/>
          </p:nvSpPr>
          <p:spPr bwMode="auto">
            <a:xfrm>
              <a:off x="4957763" y="6691313"/>
              <a:ext cx="71438" cy="71438"/>
            </a:xfrm>
            <a:custGeom>
              <a:avLst/>
              <a:gdLst>
                <a:gd name="T0" fmla="*/ 78 w 92"/>
                <a:gd name="T1" fmla="*/ 72 h 92"/>
                <a:gd name="T2" fmla="*/ 64 w 92"/>
                <a:gd name="T3" fmla="*/ 83 h 92"/>
                <a:gd name="T4" fmla="*/ 27 w 92"/>
                <a:gd name="T5" fmla="*/ 78 h 92"/>
                <a:gd name="T6" fmla="*/ 0 w 92"/>
                <a:gd name="T7" fmla="*/ 44 h 92"/>
                <a:gd name="T8" fmla="*/ 56 w 92"/>
                <a:gd name="T9" fmla="*/ 0 h 92"/>
                <a:gd name="T10" fmla="*/ 83 w 92"/>
                <a:gd name="T11" fmla="*/ 34 h 92"/>
                <a:gd name="T12" fmla="*/ 78 w 92"/>
                <a:gd name="T13" fmla="*/ 72 h 92"/>
              </a:gdLst>
              <a:ahLst/>
              <a:cxnLst>
                <a:cxn ang="0">
                  <a:pos x="T0" y="T1"/>
                </a:cxn>
                <a:cxn ang="0">
                  <a:pos x="T2" y="T3"/>
                </a:cxn>
                <a:cxn ang="0">
                  <a:pos x="T4" y="T5"/>
                </a:cxn>
                <a:cxn ang="0">
                  <a:pos x="T6" y="T7"/>
                </a:cxn>
                <a:cxn ang="0">
                  <a:pos x="T8" y="T9"/>
                </a:cxn>
                <a:cxn ang="0">
                  <a:pos x="T10" y="T11"/>
                </a:cxn>
                <a:cxn ang="0">
                  <a:pos x="T12" y="T13"/>
                </a:cxn>
              </a:cxnLst>
              <a:rect l="0" t="0" r="r" b="b"/>
              <a:pathLst>
                <a:path w="92" h="92">
                  <a:moveTo>
                    <a:pt x="78" y="72"/>
                  </a:moveTo>
                  <a:cubicBezTo>
                    <a:pt x="64" y="83"/>
                    <a:pt x="64" y="83"/>
                    <a:pt x="64" y="83"/>
                  </a:cubicBezTo>
                  <a:cubicBezTo>
                    <a:pt x="53" y="92"/>
                    <a:pt x="36" y="90"/>
                    <a:pt x="27" y="78"/>
                  </a:cubicBezTo>
                  <a:cubicBezTo>
                    <a:pt x="0" y="44"/>
                    <a:pt x="0" y="44"/>
                    <a:pt x="0" y="44"/>
                  </a:cubicBezTo>
                  <a:cubicBezTo>
                    <a:pt x="56" y="0"/>
                    <a:pt x="56" y="0"/>
                    <a:pt x="56" y="0"/>
                  </a:cubicBezTo>
                  <a:cubicBezTo>
                    <a:pt x="83" y="34"/>
                    <a:pt x="83" y="34"/>
                    <a:pt x="83" y="34"/>
                  </a:cubicBezTo>
                  <a:cubicBezTo>
                    <a:pt x="92" y="46"/>
                    <a:pt x="90" y="63"/>
                    <a:pt x="78" y="72"/>
                  </a:cubicBezTo>
                  <a:close/>
                </a:path>
              </a:pathLst>
            </a:custGeom>
            <a:grpFill/>
            <a:ln>
              <a:noFill/>
            </a:ln>
          </p:spPr>
          <p:txBody>
            <a:bodyPr/>
            <a:lstStyle/>
            <a:p>
              <a:pPr defTabSz="914400">
                <a:defRPr/>
              </a:pPr>
              <a:endParaRPr lang="en-AU" sz="1800" kern="0">
                <a:solidFill>
                  <a:srgbClr val="000000"/>
                </a:solidFill>
                <a:latin typeface="微软雅黑" panose="020B0503020204020204" charset="-122"/>
                <a:ea typeface="Microsoft YaHei UI" panose="020B0503020204020204" charset="-122"/>
              </a:endParaRPr>
            </a:p>
          </p:txBody>
        </p:sp>
      </p:gr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764" y="58371"/>
            <a:ext cx="1827376"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a:solidFill>
                  <a:schemeClr val="accent1"/>
                </a:solidFill>
                <a:latin typeface="微软雅黑 Light" panose="020B0502040204020203" charset="-122"/>
              </a:rPr>
              <a:t>工作新年计划</a:t>
            </a:r>
          </a:p>
        </p:txBody>
      </p:sp>
      <p:sp>
        <p:nvSpPr>
          <p:cNvPr id="3" name="矩形 2"/>
          <p:cNvSpPr/>
          <p:nvPr/>
        </p:nvSpPr>
        <p:spPr>
          <a:xfrm>
            <a:off x="249796" y="490552"/>
            <a:ext cx="3021542" cy="507831"/>
          </a:xfrm>
          <a:prstGeom prst="rect">
            <a:avLst/>
          </a:prstGeom>
        </p:spPr>
        <p:txBody>
          <a:bodyPr wrap="square">
            <a:spAutoFit/>
          </a:bodyPr>
          <a:lstStyle/>
          <a:p>
            <a:pPr>
              <a:lnSpc>
                <a:spcPct val="150000"/>
              </a:lnSpc>
            </a:pPr>
            <a:r>
              <a:rPr lang="en-US" altLang="zh-CN" sz="900">
                <a:solidFill>
                  <a:schemeClr val="tx1">
                    <a:lumMod val="65000"/>
                    <a:lumOff val="35000"/>
                  </a:schemeClr>
                </a:solidFill>
              </a:rPr>
              <a:t>Lorem ipsum dolor sit amet, consectetuer adipiscing elit. Aenean commodo ligula eget dolor. </a:t>
            </a:r>
            <a:endParaRPr lang="zh-CN" altLang="en-US" sz="900">
              <a:solidFill>
                <a:schemeClr val="tx1">
                  <a:lumMod val="65000"/>
                  <a:lumOff val="35000"/>
                </a:schemeClr>
              </a:solidFill>
            </a:endParaRPr>
          </a:p>
        </p:txBody>
      </p:sp>
      <p:cxnSp>
        <p:nvCxnSpPr>
          <p:cNvPr id="4" name="直接连接符 3"/>
          <p:cNvCxnSpPr/>
          <p:nvPr/>
        </p:nvCxnSpPr>
        <p:spPr>
          <a:xfrm>
            <a:off x="360281" y="511179"/>
            <a:ext cx="228478"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 name="图片占位符 5"/>
          <p:cNvPicPr>
            <a:picLocks noGrp="1" noChangeAspect="1"/>
          </p:cNvPicPr>
          <p:nvPr>
            <p:ph type="pic" sz="quarter" idx="15"/>
          </p:nvPr>
        </p:nvPicPr>
        <p:blipFill>
          <a:blip r:embed="rId2" cstate="print">
            <a:extLst>
              <a:ext uri="{28A0092B-C50C-407E-A947-70E740481C1C}">
                <a14:useLocalDpi xmlns:a14="http://schemas.microsoft.com/office/drawing/2010/main" val="0"/>
              </a:ext>
            </a:extLst>
          </a:blip>
          <a:srcRect l="16667" r="16667"/>
          <a:stretch>
            <a:fillRect/>
          </a:stretch>
        </p:blipFill>
        <p:spPr/>
      </p:pic>
      <p:pic>
        <p:nvPicPr>
          <p:cNvPr id="14" name="图片占位符 13"/>
          <p:cNvPicPr>
            <a:picLocks noGrp="1" noChangeAspect="1"/>
          </p:cNvPicPr>
          <p:nvPr>
            <p:ph type="pic" sz="quarter" idx="17"/>
          </p:nvPr>
        </p:nvPicPr>
        <p:blipFill>
          <a:blip r:embed="rId3" cstate="print">
            <a:extLst>
              <a:ext uri="{28A0092B-C50C-407E-A947-70E740481C1C}">
                <a14:useLocalDpi xmlns:a14="http://schemas.microsoft.com/office/drawing/2010/main" val="0"/>
              </a:ext>
            </a:extLst>
          </a:blip>
          <a:srcRect l="16667" r="16667"/>
          <a:stretch>
            <a:fillRect/>
          </a:stretch>
        </p:blipFill>
        <p:spPr/>
      </p:pic>
      <p:pic>
        <p:nvPicPr>
          <p:cNvPr id="12" name="图片占位符 11"/>
          <p:cNvPicPr>
            <a:picLocks noGrp="1" noChangeAspect="1"/>
          </p:cNvPicPr>
          <p:nvPr>
            <p:ph type="pic" sz="quarter" idx="16"/>
          </p:nvPr>
        </p:nvPicPr>
        <p:blipFill>
          <a:blip r:embed="rId4" cstate="print">
            <a:extLst>
              <a:ext uri="{28A0092B-C50C-407E-A947-70E740481C1C}">
                <a14:useLocalDpi xmlns:a14="http://schemas.microsoft.com/office/drawing/2010/main" val="0"/>
              </a:ext>
            </a:extLst>
          </a:blip>
          <a:srcRect l="16667" r="16667"/>
          <a:stretch>
            <a:fillRect/>
          </a:stretch>
        </p:blipFill>
        <p:spPr/>
      </p:pic>
      <p:pic>
        <p:nvPicPr>
          <p:cNvPr id="16" name="图片占位符 15"/>
          <p:cNvPicPr>
            <a:picLocks noGrp="1" noChangeAspect="1"/>
          </p:cNvPicPr>
          <p:nvPr>
            <p:ph type="pic" sz="quarter" idx="18"/>
          </p:nvPr>
        </p:nvPicPr>
        <p:blipFill>
          <a:blip r:embed="rId5" cstate="print">
            <a:extLst>
              <a:ext uri="{28A0092B-C50C-407E-A947-70E740481C1C}">
                <a14:useLocalDpi xmlns:a14="http://schemas.microsoft.com/office/drawing/2010/main" val="0"/>
              </a:ext>
            </a:extLst>
          </a:blip>
          <a:srcRect l="16667" r="16667"/>
          <a:stretch>
            <a:fillRect/>
          </a:stretch>
        </p:blipFill>
        <p:spPr/>
      </p:pic>
      <p:sp>
        <p:nvSpPr>
          <p:cNvPr id="17" name="矩形 16"/>
          <p:cNvSpPr/>
          <p:nvPr/>
        </p:nvSpPr>
        <p:spPr>
          <a:xfrm>
            <a:off x="3970987" y="1448299"/>
            <a:ext cx="1794933" cy="496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a:solidFill>
                  <a:schemeClr val="accent1"/>
                </a:solidFill>
                <a:latin typeface="+mj-ea"/>
                <a:ea typeface="+mj-ea"/>
              </a:rPr>
              <a:t>工作新年计划</a:t>
            </a:r>
          </a:p>
        </p:txBody>
      </p:sp>
      <p:cxnSp>
        <p:nvCxnSpPr>
          <p:cNvPr id="18" name="直接连接符 17"/>
          <p:cNvCxnSpPr/>
          <p:nvPr/>
        </p:nvCxnSpPr>
        <p:spPr>
          <a:xfrm>
            <a:off x="4061842" y="1937453"/>
            <a:ext cx="22847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970987" y="1944688"/>
            <a:ext cx="4517813" cy="901850"/>
          </a:xfrm>
          <a:prstGeom prst="rect">
            <a:avLst/>
          </a:prstGeom>
        </p:spPr>
        <p:txBody>
          <a:bodyPr wrap="square">
            <a:spAutoFit/>
          </a:bodyPr>
          <a:lstStyle/>
          <a:p>
            <a:pPr>
              <a:lnSpc>
                <a:spcPct val="150000"/>
              </a:lnSpc>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0" name="矩形 19"/>
          <p:cNvSpPr/>
          <p:nvPr/>
        </p:nvSpPr>
        <p:spPr>
          <a:xfrm>
            <a:off x="3970987" y="2972382"/>
            <a:ext cx="4517813" cy="486352"/>
          </a:xfrm>
          <a:prstGeom prst="rect">
            <a:avLst/>
          </a:prstGeom>
        </p:spPr>
        <p:txBody>
          <a:bodyPr wrap="square">
            <a:spAutoFit/>
          </a:bodyPr>
          <a:lstStyle/>
          <a:p>
            <a:pPr marL="171450" indent="-171450">
              <a:lnSpc>
                <a:spcPct val="150000"/>
              </a:lnSpc>
              <a:buFont typeface="Arial" panose="020B0604020202020204" pitchFamily="34" charset="0"/>
              <a:buChar char="•"/>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1" name="矩形 20"/>
          <p:cNvSpPr/>
          <p:nvPr/>
        </p:nvSpPr>
        <p:spPr>
          <a:xfrm>
            <a:off x="3970987" y="3545973"/>
            <a:ext cx="4517813" cy="486352"/>
          </a:xfrm>
          <a:prstGeom prst="rect">
            <a:avLst/>
          </a:prstGeom>
        </p:spPr>
        <p:txBody>
          <a:bodyPr wrap="square">
            <a:spAutoFit/>
          </a:bodyPr>
          <a:lstStyle/>
          <a:p>
            <a:pPr marL="171450" indent="-171450">
              <a:lnSpc>
                <a:spcPct val="150000"/>
              </a:lnSpc>
              <a:buFont typeface="Arial" panose="020B0604020202020204" pitchFamily="34" charset="0"/>
              <a:buChar char="•"/>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
        <p:nvSpPr>
          <p:cNvPr id="22" name="矩形 21"/>
          <p:cNvSpPr/>
          <p:nvPr/>
        </p:nvSpPr>
        <p:spPr>
          <a:xfrm>
            <a:off x="3970987" y="4119563"/>
            <a:ext cx="4517813" cy="486352"/>
          </a:xfrm>
          <a:prstGeom prst="rect">
            <a:avLst/>
          </a:prstGeom>
        </p:spPr>
        <p:txBody>
          <a:bodyPr wrap="square">
            <a:spAutoFit/>
          </a:bodyPr>
          <a:lstStyle/>
          <a:p>
            <a:pPr marL="171450" indent="-171450">
              <a:lnSpc>
                <a:spcPct val="150000"/>
              </a:lnSpc>
              <a:buFont typeface="Arial" panose="020B0604020202020204" pitchFamily="34" charset="0"/>
              <a:buChar char="•"/>
              <a:defRPr/>
            </a:pPr>
            <a:r>
              <a:rPr lang="en-US" altLang="zh-CN" sz="900">
                <a:solidFill>
                  <a:schemeClr val="tx1">
                    <a:lumMod val="85000"/>
                    <a:lumOff val="15000"/>
                  </a:schemeClr>
                </a:solidFill>
                <a:ea typeface="微软雅黑" panose="020B0503020204020204" charset="-122"/>
                <a:cs typeface="Arial" panose="020B0604020202020204" pitchFamily="34" charset="0"/>
                <a:sym typeface="Arial" panose="020B0604020202020204" pitchFamily="34" charset="0"/>
              </a:rPr>
              <a:t>Lorem ipsum dolor sit amet, consectetuer adipiscing elit. Aenean commodo ligula eget dolor. Lorem ipsum dolor sit amet, consectetuer adipiscing elit. </a:t>
            </a:r>
            <a:endParaRPr lang="zh-CN" altLang="en-US" sz="900">
              <a:solidFill>
                <a:schemeClr val="tx1">
                  <a:lumMod val="85000"/>
                  <a:lumOff val="15000"/>
                </a:schemeClr>
              </a:solidFill>
              <a:ea typeface="微软雅黑" panose="020B0503020204020204" charset="-122"/>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52568" y="2463656"/>
            <a:ext cx="3877985" cy="584775"/>
          </a:xfrm>
          <a:prstGeom prst="rect">
            <a:avLst/>
          </a:prstGeom>
          <a:noFill/>
        </p:spPr>
        <p:txBody>
          <a:bodyPr wrap="none" rtlCol="0">
            <a:spAutoFit/>
          </a:bodyPr>
          <a:lstStyle/>
          <a:p>
            <a:r>
              <a:rPr lang="zh-CN" altLang="en-US" sz="3200" dirty="0">
                <a:solidFill>
                  <a:srgbClr val="4B8A70"/>
                </a:solidFill>
                <a:latin typeface="微软雅黑" panose="020B0503020204020204" charset="-122"/>
                <a:ea typeface="微软雅黑" panose="020B0503020204020204" charset="-122"/>
              </a:rPr>
              <a:t>感谢您的支持与信任</a:t>
            </a:r>
          </a:p>
        </p:txBody>
      </p:sp>
      <p:sp>
        <p:nvSpPr>
          <p:cNvPr id="9" name="Line 21"/>
          <p:cNvSpPr>
            <a:spLocks noChangeShapeType="1"/>
          </p:cNvSpPr>
          <p:nvPr/>
        </p:nvSpPr>
        <p:spPr bwMode="auto">
          <a:xfrm>
            <a:off x="611188" y="3200571"/>
            <a:ext cx="3336900" cy="0"/>
          </a:xfrm>
          <a:prstGeom prst="line">
            <a:avLst/>
          </a:prstGeom>
          <a:noFill/>
          <a:ln w="6350">
            <a:solidFill>
              <a:schemeClr val="tx1">
                <a:lumMod val="75000"/>
                <a:lumOff val="2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a:ln>
                <a:solidFill>
                  <a:prstClr val="black">
                    <a:lumMod val="75000"/>
                    <a:lumOff val="25000"/>
                  </a:prstClr>
                </a:solidFill>
              </a:ln>
              <a:solidFill>
                <a:srgbClr val="000000"/>
              </a:solidFill>
              <a:latin typeface="Arial" panose="020B0604020202020204" pitchFamily="34" charset="0"/>
            </a:endParaRPr>
          </a:p>
        </p:txBody>
      </p:sp>
      <p:sp>
        <p:nvSpPr>
          <p:cNvPr id="10" name="Rectangle 20"/>
          <p:cNvSpPr>
            <a:spLocks noChangeArrowheads="1"/>
          </p:cNvSpPr>
          <p:nvPr/>
        </p:nvSpPr>
        <p:spPr bwMode="auto">
          <a:xfrm>
            <a:off x="611188" y="3352712"/>
            <a:ext cx="2952734"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fontAlgn="base">
              <a:spcBef>
                <a:spcPct val="0"/>
              </a:spcBef>
              <a:spcAft>
                <a:spcPct val="0"/>
              </a:spcAft>
              <a:buFont typeface="Arial" panose="020B0604020202020204" pitchFamily="34" charset="0"/>
              <a:buNone/>
            </a:pPr>
            <a:r>
              <a:rPr lang="zh-CN" altLang="en-US" sz="1050">
                <a:solidFill>
                  <a:srgbClr val="4B8A70"/>
                </a:solidFill>
                <a:latin typeface="微软雅黑" panose="020B0503020204020204" charset="-122"/>
                <a:ea typeface="微软雅黑" panose="020B0503020204020204" charset="-122"/>
                <a:cs typeface="Arial" panose="020B0604020202020204" pitchFamily="34" charset="0"/>
              </a:rPr>
              <a:t>●</a:t>
            </a:r>
            <a:r>
              <a:rPr lang="zh-CN" altLang="en-US" sz="1050">
                <a:solidFill>
                  <a:srgbClr val="53585E"/>
                </a:solidFill>
                <a:latin typeface="微软雅黑" panose="020B0503020204020204" charset="-122"/>
                <a:ea typeface="微软雅黑" panose="020B0503020204020204" charset="-122"/>
                <a:cs typeface="Arial" panose="020B0604020202020204" pitchFamily="34" charset="0"/>
              </a:rPr>
              <a:t>职场培训 </a:t>
            </a:r>
            <a:r>
              <a:rPr lang="zh-CN" altLang="en-US" sz="1050">
                <a:solidFill>
                  <a:srgbClr val="4B8A70"/>
                </a:solidFill>
                <a:latin typeface="微软雅黑" panose="020B0503020204020204" charset="-122"/>
                <a:ea typeface="微软雅黑" panose="020B0503020204020204" charset="-122"/>
                <a:cs typeface="Arial" panose="020B0604020202020204" pitchFamily="34" charset="0"/>
              </a:rPr>
              <a:t>●</a:t>
            </a:r>
            <a:r>
              <a:rPr lang="zh-CN" altLang="en-US" sz="1050" dirty="0">
                <a:solidFill>
                  <a:srgbClr val="53585E"/>
                </a:solidFill>
                <a:latin typeface="微软雅黑" panose="020B0503020204020204" charset="-122"/>
                <a:ea typeface="微软雅黑" panose="020B0503020204020204" charset="-122"/>
                <a:cs typeface="Arial" panose="020B0604020202020204" pitchFamily="34" charset="0"/>
              </a:rPr>
              <a:t>项目展示  </a:t>
            </a:r>
            <a:r>
              <a:rPr lang="zh-CN" altLang="en-US" sz="1050" dirty="0">
                <a:solidFill>
                  <a:srgbClr val="4B8A70"/>
                </a:solidFill>
                <a:latin typeface="微软雅黑" panose="020B0503020204020204" charset="-122"/>
                <a:ea typeface="微软雅黑" panose="020B0503020204020204" charset="-122"/>
                <a:cs typeface="Arial" panose="020B0604020202020204" pitchFamily="34" charset="0"/>
              </a:rPr>
              <a:t>●</a:t>
            </a:r>
            <a:r>
              <a:rPr lang="zh-CN" altLang="en-US" sz="1050" dirty="0">
                <a:solidFill>
                  <a:srgbClr val="53585E"/>
                </a:solidFill>
                <a:latin typeface="微软雅黑" panose="020B0503020204020204" charset="-122"/>
                <a:ea typeface="微软雅黑" panose="020B0503020204020204" charset="-122"/>
                <a:cs typeface="Arial" panose="020B0604020202020204" pitchFamily="34" charset="0"/>
              </a:rPr>
              <a:t>计划总结 </a:t>
            </a:r>
            <a:r>
              <a:rPr lang="zh-CN" altLang="en-US" sz="1050" dirty="0">
                <a:solidFill>
                  <a:srgbClr val="4B8A70"/>
                </a:solidFill>
                <a:latin typeface="微软雅黑" panose="020B0503020204020204" charset="-122"/>
                <a:ea typeface="微软雅黑" panose="020B0503020204020204" charset="-122"/>
                <a:cs typeface="Arial" panose="020B0604020202020204" pitchFamily="34" charset="0"/>
              </a:rPr>
              <a:t> ●</a:t>
            </a:r>
            <a:r>
              <a:rPr lang="zh-CN" altLang="en-US" sz="1050" dirty="0">
                <a:solidFill>
                  <a:srgbClr val="53585E"/>
                </a:solidFill>
                <a:latin typeface="微软雅黑" panose="020B0503020204020204" charset="-122"/>
                <a:ea typeface="微软雅黑" panose="020B0503020204020204" charset="-122"/>
                <a:cs typeface="Arial" panose="020B0604020202020204" pitchFamily="34" charset="0"/>
              </a:rPr>
              <a:t>商业融资 </a:t>
            </a:r>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874" y="1566408"/>
            <a:ext cx="2785826" cy="592967"/>
          </a:xfrm>
          <a:prstGeom prst="rect">
            <a:avLst/>
          </a:prstGeom>
        </p:spPr>
      </p:pic>
    </p:spTree>
  </p:cSld>
  <p:clrMapOvr>
    <a:masterClrMapping/>
  </p:clrMapOvr>
  <p:transition spd="slow">
    <p:wipe/>
  </p:transition>
</p:sld>
</file>

<file path=ppt/theme/theme1.xml><?xml version="1.0" encoding="utf-8"?>
<a:theme xmlns:a="http://schemas.openxmlformats.org/drawingml/2006/main" name="Office 主题">
  <a:themeElements>
    <a:clrScheme name="简约生活2">
      <a:dk1>
        <a:sysClr val="windowText" lastClr="000000"/>
      </a:dk1>
      <a:lt1>
        <a:sysClr val="window" lastClr="FFFFFF"/>
      </a:lt1>
      <a:dk2>
        <a:srgbClr val="44546A"/>
      </a:dk2>
      <a:lt2>
        <a:srgbClr val="E7E6E6"/>
      </a:lt2>
      <a:accent1>
        <a:srgbClr val="4B8A70"/>
      </a:accent1>
      <a:accent2>
        <a:srgbClr val="F6BB03"/>
      </a:accent2>
      <a:accent3>
        <a:srgbClr val="725A53"/>
      </a:accent3>
      <a:accent4>
        <a:srgbClr val="579E93"/>
      </a:accent4>
      <a:accent5>
        <a:srgbClr val="3F999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1592</Words>
  <Application>Microsoft Office PowerPoint</Application>
  <PresentationFormat>全屏显示(16:9)</PresentationFormat>
  <Paragraphs>160</Paragraphs>
  <Slides>20</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Gill Sans</vt:lpstr>
      <vt:lpstr>微软雅黑</vt:lpstr>
      <vt:lpstr>微软雅黑 Light</vt:lpstr>
      <vt:lpstr>Arial</vt:lpstr>
      <vt:lpstr>Calibri</vt:lpstr>
      <vt:lpstr>Calibri Light</vt:lpstr>
      <vt:lpstr>Century Gothic</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熊猫哒哒</dc:creator>
  <cp:lastModifiedBy>zhitech001@163.com</cp:lastModifiedBy>
  <cp:revision>227</cp:revision>
  <dcterms:created xsi:type="dcterms:W3CDTF">2017-02-15T04:43:00Z</dcterms:created>
  <dcterms:modified xsi:type="dcterms:W3CDTF">2019-08-26T03:56:58Z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2052-10.1.0.6554</vt:lpwstr>
  </property>
</Properties>
</file>