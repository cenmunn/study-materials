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3" r:id="rId2"/>
    <p:sldId id="259" r:id="rId3"/>
    <p:sldId id="282" r:id="rId4"/>
    <p:sldId id="260" r:id="rId5"/>
    <p:sldId id="266" r:id="rId6"/>
    <p:sldId id="267" r:id="rId7"/>
    <p:sldId id="283" r:id="rId8"/>
    <p:sldId id="269" r:id="rId9"/>
    <p:sldId id="270" r:id="rId10"/>
    <p:sldId id="271" r:id="rId11"/>
    <p:sldId id="284" r:id="rId12"/>
    <p:sldId id="273" r:id="rId13"/>
    <p:sldId id="274" r:id="rId14"/>
    <p:sldId id="275" r:id="rId15"/>
    <p:sldId id="286" r:id="rId16"/>
    <p:sldId id="277" r:id="rId17"/>
    <p:sldId id="278" r:id="rId18"/>
    <p:sldId id="279" r:id="rId19"/>
    <p:sldId id="28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5C5C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4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68AA5-A2B1-4391-AAD7-3077C0293B5D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263FB-2305-4D88-8C62-4440CDA59E2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992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B740785-4DD2-434E-AC34-33187949F66B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801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22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94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062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99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5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02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81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20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67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725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46AF0-30C2-42BE-B8E4-6BDCBFB5B09C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0B371-8080-4C12-925C-D3E07F03136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Freeform 30"/>
          <p:cNvSpPr>
            <a:spLocks/>
          </p:cNvSpPr>
          <p:nvPr userDrawn="1"/>
        </p:nvSpPr>
        <p:spPr bwMode="auto">
          <a:xfrm>
            <a:off x="22303" y="44604"/>
            <a:ext cx="12087922" cy="6768790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  <a:gd name="connsiteX0" fmla="*/ 64 w 10000"/>
              <a:gd name="connsiteY0" fmla="*/ 5590 h 10000"/>
              <a:gd name="connsiteX1" fmla="*/ 64 w 10000"/>
              <a:gd name="connsiteY1" fmla="*/ 8803 h 10000"/>
              <a:gd name="connsiteX2" fmla="*/ 317 w 10000"/>
              <a:gd name="connsiteY2" fmla="*/ 9259 h 10000"/>
              <a:gd name="connsiteX3" fmla="*/ 317 w 10000"/>
              <a:gd name="connsiteY3" fmla="*/ 9564 h 10000"/>
              <a:gd name="connsiteX4" fmla="*/ 496 w 10000"/>
              <a:gd name="connsiteY4" fmla="*/ 9564 h 10000"/>
              <a:gd name="connsiteX5" fmla="*/ 611 w 10000"/>
              <a:gd name="connsiteY5" fmla="*/ 9793 h 10000"/>
              <a:gd name="connsiteX6" fmla="*/ 4895 w 10000"/>
              <a:gd name="connsiteY6" fmla="*/ 9793 h 10000"/>
              <a:gd name="connsiteX7" fmla="*/ 5053 w 10000"/>
              <a:gd name="connsiteY7" fmla="*/ 10000 h 10000"/>
              <a:gd name="connsiteX8" fmla="*/ 5221 w 10000"/>
              <a:gd name="connsiteY8" fmla="*/ 9793 h 10000"/>
              <a:gd name="connsiteX9" fmla="*/ 9389 w 10000"/>
              <a:gd name="connsiteY9" fmla="*/ 9793 h 10000"/>
              <a:gd name="connsiteX10" fmla="*/ 9504 w 10000"/>
              <a:gd name="connsiteY10" fmla="*/ 9564 h 10000"/>
              <a:gd name="connsiteX11" fmla="*/ 9684 w 10000"/>
              <a:gd name="connsiteY11" fmla="*/ 9564 h 10000"/>
              <a:gd name="connsiteX12" fmla="*/ 9684 w 10000"/>
              <a:gd name="connsiteY12" fmla="*/ 9259 h 10000"/>
              <a:gd name="connsiteX13" fmla="*/ 9938 w 10000"/>
              <a:gd name="connsiteY13" fmla="*/ 8803 h 10000"/>
              <a:gd name="connsiteX14" fmla="*/ 9938 w 10000"/>
              <a:gd name="connsiteY14" fmla="*/ 5590 h 10000"/>
              <a:gd name="connsiteX15" fmla="*/ 10000 w 10000"/>
              <a:gd name="connsiteY15" fmla="*/ 5418 h 10000"/>
              <a:gd name="connsiteX16" fmla="*/ 9938 w 10000"/>
              <a:gd name="connsiteY16" fmla="*/ 5266 h 10000"/>
              <a:gd name="connsiteX17" fmla="*/ 9938 w 10000"/>
              <a:gd name="connsiteY17" fmla="*/ 1199 h 10000"/>
              <a:gd name="connsiteX18" fmla="*/ 9684 w 10000"/>
              <a:gd name="connsiteY18" fmla="*/ 741 h 10000"/>
              <a:gd name="connsiteX19" fmla="*/ 9684 w 10000"/>
              <a:gd name="connsiteY19" fmla="*/ 439 h 10000"/>
              <a:gd name="connsiteX20" fmla="*/ 9504 w 10000"/>
              <a:gd name="connsiteY20" fmla="*/ 439 h 10000"/>
              <a:gd name="connsiteX21" fmla="*/ 9389 w 10000"/>
              <a:gd name="connsiteY21" fmla="*/ 210 h 10000"/>
              <a:gd name="connsiteX22" fmla="*/ 5221 w 10000"/>
              <a:gd name="connsiteY22" fmla="*/ 210 h 10000"/>
              <a:gd name="connsiteX23" fmla="*/ 5053 w 10000"/>
              <a:gd name="connsiteY23" fmla="*/ 0 h 10000"/>
              <a:gd name="connsiteX24" fmla="*/ 4885 w 10000"/>
              <a:gd name="connsiteY24" fmla="*/ 210 h 10000"/>
              <a:gd name="connsiteX25" fmla="*/ 611 w 10000"/>
              <a:gd name="connsiteY25" fmla="*/ 210 h 10000"/>
              <a:gd name="connsiteX26" fmla="*/ 496 w 10000"/>
              <a:gd name="connsiteY26" fmla="*/ 439 h 10000"/>
              <a:gd name="connsiteX27" fmla="*/ 317 w 10000"/>
              <a:gd name="connsiteY27" fmla="*/ 439 h 10000"/>
              <a:gd name="connsiteX28" fmla="*/ 317 w 10000"/>
              <a:gd name="connsiteY28" fmla="*/ 741 h 10000"/>
              <a:gd name="connsiteX29" fmla="*/ 64 w 10000"/>
              <a:gd name="connsiteY29" fmla="*/ 1199 h 10000"/>
              <a:gd name="connsiteX30" fmla="*/ 64 w 10000"/>
              <a:gd name="connsiteY30" fmla="*/ 5266 h 10000"/>
              <a:gd name="connsiteX31" fmla="*/ 0 w 10000"/>
              <a:gd name="connsiteY31" fmla="*/ 5418 h 10000"/>
              <a:gd name="connsiteX32" fmla="*/ 70 w 10000"/>
              <a:gd name="connsiteY32" fmla="*/ 560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0000" h="10000">
                <a:moveTo>
                  <a:pt x="64" y="5590"/>
                </a:moveTo>
                <a:lnTo>
                  <a:pt x="64" y="8803"/>
                </a:lnTo>
                <a:lnTo>
                  <a:pt x="317" y="9259"/>
                </a:lnTo>
                <a:lnTo>
                  <a:pt x="317" y="9564"/>
                </a:lnTo>
                <a:lnTo>
                  <a:pt x="496" y="9564"/>
                </a:lnTo>
                <a:lnTo>
                  <a:pt x="611" y="9793"/>
                </a:lnTo>
                <a:lnTo>
                  <a:pt x="4895" y="9793"/>
                </a:lnTo>
                <a:lnTo>
                  <a:pt x="5053" y="10000"/>
                </a:lnTo>
                <a:lnTo>
                  <a:pt x="5221" y="9793"/>
                </a:lnTo>
                <a:lnTo>
                  <a:pt x="9389" y="9793"/>
                </a:lnTo>
                <a:lnTo>
                  <a:pt x="9504" y="9564"/>
                </a:lnTo>
                <a:lnTo>
                  <a:pt x="9684" y="9564"/>
                </a:lnTo>
                <a:lnTo>
                  <a:pt x="9684" y="9259"/>
                </a:lnTo>
                <a:lnTo>
                  <a:pt x="9938" y="8803"/>
                </a:lnTo>
                <a:lnTo>
                  <a:pt x="9938" y="5590"/>
                </a:lnTo>
                <a:cubicBezTo>
                  <a:pt x="9959" y="5533"/>
                  <a:pt x="9979" y="5475"/>
                  <a:pt x="10000" y="5418"/>
                </a:cubicBezTo>
                <a:cubicBezTo>
                  <a:pt x="9979" y="5367"/>
                  <a:pt x="9959" y="5317"/>
                  <a:pt x="9938" y="5266"/>
                </a:cubicBezTo>
                <a:lnTo>
                  <a:pt x="9938" y="1199"/>
                </a:lnTo>
                <a:lnTo>
                  <a:pt x="9684" y="741"/>
                </a:lnTo>
                <a:lnTo>
                  <a:pt x="9684" y="439"/>
                </a:lnTo>
                <a:lnTo>
                  <a:pt x="9504" y="439"/>
                </a:lnTo>
                <a:lnTo>
                  <a:pt x="9389" y="210"/>
                </a:lnTo>
                <a:lnTo>
                  <a:pt x="5221" y="210"/>
                </a:lnTo>
                <a:lnTo>
                  <a:pt x="5053" y="0"/>
                </a:lnTo>
                <a:lnTo>
                  <a:pt x="4885" y="210"/>
                </a:lnTo>
                <a:lnTo>
                  <a:pt x="611" y="210"/>
                </a:lnTo>
                <a:lnTo>
                  <a:pt x="496" y="439"/>
                </a:lnTo>
                <a:lnTo>
                  <a:pt x="317" y="439"/>
                </a:lnTo>
                <a:lnTo>
                  <a:pt x="317" y="741"/>
                </a:lnTo>
                <a:cubicBezTo>
                  <a:pt x="233" y="894"/>
                  <a:pt x="148" y="1046"/>
                  <a:pt x="64" y="1199"/>
                </a:cubicBezTo>
                <a:lnTo>
                  <a:pt x="64" y="5266"/>
                </a:lnTo>
                <a:cubicBezTo>
                  <a:pt x="43" y="5317"/>
                  <a:pt x="21" y="5367"/>
                  <a:pt x="0" y="5418"/>
                </a:cubicBezTo>
                <a:cubicBezTo>
                  <a:pt x="42" y="5520"/>
                  <a:pt x="28" y="5502"/>
                  <a:pt x="70" y="5604"/>
                </a:cubicBez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5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52242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5583237" y="3529015"/>
            <a:ext cx="971550" cy="315912"/>
            <a:chOff x="5583237" y="3529015"/>
            <a:chExt cx="971550" cy="315912"/>
          </a:xfrm>
          <a:solidFill>
            <a:srgbClr val="1F4E79"/>
          </a:solidFill>
        </p:grpSpPr>
        <p:sp>
          <p:nvSpPr>
            <p:cNvPr id="61" name="Freeform 9"/>
            <p:cNvSpPr>
              <a:spLocks/>
            </p:cNvSpPr>
            <p:nvPr/>
          </p:nvSpPr>
          <p:spPr bwMode="auto">
            <a:xfrm>
              <a:off x="5583237" y="3529015"/>
              <a:ext cx="971550" cy="315912"/>
            </a:xfrm>
            <a:custGeom>
              <a:avLst/>
              <a:gdLst>
                <a:gd name="T0" fmla="*/ 68 w 77"/>
                <a:gd name="T1" fmla="*/ 1 h 25"/>
                <a:gd name="T2" fmla="*/ 62 w 77"/>
                <a:gd name="T3" fmla="*/ 0 h 25"/>
                <a:gd name="T4" fmla="*/ 62 w 77"/>
                <a:gd name="T5" fmla="*/ 0 h 25"/>
                <a:gd name="T6" fmla="*/ 59 w 77"/>
                <a:gd name="T7" fmla="*/ 0 h 25"/>
                <a:gd name="T8" fmla="*/ 36 w 77"/>
                <a:gd name="T9" fmla="*/ 11 h 25"/>
                <a:gd name="T10" fmla="*/ 17 w 77"/>
                <a:gd name="T11" fmla="*/ 21 h 25"/>
                <a:gd name="T12" fmla="*/ 13 w 77"/>
                <a:gd name="T13" fmla="*/ 21 h 25"/>
                <a:gd name="T14" fmla="*/ 4 w 77"/>
                <a:gd name="T15" fmla="*/ 17 h 25"/>
                <a:gd name="T16" fmla="*/ 7 w 77"/>
                <a:gd name="T17" fmla="*/ 4 h 25"/>
                <a:gd name="T18" fmla="*/ 11 w 77"/>
                <a:gd name="T19" fmla="*/ 5 h 25"/>
                <a:gd name="T20" fmla="*/ 11 w 77"/>
                <a:gd name="T21" fmla="*/ 6 h 25"/>
                <a:gd name="T22" fmla="*/ 17 w 77"/>
                <a:gd name="T23" fmla="*/ 6 h 25"/>
                <a:gd name="T24" fmla="*/ 17 w 77"/>
                <a:gd name="T25" fmla="*/ 5 h 25"/>
                <a:gd name="T26" fmla="*/ 16 w 77"/>
                <a:gd name="T27" fmla="*/ 4 h 25"/>
                <a:gd name="T28" fmla="*/ 10 w 77"/>
                <a:gd name="T29" fmla="*/ 2 h 25"/>
                <a:gd name="T30" fmla="*/ 10 w 77"/>
                <a:gd name="T31" fmla="*/ 2 h 25"/>
                <a:gd name="T32" fmla="*/ 6 w 77"/>
                <a:gd name="T33" fmla="*/ 3 h 25"/>
                <a:gd name="T34" fmla="*/ 2 w 77"/>
                <a:gd name="T35" fmla="*/ 18 h 25"/>
                <a:gd name="T36" fmla="*/ 13 w 77"/>
                <a:gd name="T37" fmla="*/ 25 h 25"/>
                <a:gd name="T38" fmla="*/ 17 w 77"/>
                <a:gd name="T39" fmla="*/ 25 h 25"/>
                <a:gd name="T40" fmla="*/ 40 w 77"/>
                <a:gd name="T41" fmla="*/ 17 h 25"/>
                <a:gd name="T42" fmla="*/ 59 w 77"/>
                <a:gd name="T43" fmla="*/ 5 h 25"/>
                <a:gd name="T44" fmla="*/ 62 w 77"/>
                <a:gd name="T45" fmla="*/ 5 h 25"/>
                <a:gd name="T46" fmla="*/ 62 w 77"/>
                <a:gd name="T47" fmla="*/ 5 h 25"/>
                <a:gd name="T48" fmla="*/ 62 w 77"/>
                <a:gd name="T49" fmla="*/ 5 h 25"/>
                <a:gd name="T50" fmla="*/ 66 w 77"/>
                <a:gd name="T51" fmla="*/ 5 h 25"/>
                <a:gd name="T52" fmla="*/ 74 w 77"/>
                <a:gd name="T53" fmla="*/ 15 h 25"/>
                <a:gd name="T54" fmla="*/ 66 w 77"/>
                <a:gd name="T55" fmla="*/ 22 h 25"/>
                <a:gd name="T56" fmla="*/ 66 w 77"/>
                <a:gd name="T57" fmla="*/ 20 h 25"/>
                <a:gd name="T58" fmla="*/ 66 w 77"/>
                <a:gd name="T59" fmla="*/ 20 h 25"/>
                <a:gd name="T60" fmla="*/ 63 w 77"/>
                <a:gd name="T61" fmla="*/ 17 h 25"/>
                <a:gd name="T62" fmla="*/ 60 w 77"/>
                <a:gd name="T63" fmla="*/ 21 h 25"/>
                <a:gd name="T64" fmla="*/ 60 w 77"/>
                <a:gd name="T65" fmla="*/ 21 h 25"/>
                <a:gd name="T66" fmla="*/ 66 w 77"/>
                <a:gd name="T67" fmla="*/ 24 h 25"/>
                <a:gd name="T68" fmla="*/ 68 w 77"/>
                <a:gd name="T69" fmla="*/ 24 h 25"/>
                <a:gd name="T70" fmla="*/ 77 w 77"/>
                <a:gd name="T71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7" h="25">
                  <a:moveTo>
                    <a:pt x="75" y="7"/>
                  </a:moveTo>
                  <a:cubicBezTo>
                    <a:pt x="73" y="4"/>
                    <a:pt x="70" y="2"/>
                    <a:pt x="68" y="1"/>
                  </a:cubicBezTo>
                  <a:cubicBezTo>
                    <a:pt x="66" y="1"/>
                    <a:pt x="65" y="0"/>
                    <a:pt x="63" y="0"/>
                  </a:cubicBezTo>
                  <a:cubicBezTo>
                    <a:pt x="63" y="0"/>
                    <a:pt x="63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0" y="0"/>
                    <a:pt x="60" y="0"/>
                    <a:pt x="59" y="0"/>
                  </a:cubicBezTo>
                  <a:cubicBezTo>
                    <a:pt x="56" y="0"/>
                    <a:pt x="53" y="1"/>
                    <a:pt x="50" y="2"/>
                  </a:cubicBezTo>
                  <a:cubicBezTo>
                    <a:pt x="45" y="4"/>
                    <a:pt x="40" y="7"/>
                    <a:pt x="36" y="11"/>
                  </a:cubicBezTo>
                  <a:cubicBezTo>
                    <a:pt x="32" y="14"/>
                    <a:pt x="28" y="17"/>
                    <a:pt x="24" y="19"/>
                  </a:cubicBezTo>
                  <a:cubicBezTo>
                    <a:pt x="21" y="20"/>
                    <a:pt x="19" y="21"/>
                    <a:pt x="17" y="21"/>
                  </a:cubicBezTo>
                  <a:cubicBezTo>
                    <a:pt x="16" y="21"/>
                    <a:pt x="15" y="21"/>
                    <a:pt x="15" y="21"/>
                  </a:cubicBezTo>
                  <a:cubicBezTo>
                    <a:pt x="14" y="21"/>
                    <a:pt x="14" y="21"/>
                    <a:pt x="13" y="21"/>
                  </a:cubicBezTo>
                  <a:cubicBezTo>
                    <a:pt x="12" y="21"/>
                    <a:pt x="11" y="21"/>
                    <a:pt x="10" y="21"/>
                  </a:cubicBezTo>
                  <a:cubicBezTo>
                    <a:pt x="7" y="20"/>
                    <a:pt x="5" y="19"/>
                    <a:pt x="4" y="17"/>
                  </a:cubicBezTo>
                  <a:cubicBezTo>
                    <a:pt x="3" y="15"/>
                    <a:pt x="3" y="12"/>
                    <a:pt x="3" y="10"/>
                  </a:cubicBezTo>
                  <a:cubicBezTo>
                    <a:pt x="3" y="8"/>
                    <a:pt x="5" y="5"/>
                    <a:pt x="7" y="4"/>
                  </a:cubicBezTo>
                  <a:cubicBezTo>
                    <a:pt x="8" y="3"/>
                    <a:pt x="10" y="3"/>
                    <a:pt x="11" y="3"/>
                  </a:cubicBezTo>
                  <a:cubicBezTo>
                    <a:pt x="12" y="4"/>
                    <a:pt x="12" y="4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6"/>
                    <a:pt x="11" y="6"/>
                  </a:cubicBezTo>
                  <a:cubicBezTo>
                    <a:pt x="11" y="8"/>
                    <a:pt x="13" y="9"/>
                    <a:pt x="14" y="9"/>
                  </a:cubicBezTo>
                  <a:cubicBezTo>
                    <a:pt x="16" y="9"/>
                    <a:pt x="17" y="8"/>
                    <a:pt x="17" y="6"/>
                  </a:cubicBezTo>
                  <a:cubicBezTo>
                    <a:pt x="17" y="6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4"/>
                    <a:pt x="16" y="4"/>
                  </a:cubicBezTo>
                  <a:cubicBezTo>
                    <a:pt x="15" y="3"/>
                    <a:pt x="13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8" y="2"/>
                    <a:pt x="7" y="2"/>
                    <a:pt x="6" y="3"/>
                  </a:cubicBezTo>
                  <a:cubicBezTo>
                    <a:pt x="3" y="4"/>
                    <a:pt x="1" y="7"/>
                    <a:pt x="1" y="10"/>
                  </a:cubicBezTo>
                  <a:cubicBezTo>
                    <a:pt x="0" y="12"/>
                    <a:pt x="0" y="16"/>
                    <a:pt x="2" y="18"/>
                  </a:cubicBezTo>
                  <a:cubicBezTo>
                    <a:pt x="3" y="21"/>
                    <a:pt x="6" y="23"/>
                    <a:pt x="8" y="24"/>
                  </a:cubicBezTo>
                  <a:cubicBezTo>
                    <a:pt x="10" y="25"/>
                    <a:pt x="11" y="25"/>
                    <a:pt x="13" y="25"/>
                  </a:cubicBezTo>
                  <a:cubicBezTo>
                    <a:pt x="13" y="25"/>
                    <a:pt x="14" y="25"/>
                    <a:pt x="15" y="25"/>
                  </a:cubicBezTo>
                  <a:cubicBezTo>
                    <a:pt x="15" y="25"/>
                    <a:pt x="16" y="25"/>
                    <a:pt x="17" y="25"/>
                  </a:cubicBezTo>
                  <a:cubicBezTo>
                    <a:pt x="20" y="25"/>
                    <a:pt x="23" y="25"/>
                    <a:pt x="26" y="24"/>
                  </a:cubicBezTo>
                  <a:cubicBezTo>
                    <a:pt x="31" y="23"/>
                    <a:pt x="36" y="20"/>
                    <a:pt x="40" y="17"/>
                  </a:cubicBezTo>
                  <a:cubicBezTo>
                    <a:pt x="45" y="13"/>
                    <a:pt x="49" y="10"/>
                    <a:pt x="53" y="8"/>
                  </a:cubicBezTo>
                  <a:cubicBezTo>
                    <a:pt x="55" y="7"/>
                    <a:pt x="57" y="6"/>
                    <a:pt x="59" y="5"/>
                  </a:cubicBezTo>
                  <a:cubicBezTo>
                    <a:pt x="60" y="5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3" y="5"/>
                    <a:pt x="63" y="5"/>
                  </a:cubicBezTo>
                  <a:cubicBezTo>
                    <a:pt x="64" y="5"/>
                    <a:pt x="65" y="5"/>
                    <a:pt x="66" y="5"/>
                  </a:cubicBezTo>
                  <a:cubicBezTo>
                    <a:pt x="69" y="6"/>
                    <a:pt x="71" y="7"/>
                    <a:pt x="72" y="9"/>
                  </a:cubicBezTo>
                  <a:cubicBezTo>
                    <a:pt x="74" y="10"/>
                    <a:pt x="74" y="13"/>
                    <a:pt x="74" y="15"/>
                  </a:cubicBezTo>
                  <a:cubicBezTo>
                    <a:pt x="74" y="17"/>
                    <a:pt x="73" y="20"/>
                    <a:pt x="71" y="21"/>
                  </a:cubicBezTo>
                  <a:cubicBezTo>
                    <a:pt x="70" y="22"/>
                    <a:pt x="68" y="23"/>
                    <a:pt x="66" y="22"/>
                  </a:cubicBezTo>
                  <a:cubicBezTo>
                    <a:pt x="65" y="22"/>
                    <a:pt x="65" y="22"/>
                    <a:pt x="66" y="21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6" y="20"/>
                    <a:pt x="66" y="20"/>
                    <a:pt x="66" y="20"/>
                  </a:cubicBezTo>
                  <a:cubicBezTo>
                    <a:pt x="66" y="20"/>
                    <a:pt x="66" y="20"/>
                    <a:pt x="66" y="20"/>
                  </a:cubicBezTo>
                  <a:cubicBezTo>
                    <a:pt x="66" y="20"/>
                    <a:pt x="66" y="20"/>
                    <a:pt x="66" y="20"/>
                  </a:cubicBezTo>
                  <a:cubicBezTo>
                    <a:pt x="66" y="18"/>
                    <a:pt x="65" y="17"/>
                    <a:pt x="63" y="17"/>
                  </a:cubicBezTo>
                  <a:cubicBezTo>
                    <a:pt x="61" y="17"/>
                    <a:pt x="60" y="18"/>
                    <a:pt x="60" y="20"/>
                  </a:cubicBezTo>
                  <a:cubicBezTo>
                    <a:pt x="60" y="20"/>
                    <a:pt x="60" y="20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1" y="21"/>
                    <a:pt x="61" y="22"/>
                    <a:pt x="62" y="22"/>
                  </a:cubicBezTo>
                  <a:cubicBezTo>
                    <a:pt x="63" y="23"/>
                    <a:pt x="64" y="23"/>
                    <a:pt x="66" y="24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7" y="24"/>
                    <a:pt x="67" y="24"/>
                    <a:pt x="68" y="24"/>
                  </a:cubicBezTo>
                  <a:cubicBezTo>
                    <a:pt x="70" y="24"/>
                    <a:pt x="71" y="24"/>
                    <a:pt x="73" y="23"/>
                  </a:cubicBezTo>
                  <a:cubicBezTo>
                    <a:pt x="75" y="21"/>
                    <a:pt x="77" y="18"/>
                    <a:pt x="77" y="15"/>
                  </a:cubicBezTo>
                  <a:cubicBezTo>
                    <a:pt x="77" y="12"/>
                    <a:pt x="77" y="9"/>
                    <a:pt x="7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0"/>
            <p:cNvSpPr>
              <a:spLocks/>
            </p:cNvSpPr>
            <p:nvPr/>
          </p:nvSpPr>
          <p:spPr bwMode="auto">
            <a:xfrm>
              <a:off x="5646737" y="3541715"/>
              <a:ext cx="492125" cy="214312"/>
            </a:xfrm>
            <a:custGeom>
              <a:avLst/>
              <a:gdLst>
                <a:gd name="T0" fmla="*/ 38 w 39"/>
                <a:gd name="T1" fmla="*/ 0 h 17"/>
                <a:gd name="T2" fmla="*/ 32 w 39"/>
                <a:gd name="T3" fmla="*/ 1 h 17"/>
                <a:gd name="T4" fmla="*/ 29 w 39"/>
                <a:gd name="T5" fmla="*/ 2 h 17"/>
                <a:gd name="T6" fmla="*/ 28 w 39"/>
                <a:gd name="T7" fmla="*/ 2 h 17"/>
                <a:gd name="T8" fmla="*/ 18 w 39"/>
                <a:gd name="T9" fmla="*/ 8 h 17"/>
                <a:gd name="T10" fmla="*/ 10 w 39"/>
                <a:gd name="T11" fmla="*/ 13 h 17"/>
                <a:gd name="T12" fmla="*/ 5 w 39"/>
                <a:gd name="T13" fmla="*/ 13 h 17"/>
                <a:gd name="T14" fmla="*/ 2 w 39"/>
                <a:gd name="T15" fmla="*/ 11 h 17"/>
                <a:gd name="T16" fmla="*/ 1 w 39"/>
                <a:gd name="T17" fmla="*/ 11 h 17"/>
                <a:gd name="T18" fmla="*/ 1 w 39"/>
                <a:gd name="T19" fmla="*/ 11 h 17"/>
                <a:gd name="T20" fmla="*/ 1 w 39"/>
                <a:gd name="T21" fmla="*/ 11 h 17"/>
                <a:gd name="T22" fmla="*/ 4 w 39"/>
                <a:gd name="T23" fmla="*/ 16 h 17"/>
                <a:gd name="T24" fmla="*/ 11 w 39"/>
                <a:gd name="T25" fmla="*/ 16 h 17"/>
                <a:gd name="T26" fmla="*/ 21 w 39"/>
                <a:gd name="T27" fmla="*/ 12 h 17"/>
                <a:gd name="T28" fmla="*/ 30 w 39"/>
                <a:gd name="T29" fmla="*/ 6 h 17"/>
                <a:gd name="T30" fmla="*/ 38 w 39"/>
                <a:gd name="T31" fmla="*/ 1 h 17"/>
                <a:gd name="T32" fmla="*/ 39 w 39"/>
                <a:gd name="T33" fmla="*/ 1 h 17"/>
                <a:gd name="T34" fmla="*/ 39 w 39"/>
                <a:gd name="T35" fmla="*/ 1 h 17"/>
                <a:gd name="T36" fmla="*/ 39 w 39"/>
                <a:gd name="T37" fmla="*/ 1 h 17"/>
                <a:gd name="T38" fmla="*/ 38 w 3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9" h="17">
                  <a:moveTo>
                    <a:pt x="38" y="0"/>
                  </a:moveTo>
                  <a:cubicBezTo>
                    <a:pt x="37" y="0"/>
                    <a:pt x="35" y="0"/>
                    <a:pt x="32" y="1"/>
                  </a:cubicBezTo>
                  <a:cubicBezTo>
                    <a:pt x="31" y="1"/>
                    <a:pt x="30" y="1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4" y="4"/>
                    <a:pt x="21" y="6"/>
                    <a:pt x="18" y="8"/>
                  </a:cubicBezTo>
                  <a:cubicBezTo>
                    <a:pt x="16" y="10"/>
                    <a:pt x="13" y="12"/>
                    <a:pt x="10" y="13"/>
                  </a:cubicBezTo>
                  <a:cubicBezTo>
                    <a:pt x="8" y="13"/>
                    <a:pt x="7" y="13"/>
                    <a:pt x="5" y="13"/>
                  </a:cubicBezTo>
                  <a:cubicBezTo>
                    <a:pt x="4" y="13"/>
                    <a:pt x="3" y="12"/>
                    <a:pt x="2" y="11"/>
                  </a:cubicBezTo>
                  <a:cubicBezTo>
                    <a:pt x="1" y="11"/>
                    <a:pt x="1" y="10"/>
                    <a:pt x="1" y="11"/>
                  </a:cubicBezTo>
                  <a:cubicBezTo>
                    <a:pt x="1" y="11"/>
                    <a:pt x="0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3"/>
                    <a:pt x="2" y="15"/>
                    <a:pt x="4" y="16"/>
                  </a:cubicBezTo>
                  <a:cubicBezTo>
                    <a:pt x="6" y="17"/>
                    <a:pt x="9" y="17"/>
                    <a:pt x="11" y="16"/>
                  </a:cubicBezTo>
                  <a:cubicBezTo>
                    <a:pt x="15" y="16"/>
                    <a:pt x="18" y="14"/>
                    <a:pt x="21" y="12"/>
                  </a:cubicBezTo>
                  <a:cubicBezTo>
                    <a:pt x="24" y="10"/>
                    <a:pt x="27" y="8"/>
                    <a:pt x="30" y="6"/>
                  </a:cubicBezTo>
                  <a:cubicBezTo>
                    <a:pt x="33" y="4"/>
                    <a:pt x="35" y="2"/>
                    <a:pt x="38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0"/>
                    <a:pt x="38" y="0"/>
                    <a:pt x="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79" name="Line 57"/>
          <p:cNvSpPr>
            <a:spLocks noChangeShapeType="1"/>
          </p:cNvSpPr>
          <p:nvPr/>
        </p:nvSpPr>
        <p:spPr bwMode="auto">
          <a:xfrm>
            <a:off x="593724" y="3705227"/>
            <a:ext cx="4711700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Line 58"/>
          <p:cNvSpPr>
            <a:spLocks noChangeShapeType="1"/>
          </p:cNvSpPr>
          <p:nvPr/>
        </p:nvSpPr>
        <p:spPr bwMode="auto">
          <a:xfrm>
            <a:off x="6870699" y="3705227"/>
            <a:ext cx="4635500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矩形 8"/>
          <p:cNvSpPr>
            <a:spLocks noChangeArrowheads="1"/>
          </p:cNvSpPr>
          <p:nvPr/>
        </p:nvSpPr>
        <p:spPr bwMode="auto">
          <a:xfrm>
            <a:off x="5235813" y="4150579"/>
            <a:ext cx="1723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答辩人：小北</a:t>
            </a:r>
          </a:p>
        </p:txBody>
      </p:sp>
      <p:sp>
        <p:nvSpPr>
          <p:cNvPr id="84" name="矩形 9"/>
          <p:cNvSpPr>
            <a:spLocks noChangeArrowheads="1"/>
          </p:cNvSpPr>
          <p:nvPr/>
        </p:nvSpPr>
        <p:spPr bwMode="auto">
          <a:xfrm>
            <a:off x="5107574" y="4533167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指导教师：小北</a:t>
            </a:r>
          </a:p>
        </p:txBody>
      </p:sp>
      <p:sp>
        <p:nvSpPr>
          <p:cNvPr id="87" name="文本框 5"/>
          <p:cNvSpPr txBox="1">
            <a:spLocks noChangeArrowheads="1"/>
          </p:cNvSpPr>
          <p:nvPr/>
        </p:nvSpPr>
        <p:spPr bwMode="auto">
          <a:xfrm>
            <a:off x="2934650" y="2572083"/>
            <a:ext cx="63401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对外经济贸易大学模版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218" y="1162444"/>
            <a:ext cx="4825488" cy="10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2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84140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TextBox 6"/>
          <p:cNvSpPr txBox="1">
            <a:spLocks noChangeArrowheads="1"/>
          </p:cNvSpPr>
          <p:nvPr/>
        </p:nvSpPr>
        <p:spPr bwMode="auto">
          <a:xfrm>
            <a:off x="5233507" y="707774"/>
            <a:ext cx="1727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9" name="TextBox 7"/>
          <p:cNvSpPr txBox="1"/>
          <p:nvPr/>
        </p:nvSpPr>
        <p:spPr>
          <a:xfrm>
            <a:off x="5005701" y="1507874"/>
            <a:ext cx="21828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7"/>
          <p:cNvSpPr txBox="1">
            <a:spLocks noChangeArrowheads="1"/>
          </p:cNvSpPr>
          <p:nvPr/>
        </p:nvSpPr>
        <p:spPr bwMode="auto">
          <a:xfrm>
            <a:off x="3590305" y="2442307"/>
            <a:ext cx="564578" cy="8309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800" b="1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Box 8"/>
          <p:cNvSpPr txBox="1"/>
          <p:nvPr/>
        </p:nvSpPr>
        <p:spPr>
          <a:xfrm>
            <a:off x="4116783" y="2716389"/>
            <a:ext cx="42098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绪论：课题来源分析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.…………3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10"/>
          <p:cNvSpPr txBox="1">
            <a:spLocks noChangeArrowheads="1"/>
          </p:cNvSpPr>
          <p:nvPr/>
        </p:nvSpPr>
        <p:spPr bwMode="auto">
          <a:xfrm>
            <a:off x="3590305" y="3174897"/>
            <a:ext cx="564578" cy="8309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800" b="1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11"/>
          <p:cNvSpPr txBox="1"/>
          <p:nvPr/>
        </p:nvSpPr>
        <p:spPr>
          <a:xfrm>
            <a:off x="4116783" y="3483903"/>
            <a:ext cx="42434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课题研究目的阐述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.…………… 8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12"/>
          <p:cNvSpPr txBox="1">
            <a:spLocks noChangeArrowheads="1"/>
          </p:cNvSpPr>
          <p:nvPr/>
        </p:nvSpPr>
        <p:spPr bwMode="auto">
          <a:xfrm>
            <a:off x="3590305" y="3907486"/>
            <a:ext cx="564578" cy="8309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800" b="1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13"/>
          <p:cNvSpPr txBox="1"/>
          <p:nvPr/>
        </p:nvSpPr>
        <p:spPr>
          <a:xfrm>
            <a:off x="4116783" y="4179980"/>
            <a:ext cx="44246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课题研究过程展示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.……………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14"/>
          <p:cNvSpPr txBox="1">
            <a:spLocks noChangeArrowheads="1"/>
          </p:cNvSpPr>
          <p:nvPr/>
        </p:nvSpPr>
        <p:spPr bwMode="auto">
          <a:xfrm>
            <a:off x="3590305" y="4638487"/>
            <a:ext cx="564578" cy="8309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b="1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4800" b="1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Box 15"/>
          <p:cNvSpPr txBox="1"/>
          <p:nvPr/>
        </p:nvSpPr>
        <p:spPr>
          <a:xfrm>
            <a:off x="4116783" y="4912569"/>
            <a:ext cx="44246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课题研究结果报告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.…………… 18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09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84140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TextBox 7"/>
          <p:cNvSpPr txBox="1">
            <a:spLocks noChangeArrowheads="1"/>
          </p:cNvSpPr>
          <p:nvPr/>
        </p:nvSpPr>
        <p:spPr bwMode="auto">
          <a:xfrm>
            <a:off x="3058265" y="2385477"/>
            <a:ext cx="817853" cy="132343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000" b="1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8000" b="1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8"/>
          <p:cNvSpPr txBox="1"/>
          <p:nvPr/>
        </p:nvSpPr>
        <p:spPr>
          <a:xfrm>
            <a:off x="3876118" y="2659559"/>
            <a:ext cx="526297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绪论：课题来源分析</a:t>
            </a:r>
          </a:p>
        </p:txBody>
      </p:sp>
    </p:spTree>
    <p:extLst>
      <p:ext uri="{BB962C8B-B14F-4D97-AF65-F5344CB8AC3E}">
        <p14:creationId xmlns:p14="http://schemas.microsoft.com/office/powerpoint/2010/main" val="353382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0"/>
          <p:cNvSpPr>
            <a:spLocks/>
          </p:cNvSpPr>
          <p:nvPr/>
        </p:nvSpPr>
        <p:spPr bwMode="auto">
          <a:xfrm>
            <a:off x="22303" y="44604"/>
            <a:ext cx="12087922" cy="6768790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  <a:gd name="connsiteX0" fmla="*/ 64 w 10000"/>
              <a:gd name="connsiteY0" fmla="*/ 5590 h 10000"/>
              <a:gd name="connsiteX1" fmla="*/ 64 w 10000"/>
              <a:gd name="connsiteY1" fmla="*/ 8803 h 10000"/>
              <a:gd name="connsiteX2" fmla="*/ 317 w 10000"/>
              <a:gd name="connsiteY2" fmla="*/ 9259 h 10000"/>
              <a:gd name="connsiteX3" fmla="*/ 317 w 10000"/>
              <a:gd name="connsiteY3" fmla="*/ 9564 h 10000"/>
              <a:gd name="connsiteX4" fmla="*/ 496 w 10000"/>
              <a:gd name="connsiteY4" fmla="*/ 9564 h 10000"/>
              <a:gd name="connsiteX5" fmla="*/ 611 w 10000"/>
              <a:gd name="connsiteY5" fmla="*/ 9793 h 10000"/>
              <a:gd name="connsiteX6" fmla="*/ 4895 w 10000"/>
              <a:gd name="connsiteY6" fmla="*/ 9793 h 10000"/>
              <a:gd name="connsiteX7" fmla="*/ 5053 w 10000"/>
              <a:gd name="connsiteY7" fmla="*/ 10000 h 10000"/>
              <a:gd name="connsiteX8" fmla="*/ 5221 w 10000"/>
              <a:gd name="connsiteY8" fmla="*/ 9793 h 10000"/>
              <a:gd name="connsiteX9" fmla="*/ 9389 w 10000"/>
              <a:gd name="connsiteY9" fmla="*/ 9793 h 10000"/>
              <a:gd name="connsiteX10" fmla="*/ 9504 w 10000"/>
              <a:gd name="connsiteY10" fmla="*/ 9564 h 10000"/>
              <a:gd name="connsiteX11" fmla="*/ 9684 w 10000"/>
              <a:gd name="connsiteY11" fmla="*/ 9564 h 10000"/>
              <a:gd name="connsiteX12" fmla="*/ 9684 w 10000"/>
              <a:gd name="connsiteY12" fmla="*/ 9259 h 10000"/>
              <a:gd name="connsiteX13" fmla="*/ 9938 w 10000"/>
              <a:gd name="connsiteY13" fmla="*/ 8803 h 10000"/>
              <a:gd name="connsiteX14" fmla="*/ 9938 w 10000"/>
              <a:gd name="connsiteY14" fmla="*/ 5590 h 10000"/>
              <a:gd name="connsiteX15" fmla="*/ 10000 w 10000"/>
              <a:gd name="connsiteY15" fmla="*/ 5418 h 10000"/>
              <a:gd name="connsiteX16" fmla="*/ 9938 w 10000"/>
              <a:gd name="connsiteY16" fmla="*/ 5266 h 10000"/>
              <a:gd name="connsiteX17" fmla="*/ 9938 w 10000"/>
              <a:gd name="connsiteY17" fmla="*/ 1199 h 10000"/>
              <a:gd name="connsiteX18" fmla="*/ 9684 w 10000"/>
              <a:gd name="connsiteY18" fmla="*/ 741 h 10000"/>
              <a:gd name="connsiteX19" fmla="*/ 9684 w 10000"/>
              <a:gd name="connsiteY19" fmla="*/ 439 h 10000"/>
              <a:gd name="connsiteX20" fmla="*/ 9504 w 10000"/>
              <a:gd name="connsiteY20" fmla="*/ 439 h 10000"/>
              <a:gd name="connsiteX21" fmla="*/ 9389 w 10000"/>
              <a:gd name="connsiteY21" fmla="*/ 210 h 10000"/>
              <a:gd name="connsiteX22" fmla="*/ 5221 w 10000"/>
              <a:gd name="connsiteY22" fmla="*/ 210 h 10000"/>
              <a:gd name="connsiteX23" fmla="*/ 5053 w 10000"/>
              <a:gd name="connsiteY23" fmla="*/ 0 h 10000"/>
              <a:gd name="connsiteX24" fmla="*/ 4885 w 10000"/>
              <a:gd name="connsiteY24" fmla="*/ 210 h 10000"/>
              <a:gd name="connsiteX25" fmla="*/ 611 w 10000"/>
              <a:gd name="connsiteY25" fmla="*/ 210 h 10000"/>
              <a:gd name="connsiteX26" fmla="*/ 496 w 10000"/>
              <a:gd name="connsiteY26" fmla="*/ 439 h 10000"/>
              <a:gd name="connsiteX27" fmla="*/ 317 w 10000"/>
              <a:gd name="connsiteY27" fmla="*/ 439 h 10000"/>
              <a:gd name="connsiteX28" fmla="*/ 317 w 10000"/>
              <a:gd name="connsiteY28" fmla="*/ 741 h 10000"/>
              <a:gd name="connsiteX29" fmla="*/ 64 w 10000"/>
              <a:gd name="connsiteY29" fmla="*/ 1199 h 10000"/>
              <a:gd name="connsiteX30" fmla="*/ 64 w 10000"/>
              <a:gd name="connsiteY30" fmla="*/ 5266 h 10000"/>
              <a:gd name="connsiteX31" fmla="*/ 0 w 10000"/>
              <a:gd name="connsiteY31" fmla="*/ 5418 h 10000"/>
              <a:gd name="connsiteX32" fmla="*/ 70 w 10000"/>
              <a:gd name="connsiteY32" fmla="*/ 560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0000" h="10000">
                <a:moveTo>
                  <a:pt x="64" y="5590"/>
                </a:moveTo>
                <a:lnTo>
                  <a:pt x="64" y="8803"/>
                </a:lnTo>
                <a:lnTo>
                  <a:pt x="317" y="9259"/>
                </a:lnTo>
                <a:lnTo>
                  <a:pt x="317" y="9564"/>
                </a:lnTo>
                <a:lnTo>
                  <a:pt x="496" y="9564"/>
                </a:lnTo>
                <a:lnTo>
                  <a:pt x="611" y="9793"/>
                </a:lnTo>
                <a:lnTo>
                  <a:pt x="4895" y="9793"/>
                </a:lnTo>
                <a:lnTo>
                  <a:pt x="5053" y="10000"/>
                </a:lnTo>
                <a:lnTo>
                  <a:pt x="5221" y="9793"/>
                </a:lnTo>
                <a:lnTo>
                  <a:pt x="9389" y="9793"/>
                </a:lnTo>
                <a:lnTo>
                  <a:pt x="9504" y="9564"/>
                </a:lnTo>
                <a:lnTo>
                  <a:pt x="9684" y="9564"/>
                </a:lnTo>
                <a:lnTo>
                  <a:pt x="9684" y="9259"/>
                </a:lnTo>
                <a:lnTo>
                  <a:pt x="9938" y="8803"/>
                </a:lnTo>
                <a:lnTo>
                  <a:pt x="9938" y="5590"/>
                </a:lnTo>
                <a:cubicBezTo>
                  <a:pt x="9959" y="5533"/>
                  <a:pt x="9979" y="5475"/>
                  <a:pt x="10000" y="5418"/>
                </a:cubicBezTo>
                <a:cubicBezTo>
                  <a:pt x="9979" y="5367"/>
                  <a:pt x="9959" y="5317"/>
                  <a:pt x="9938" y="5266"/>
                </a:cubicBezTo>
                <a:lnTo>
                  <a:pt x="9938" y="1199"/>
                </a:lnTo>
                <a:lnTo>
                  <a:pt x="9684" y="741"/>
                </a:lnTo>
                <a:lnTo>
                  <a:pt x="9684" y="439"/>
                </a:lnTo>
                <a:lnTo>
                  <a:pt x="9504" y="439"/>
                </a:lnTo>
                <a:lnTo>
                  <a:pt x="9389" y="210"/>
                </a:lnTo>
                <a:lnTo>
                  <a:pt x="5221" y="210"/>
                </a:lnTo>
                <a:lnTo>
                  <a:pt x="5053" y="0"/>
                </a:lnTo>
                <a:lnTo>
                  <a:pt x="4885" y="210"/>
                </a:lnTo>
                <a:lnTo>
                  <a:pt x="611" y="210"/>
                </a:lnTo>
                <a:lnTo>
                  <a:pt x="496" y="439"/>
                </a:lnTo>
                <a:lnTo>
                  <a:pt x="317" y="439"/>
                </a:lnTo>
                <a:lnTo>
                  <a:pt x="317" y="741"/>
                </a:lnTo>
                <a:cubicBezTo>
                  <a:pt x="233" y="894"/>
                  <a:pt x="148" y="1046"/>
                  <a:pt x="64" y="1199"/>
                </a:cubicBezTo>
                <a:lnTo>
                  <a:pt x="64" y="5266"/>
                </a:lnTo>
                <a:cubicBezTo>
                  <a:pt x="43" y="5317"/>
                  <a:pt x="21" y="5367"/>
                  <a:pt x="0" y="5418"/>
                </a:cubicBezTo>
                <a:cubicBezTo>
                  <a:pt x="42" y="5520"/>
                  <a:pt x="28" y="5502"/>
                  <a:pt x="70" y="5604"/>
                </a:cubicBez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70514" y="2141422"/>
            <a:ext cx="2087562" cy="258921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95651" y="2392247"/>
            <a:ext cx="1684338" cy="208915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550189" y="2392247"/>
            <a:ext cx="1682750" cy="208915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36914" y="4635385"/>
            <a:ext cx="1963737" cy="1712912"/>
          </a:xfrm>
          <a:prstGeom prst="rect">
            <a:avLst/>
          </a:prstGeom>
          <a:noFill/>
        </p:spPr>
        <p:txBody>
          <a:bodyPr lIns="72000" tIns="36000" rIns="72000" bIns="36000"/>
          <a:lstStyle/>
          <a:p>
            <a:pPr algn="ctr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添加文字添加文字添加文字添加文字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添加文字添加文字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10501" y="4635385"/>
            <a:ext cx="1817688" cy="1712912"/>
          </a:xfrm>
          <a:prstGeom prst="rect">
            <a:avLst/>
          </a:prstGeom>
          <a:noFill/>
        </p:spPr>
        <p:txBody>
          <a:bodyPr lIns="72000" tIns="36000" rIns="72000" bIns="36000"/>
          <a:lstStyle/>
          <a:p>
            <a:pPr algn="ctr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添加文字添加文字添加文字添加文字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添加文字添加文字</a:t>
            </a: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2989301" y="731722"/>
            <a:ext cx="62388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课题来源</a:t>
            </a:r>
            <a:r>
              <a:rPr lang="en-US" altLang="zh-CN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</a:p>
        </p:txBody>
      </p:sp>
      <p:sp>
        <p:nvSpPr>
          <p:cNvPr id="11" name="TextBox 15"/>
          <p:cNvSpPr txBox="1">
            <a:spLocks noChangeArrowheads="1"/>
          </p:cNvSpPr>
          <p:nvPr/>
        </p:nvSpPr>
        <p:spPr bwMode="auto">
          <a:xfrm>
            <a:off x="4229139" y="1246072"/>
            <a:ext cx="374491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此处请输入您的副标题，或者删除此文本框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26076" y="4873510"/>
            <a:ext cx="1965325" cy="1295400"/>
          </a:xfrm>
          <a:prstGeom prst="rect">
            <a:avLst/>
          </a:prstGeom>
          <a:noFill/>
        </p:spPr>
        <p:txBody>
          <a:bodyPr lIns="72000" tIns="36000" rIns="72000" bIns="36000"/>
          <a:lstStyle/>
          <a:p>
            <a:pPr algn="ctr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添加文字添加文字添加文字添加文字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添加文字添加文字</a:t>
            </a: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4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41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6407150" y="2424316"/>
            <a:ext cx="3790950" cy="25860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毕业论文答辩的目的，就是检查毕业生是否是认真独立完成的毕业论文，考察毕业生综合分析能力，理论联系实际能力，专业方面的潜在能力。答辩老师结合毕业生现场答辩情况评定答辩成绩。 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本模版为大家提供毕业论文答辩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制作指引，引导毕业生制作出精美实用的答辩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467" name="TextBox 15"/>
          <p:cNvSpPr txBox="1">
            <a:spLocks noChangeArrowheads="1"/>
          </p:cNvSpPr>
          <p:nvPr/>
        </p:nvSpPr>
        <p:spPr bwMode="auto">
          <a:xfrm>
            <a:off x="6559550" y="1695653"/>
            <a:ext cx="2041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pic>
        <p:nvPicPr>
          <p:cNvPr id="19468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1422603"/>
            <a:ext cx="3343275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/>
          <p:cNvSpPr/>
          <p:nvPr/>
        </p:nvSpPr>
        <p:spPr>
          <a:xfrm>
            <a:off x="6559550" y="2210003"/>
            <a:ext cx="1743075" cy="4603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5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69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75743" y="1582876"/>
            <a:ext cx="6640513" cy="262413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2774333" y="903990"/>
            <a:ext cx="2041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11" name="矩形 10"/>
          <p:cNvSpPr/>
          <p:nvPr/>
        </p:nvSpPr>
        <p:spPr>
          <a:xfrm>
            <a:off x="2774333" y="1418340"/>
            <a:ext cx="1743075" cy="4603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744838" y="4456712"/>
            <a:ext cx="67236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毕业论文答辩的目的，就是检查毕业生是否是认真独立完成的毕业论文，考察毕业生综合分析能力，理论联系实际能力，专业方面的潜在能力。答辩老师结合毕业生现场答辩情况评定答辩成绩。 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本模版为大家提供毕业论文答辩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制作指引，引导毕业生制作出精美实用的答辩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6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0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84140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TextBox 7"/>
          <p:cNvSpPr txBox="1">
            <a:spLocks noChangeArrowheads="1"/>
          </p:cNvSpPr>
          <p:nvPr/>
        </p:nvSpPr>
        <p:spPr bwMode="auto">
          <a:xfrm>
            <a:off x="3058265" y="2385477"/>
            <a:ext cx="817853" cy="132343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000" b="1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8000" b="1" dirty="0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8"/>
          <p:cNvSpPr txBox="1"/>
          <p:nvPr/>
        </p:nvSpPr>
        <p:spPr>
          <a:xfrm>
            <a:off x="3876118" y="2659559"/>
            <a:ext cx="46987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课题研究目的阐述</a:t>
            </a:r>
          </a:p>
        </p:txBody>
      </p:sp>
    </p:spTree>
    <p:extLst>
      <p:ext uri="{BB962C8B-B14F-4D97-AF65-F5344CB8AC3E}">
        <p14:creationId xmlns:p14="http://schemas.microsoft.com/office/powerpoint/2010/main" val="2162007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316"/>
          <p:cNvGrpSpPr>
            <a:grpSpLocks/>
          </p:cNvGrpSpPr>
          <p:nvPr/>
        </p:nvGrpSpPr>
        <p:grpSpPr bwMode="auto">
          <a:xfrm>
            <a:off x="8918575" y="5004019"/>
            <a:ext cx="461963" cy="490537"/>
            <a:chOff x="9766914" y="6007100"/>
            <a:chExt cx="461963" cy="490538"/>
          </a:xfrm>
          <a:solidFill>
            <a:srgbClr val="2A3D52"/>
          </a:solidFill>
        </p:grpSpPr>
        <p:sp>
          <p:nvSpPr>
            <p:cNvPr id="17" name="Freeform 8"/>
            <p:cNvSpPr>
              <a:spLocks/>
            </p:cNvSpPr>
            <p:nvPr/>
          </p:nvSpPr>
          <p:spPr bwMode="auto">
            <a:xfrm>
              <a:off x="9900264" y="6007100"/>
              <a:ext cx="201613" cy="104775"/>
            </a:xfrm>
            <a:custGeom>
              <a:avLst/>
              <a:gdLst>
                <a:gd name="T0" fmla="*/ 97073 w 27"/>
                <a:gd name="T1" fmla="*/ 29936 h 14"/>
                <a:gd name="T2" fmla="*/ 171744 w 27"/>
                <a:gd name="T3" fmla="*/ 104775 h 14"/>
                <a:gd name="T4" fmla="*/ 201613 w 27"/>
                <a:gd name="T5" fmla="*/ 104775 h 14"/>
                <a:gd name="T6" fmla="*/ 97073 w 27"/>
                <a:gd name="T7" fmla="*/ 0 h 14"/>
                <a:gd name="T8" fmla="*/ 0 w 27"/>
                <a:gd name="T9" fmla="*/ 104775 h 14"/>
                <a:gd name="T10" fmla="*/ 29869 w 27"/>
                <a:gd name="T11" fmla="*/ 104775 h 14"/>
                <a:gd name="T12" fmla="*/ 97073 w 27"/>
                <a:gd name="T13" fmla="*/ 29936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">
                  <a:moveTo>
                    <a:pt x="13" y="4"/>
                  </a:moveTo>
                  <a:cubicBezTo>
                    <a:pt x="19" y="4"/>
                    <a:pt x="23" y="8"/>
                    <a:pt x="23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8"/>
                    <a:pt x="8" y="4"/>
                    <a:pt x="1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9766914" y="6140450"/>
              <a:ext cx="461963" cy="141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9766914" y="6297613"/>
              <a:ext cx="461963" cy="2000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1508" name="Freeform 136"/>
          <p:cNvSpPr>
            <a:spLocks/>
          </p:cNvSpPr>
          <p:nvPr/>
        </p:nvSpPr>
        <p:spPr bwMode="auto">
          <a:xfrm>
            <a:off x="8597900" y="3759419"/>
            <a:ext cx="320675" cy="528637"/>
          </a:xfrm>
          <a:custGeom>
            <a:avLst/>
            <a:gdLst>
              <a:gd name="T0" fmla="*/ 2147483646 w 43"/>
              <a:gd name="T1" fmla="*/ 2147483646 h 71"/>
              <a:gd name="T2" fmla="*/ 2147483646 w 43"/>
              <a:gd name="T3" fmla="*/ 2147483646 h 71"/>
              <a:gd name="T4" fmla="*/ 2147483646 w 43"/>
              <a:gd name="T5" fmla="*/ 2147483646 h 71"/>
              <a:gd name="T6" fmla="*/ 2147483646 w 43"/>
              <a:gd name="T7" fmla="*/ 2147483646 h 71"/>
              <a:gd name="T8" fmla="*/ 2147483646 w 43"/>
              <a:gd name="T9" fmla="*/ 2147483646 h 71"/>
              <a:gd name="T10" fmla="*/ 2147483646 w 43"/>
              <a:gd name="T11" fmla="*/ 2147483646 h 71"/>
              <a:gd name="T12" fmla="*/ 2147483646 w 43"/>
              <a:gd name="T13" fmla="*/ 2147483646 h 71"/>
              <a:gd name="T14" fmla="*/ 2147483646 w 43"/>
              <a:gd name="T15" fmla="*/ 2147483646 h 71"/>
              <a:gd name="T16" fmla="*/ 2147483646 w 43"/>
              <a:gd name="T17" fmla="*/ 2147483646 h 71"/>
              <a:gd name="T18" fmla="*/ 2147483646 w 43"/>
              <a:gd name="T19" fmla="*/ 2147483646 h 71"/>
              <a:gd name="T20" fmla="*/ 2147483646 w 43"/>
              <a:gd name="T21" fmla="*/ 2147483646 h 71"/>
              <a:gd name="T22" fmla="*/ 2147483646 w 43"/>
              <a:gd name="T23" fmla="*/ 2147483646 h 71"/>
              <a:gd name="T24" fmla="*/ 2147483646 w 43"/>
              <a:gd name="T25" fmla="*/ 2147483646 h 71"/>
              <a:gd name="T26" fmla="*/ 2147483646 w 43"/>
              <a:gd name="T27" fmla="*/ 0 h 71"/>
              <a:gd name="T28" fmla="*/ 2147483646 w 43"/>
              <a:gd name="T29" fmla="*/ 0 h 71"/>
              <a:gd name="T30" fmla="*/ 2147483646 w 43"/>
              <a:gd name="T31" fmla="*/ 2147483646 h 71"/>
              <a:gd name="T32" fmla="*/ 2147483646 w 43"/>
              <a:gd name="T33" fmla="*/ 2147483646 h 71"/>
              <a:gd name="T34" fmla="*/ 2147483646 w 43"/>
              <a:gd name="T35" fmla="*/ 2147483646 h 71"/>
              <a:gd name="T36" fmla="*/ 2147483646 w 43"/>
              <a:gd name="T37" fmla="*/ 2147483646 h 71"/>
              <a:gd name="T38" fmla="*/ 2147483646 w 43"/>
              <a:gd name="T39" fmla="*/ 2147483646 h 71"/>
              <a:gd name="T40" fmla="*/ 2147483646 w 43"/>
              <a:gd name="T41" fmla="*/ 2147483646 h 71"/>
              <a:gd name="T42" fmla="*/ 2147483646 w 43"/>
              <a:gd name="T43" fmla="*/ 2147483646 h 71"/>
              <a:gd name="T44" fmla="*/ 2147483646 w 43"/>
              <a:gd name="T45" fmla="*/ 2147483646 h 71"/>
              <a:gd name="T46" fmla="*/ 2147483646 w 43"/>
              <a:gd name="T47" fmla="*/ 2147483646 h 71"/>
              <a:gd name="T48" fmla="*/ 2147483646 w 43"/>
              <a:gd name="T49" fmla="*/ 2147483646 h 71"/>
              <a:gd name="T50" fmla="*/ 2147483646 w 43"/>
              <a:gd name="T51" fmla="*/ 2147483646 h 71"/>
              <a:gd name="T52" fmla="*/ 2147483646 w 43"/>
              <a:gd name="T53" fmla="*/ 2147483646 h 71"/>
              <a:gd name="T54" fmla="*/ 2147483646 w 43"/>
              <a:gd name="T55" fmla="*/ 2147483646 h 71"/>
              <a:gd name="T56" fmla="*/ 2147483646 w 43"/>
              <a:gd name="T57" fmla="*/ 2147483646 h 71"/>
              <a:gd name="T58" fmla="*/ 2147483646 w 43"/>
              <a:gd name="T59" fmla="*/ 2147483646 h 71"/>
              <a:gd name="T60" fmla="*/ 2147483646 w 43"/>
              <a:gd name="T61" fmla="*/ 2147483646 h 71"/>
              <a:gd name="T62" fmla="*/ 0 w 43"/>
              <a:gd name="T63" fmla="*/ 2147483646 h 71"/>
              <a:gd name="T64" fmla="*/ 2147483646 w 43"/>
              <a:gd name="T65" fmla="*/ 2147483646 h 71"/>
              <a:gd name="T66" fmla="*/ 2147483646 w 43"/>
              <a:gd name="T67" fmla="*/ 2147483646 h 71"/>
              <a:gd name="T68" fmla="*/ 2147483646 w 43"/>
              <a:gd name="T69" fmla="*/ 2147483646 h 71"/>
              <a:gd name="T70" fmla="*/ 2147483646 w 43"/>
              <a:gd name="T71" fmla="*/ 2147483646 h 71"/>
              <a:gd name="T72" fmla="*/ 2147483646 w 43"/>
              <a:gd name="T73" fmla="*/ 2147483646 h 71"/>
              <a:gd name="T74" fmla="*/ 2147483646 w 43"/>
              <a:gd name="T75" fmla="*/ 2147483646 h 71"/>
              <a:gd name="T76" fmla="*/ 2147483646 w 43"/>
              <a:gd name="T77" fmla="*/ 2147483646 h 71"/>
              <a:gd name="T78" fmla="*/ 2147483646 w 43"/>
              <a:gd name="T79" fmla="*/ 2147483646 h 71"/>
              <a:gd name="T80" fmla="*/ 2147483646 w 43"/>
              <a:gd name="T81" fmla="*/ 2147483646 h 71"/>
              <a:gd name="T82" fmla="*/ 2147483646 w 43"/>
              <a:gd name="T83" fmla="*/ 2147483646 h 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43" h="71">
                <a:moveTo>
                  <a:pt x="41" y="40"/>
                </a:moveTo>
                <a:cubicBezTo>
                  <a:pt x="39" y="38"/>
                  <a:pt x="37" y="36"/>
                  <a:pt x="34" y="35"/>
                </a:cubicBezTo>
                <a:cubicBezTo>
                  <a:pt x="32" y="34"/>
                  <a:pt x="28" y="32"/>
                  <a:pt x="22" y="31"/>
                </a:cubicBezTo>
                <a:cubicBezTo>
                  <a:pt x="16" y="30"/>
                  <a:pt x="12" y="28"/>
                  <a:pt x="11" y="27"/>
                </a:cubicBezTo>
                <a:cubicBezTo>
                  <a:pt x="10" y="26"/>
                  <a:pt x="9" y="24"/>
                  <a:pt x="9" y="22"/>
                </a:cubicBezTo>
                <a:cubicBezTo>
                  <a:pt x="9" y="20"/>
                  <a:pt x="10" y="18"/>
                  <a:pt x="12" y="17"/>
                </a:cubicBezTo>
                <a:cubicBezTo>
                  <a:pt x="14" y="15"/>
                  <a:pt x="17" y="14"/>
                  <a:pt x="21" y="14"/>
                </a:cubicBezTo>
                <a:cubicBezTo>
                  <a:pt x="26" y="14"/>
                  <a:pt x="29" y="15"/>
                  <a:pt x="31" y="17"/>
                </a:cubicBezTo>
                <a:cubicBezTo>
                  <a:pt x="33" y="19"/>
                  <a:pt x="34" y="21"/>
                  <a:pt x="34" y="25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21"/>
                  <a:pt x="40" y="18"/>
                  <a:pt x="39" y="16"/>
                </a:cubicBezTo>
                <a:cubicBezTo>
                  <a:pt x="37" y="13"/>
                  <a:pt x="35" y="11"/>
                  <a:pt x="32" y="10"/>
                </a:cubicBezTo>
                <a:cubicBezTo>
                  <a:pt x="30" y="9"/>
                  <a:pt x="29" y="9"/>
                  <a:pt x="27" y="9"/>
                </a:cubicBezTo>
                <a:cubicBezTo>
                  <a:pt x="27" y="0"/>
                  <a:pt x="27" y="0"/>
                  <a:pt x="27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9"/>
                  <a:pt x="16" y="9"/>
                  <a:pt x="16" y="9"/>
                </a:cubicBezTo>
                <a:cubicBezTo>
                  <a:pt x="14" y="9"/>
                  <a:pt x="13" y="9"/>
                  <a:pt x="11" y="10"/>
                </a:cubicBezTo>
                <a:cubicBezTo>
                  <a:pt x="8" y="11"/>
                  <a:pt x="6" y="13"/>
                  <a:pt x="4" y="15"/>
                </a:cubicBezTo>
                <a:cubicBezTo>
                  <a:pt x="3" y="18"/>
                  <a:pt x="2" y="20"/>
                  <a:pt x="2" y="23"/>
                </a:cubicBezTo>
                <a:cubicBezTo>
                  <a:pt x="2" y="25"/>
                  <a:pt x="3" y="28"/>
                  <a:pt x="4" y="30"/>
                </a:cubicBezTo>
                <a:cubicBezTo>
                  <a:pt x="5" y="32"/>
                  <a:pt x="7" y="33"/>
                  <a:pt x="10" y="35"/>
                </a:cubicBezTo>
                <a:cubicBezTo>
                  <a:pt x="12" y="36"/>
                  <a:pt x="15" y="37"/>
                  <a:pt x="20" y="38"/>
                </a:cubicBezTo>
                <a:cubicBezTo>
                  <a:pt x="25" y="39"/>
                  <a:pt x="28" y="40"/>
                  <a:pt x="30" y="41"/>
                </a:cubicBezTo>
                <a:cubicBezTo>
                  <a:pt x="32" y="41"/>
                  <a:pt x="34" y="43"/>
                  <a:pt x="35" y="44"/>
                </a:cubicBezTo>
                <a:cubicBezTo>
                  <a:pt x="36" y="45"/>
                  <a:pt x="36" y="47"/>
                  <a:pt x="36" y="48"/>
                </a:cubicBezTo>
                <a:cubicBezTo>
                  <a:pt x="36" y="50"/>
                  <a:pt x="36" y="51"/>
                  <a:pt x="35" y="53"/>
                </a:cubicBezTo>
                <a:cubicBezTo>
                  <a:pt x="34" y="54"/>
                  <a:pt x="32" y="55"/>
                  <a:pt x="30" y="56"/>
                </a:cubicBezTo>
                <a:cubicBezTo>
                  <a:pt x="28" y="57"/>
                  <a:pt x="25" y="57"/>
                  <a:pt x="23" y="57"/>
                </a:cubicBezTo>
                <a:cubicBezTo>
                  <a:pt x="20" y="57"/>
                  <a:pt x="17" y="57"/>
                  <a:pt x="14" y="56"/>
                </a:cubicBezTo>
                <a:cubicBezTo>
                  <a:pt x="12" y="55"/>
                  <a:pt x="10" y="53"/>
                  <a:pt x="9" y="52"/>
                </a:cubicBezTo>
                <a:cubicBezTo>
                  <a:pt x="8" y="50"/>
                  <a:pt x="7" y="48"/>
                  <a:pt x="7" y="45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9"/>
                  <a:pt x="1" y="52"/>
                  <a:pt x="3" y="55"/>
                </a:cubicBezTo>
                <a:cubicBezTo>
                  <a:pt x="5" y="58"/>
                  <a:pt x="7" y="60"/>
                  <a:pt x="11" y="62"/>
                </a:cubicBezTo>
                <a:cubicBezTo>
                  <a:pt x="12" y="62"/>
                  <a:pt x="14" y="63"/>
                  <a:pt x="16" y="63"/>
                </a:cubicBezTo>
                <a:cubicBezTo>
                  <a:pt x="16" y="71"/>
                  <a:pt x="16" y="71"/>
                  <a:pt x="16" y="71"/>
                </a:cubicBezTo>
                <a:cubicBezTo>
                  <a:pt x="27" y="71"/>
                  <a:pt x="27" y="71"/>
                  <a:pt x="27" y="71"/>
                </a:cubicBezTo>
                <a:cubicBezTo>
                  <a:pt x="27" y="63"/>
                  <a:pt x="27" y="63"/>
                  <a:pt x="27" y="63"/>
                </a:cubicBezTo>
                <a:cubicBezTo>
                  <a:pt x="29" y="63"/>
                  <a:pt x="32" y="63"/>
                  <a:pt x="33" y="62"/>
                </a:cubicBezTo>
                <a:cubicBezTo>
                  <a:pt x="36" y="60"/>
                  <a:pt x="39" y="58"/>
                  <a:pt x="40" y="56"/>
                </a:cubicBezTo>
                <a:cubicBezTo>
                  <a:pt x="42" y="53"/>
                  <a:pt x="43" y="51"/>
                  <a:pt x="43" y="48"/>
                </a:cubicBezTo>
                <a:cubicBezTo>
                  <a:pt x="43" y="45"/>
                  <a:pt x="42" y="42"/>
                  <a:pt x="41" y="40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组合 313"/>
          <p:cNvGrpSpPr>
            <a:grpSpLocks/>
          </p:cNvGrpSpPr>
          <p:nvPr/>
        </p:nvGrpSpPr>
        <p:grpSpPr bwMode="auto">
          <a:xfrm>
            <a:off x="7715250" y="1201956"/>
            <a:ext cx="403225" cy="512763"/>
            <a:chOff x="7541239" y="0"/>
            <a:chExt cx="403225" cy="512763"/>
          </a:xfrm>
          <a:solidFill>
            <a:srgbClr val="1F4E79"/>
          </a:solidFill>
          <a:effectLst/>
        </p:grpSpPr>
        <p:sp>
          <p:nvSpPr>
            <p:cNvPr id="22" name="Freeform 142"/>
            <p:cNvSpPr>
              <a:spLocks/>
            </p:cNvSpPr>
            <p:nvPr/>
          </p:nvSpPr>
          <p:spPr bwMode="auto">
            <a:xfrm>
              <a:off x="7690464" y="0"/>
              <a:ext cx="104775" cy="512763"/>
            </a:xfrm>
            <a:custGeom>
              <a:avLst/>
              <a:gdLst>
                <a:gd name="T0" fmla="*/ 104775 w 14"/>
                <a:gd name="T1" fmla="*/ 460744 h 69"/>
                <a:gd name="T2" fmla="*/ 52388 w 14"/>
                <a:gd name="T3" fmla="*/ 512763 h 69"/>
                <a:gd name="T4" fmla="*/ 0 w 14"/>
                <a:gd name="T5" fmla="*/ 460744 h 69"/>
                <a:gd name="T6" fmla="*/ 0 w 14"/>
                <a:gd name="T7" fmla="*/ 52019 h 69"/>
                <a:gd name="T8" fmla="*/ 52388 w 14"/>
                <a:gd name="T9" fmla="*/ 0 h 69"/>
                <a:gd name="T10" fmla="*/ 104775 w 14"/>
                <a:gd name="T11" fmla="*/ 52019 h 69"/>
                <a:gd name="T12" fmla="*/ 104775 w 14"/>
                <a:gd name="T13" fmla="*/ 460744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9">
                  <a:moveTo>
                    <a:pt x="14" y="62"/>
                  </a:moveTo>
                  <a:cubicBezTo>
                    <a:pt x="14" y="66"/>
                    <a:pt x="11" y="69"/>
                    <a:pt x="7" y="69"/>
                  </a:cubicBezTo>
                  <a:cubicBezTo>
                    <a:pt x="3" y="69"/>
                    <a:pt x="0" y="66"/>
                    <a:pt x="0" y="6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lnTo>
                    <a:pt x="1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3" name="Freeform 143"/>
            <p:cNvSpPr>
              <a:spLocks/>
            </p:cNvSpPr>
            <p:nvPr/>
          </p:nvSpPr>
          <p:spPr bwMode="auto">
            <a:xfrm>
              <a:off x="7541239" y="312738"/>
              <a:ext cx="104775" cy="200025"/>
            </a:xfrm>
            <a:custGeom>
              <a:avLst/>
              <a:gdLst>
                <a:gd name="T0" fmla="*/ 104775 w 14"/>
                <a:gd name="T1" fmla="*/ 148167 h 27"/>
                <a:gd name="T2" fmla="*/ 52388 w 14"/>
                <a:gd name="T3" fmla="*/ 200025 h 27"/>
                <a:gd name="T4" fmla="*/ 0 w 14"/>
                <a:gd name="T5" fmla="*/ 148167 h 27"/>
                <a:gd name="T6" fmla="*/ 0 w 14"/>
                <a:gd name="T7" fmla="*/ 51858 h 27"/>
                <a:gd name="T8" fmla="*/ 52388 w 14"/>
                <a:gd name="T9" fmla="*/ 0 h 27"/>
                <a:gd name="T10" fmla="*/ 104775 w 14"/>
                <a:gd name="T11" fmla="*/ 51858 h 27"/>
                <a:gd name="T12" fmla="*/ 104775 w 14"/>
                <a:gd name="T13" fmla="*/ 14816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27">
                  <a:moveTo>
                    <a:pt x="14" y="20"/>
                  </a:moveTo>
                  <a:cubicBezTo>
                    <a:pt x="14" y="24"/>
                    <a:pt x="11" y="27"/>
                    <a:pt x="7" y="27"/>
                  </a:cubicBezTo>
                  <a:cubicBezTo>
                    <a:pt x="3" y="27"/>
                    <a:pt x="0" y="24"/>
                    <a:pt x="0" y="2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lnTo>
                    <a:pt x="14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4" name="Freeform 144"/>
            <p:cNvSpPr>
              <a:spLocks/>
            </p:cNvSpPr>
            <p:nvPr/>
          </p:nvSpPr>
          <p:spPr bwMode="auto">
            <a:xfrm>
              <a:off x="7839689" y="163513"/>
              <a:ext cx="104775" cy="349250"/>
            </a:xfrm>
            <a:custGeom>
              <a:avLst/>
              <a:gdLst>
                <a:gd name="T0" fmla="*/ 104775 w 14"/>
                <a:gd name="T1" fmla="*/ 297234 h 47"/>
                <a:gd name="T2" fmla="*/ 52388 w 14"/>
                <a:gd name="T3" fmla="*/ 349250 h 47"/>
                <a:gd name="T4" fmla="*/ 0 w 14"/>
                <a:gd name="T5" fmla="*/ 297234 h 47"/>
                <a:gd name="T6" fmla="*/ 0 w 14"/>
                <a:gd name="T7" fmla="*/ 52016 h 47"/>
                <a:gd name="T8" fmla="*/ 52388 w 14"/>
                <a:gd name="T9" fmla="*/ 0 h 47"/>
                <a:gd name="T10" fmla="*/ 104775 w 14"/>
                <a:gd name="T11" fmla="*/ 52016 h 47"/>
                <a:gd name="T12" fmla="*/ 104775 w 14"/>
                <a:gd name="T13" fmla="*/ 29723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7">
                  <a:moveTo>
                    <a:pt x="14" y="40"/>
                  </a:moveTo>
                  <a:cubicBezTo>
                    <a:pt x="14" y="44"/>
                    <a:pt x="11" y="47"/>
                    <a:pt x="7" y="47"/>
                  </a:cubicBezTo>
                  <a:cubicBezTo>
                    <a:pt x="3" y="47"/>
                    <a:pt x="0" y="44"/>
                    <a:pt x="0" y="4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lnTo>
                    <a:pt x="14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21510" name="Freeform 271"/>
          <p:cNvSpPr>
            <a:spLocks noEditPoints="1"/>
          </p:cNvSpPr>
          <p:nvPr/>
        </p:nvSpPr>
        <p:spPr bwMode="auto">
          <a:xfrm>
            <a:off x="8132763" y="2462431"/>
            <a:ext cx="449262" cy="446088"/>
          </a:xfrm>
          <a:custGeom>
            <a:avLst/>
            <a:gdLst>
              <a:gd name="T0" fmla="*/ 2147483646 w 60"/>
              <a:gd name="T1" fmla="*/ 2147483646 h 60"/>
              <a:gd name="T2" fmla="*/ 2147483646 w 60"/>
              <a:gd name="T3" fmla="*/ 2147483646 h 60"/>
              <a:gd name="T4" fmla="*/ 2147483646 w 60"/>
              <a:gd name="T5" fmla="*/ 2147483646 h 60"/>
              <a:gd name="T6" fmla="*/ 2147483646 w 60"/>
              <a:gd name="T7" fmla="*/ 2147483646 h 60"/>
              <a:gd name="T8" fmla="*/ 2147483646 w 60"/>
              <a:gd name="T9" fmla="*/ 2147483646 h 60"/>
              <a:gd name="T10" fmla="*/ 2147483646 w 60"/>
              <a:gd name="T11" fmla="*/ 2147483646 h 60"/>
              <a:gd name="T12" fmla="*/ 2147483646 w 60"/>
              <a:gd name="T13" fmla="*/ 2147483646 h 60"/>
              <a:gd name="T14" fmla="*/ 2147483646 w 60"/>
              <a:gd name="T15" fmla="*/ 2147483646 h 60"/>
              <a:gd name="T16" fmla="*/ 2147483646 w 60"/>
              <a:gd name="T17" fmla="*/ 0 h 60"/>
              <a:gd name="T18" fmla="*/ 2147483646 w 60"/>
              <a:gd name="T19" fmla="*/ 0 h 60"/>
              <a:gd name="T20" fmla="*/ 2147483646 w 60"/>
              <a:gd name="T21" fmla="*/ 0 h 60"/>
              <a:gd name="T22" fmla="*/ 2147483646 w 60"/>
              <a:gd name="T23" fmla="*/ 2147483646 h 60"/>
              <a:gd name="T24" fmla="*/ 2147483646 w 60"/>
              <a:gd name="T25" fmla="*/ 2147483646 h 60"/>
              <a:gd name="T26" fmla="*/ 2147483646 w 60"/>
              <a:gd name="T27" fmla="*/ 2147483646 h 60"/>
              <a:gd name="T28" fmla="*/ 2147483646 w 60"/>
              <a:gd name="T29" fmla="*/ 2147483646 h 60"/>
              <a:gd name="T30" fmla="*/ 2147483646 w 60"/>
              <a:gd name="T31" fmla="*/ 2147483646 h 60"/>
              <a:gd name="T32" fmla="*/ 2147483646 w 60"/>
              <a:gd name="T33" fmla="*/ 2147483646 h 60"/>
              <a:gd name="T34" fmla="*/ 0 w 60"/>
              <a:gd name="T35" fmla="*/ 2147483646 h 60"/>
              <a:gd name="T36" fmla="*/ 0 w 60"/>
              <a:gd name="T37" fmla="*/ 2147483646 h 60"/>
              <a:gd name="T38" fmla="*/ 2147483646 w 60"/>
              <a:gd name="T39" fmla="*/ 2147483646 h 60"/>
              <a:gd name="T40" fmla="*/ 2147483646 w 60"/>
              <a:gd name="T41" fmla="*/ 2147483646 h 60"/>
              <a:gd name="T42" fmla="*/ 2147483646 w 60"/>
              <a:gd name="T43" fmla="*/ 2147483646 h 60"/>
              <a:gd name="T44" fmla="*/ 2147483646 w 60"/>
              <a:gd name="T45" fmla="*/ 2147483646 h 60"/>
              <a:gd name="T46" fmla="*/ 2147483646 w 60"/>
              <a:gd name="T47" fmla="*/ 2147483646 h 60"/>
              <a:gd name="T48" fmla="*/ 2147483646 w 60"/>
              <a:gd name="T49" fmla="*/ 2147483646 h 60"/>
              <a:gd name="T50" fmla="*/ 2147483646 w 60"/>
              <a:gd name="T51" fmla="*/ 2147483646 h 60"/>
              <a:gd name="T52" fmla="*/ 2147483646 w 60"/>
              <a:gd name="T53" fmla="*/ 2147483646 h 60"/>
              <a:gd name="T54" fmla="*/ 2147483646 w 60"/>
              <a:gd name="T55" fmla="*/ 2147483646 h 60"/>
              <a:gd name="T56" fmla="*/ 2147483646 w 60"/>
              <a:gd name="T57" fmla="*/ 2147483646 h 60"/>
              <a:gd name="T58" fmla="*/ 2147483646 w 60"/>
              <a:gd name="T59" fmla="*/ 2147483646 h 60"/>
              <a:gd name="T60" fmla="*/ 2147483646 w 60"/>
              <a:gd name="T61" fmla="*/ 2147483646 h 60"/>
              <a:gd name="T62" fmla="*/ 2147483646 w 60"/>
              <a:gd name="T63" fmla="*/ 2147483646 h 60"/>
              <a:gd name="T64" fmla="*/ 2147483646 w 60"/>
              <a:gd name="T65" fmla="*/ 2147483646 h 60"/>
              <a:gd name="T66" fmla="*/ 2147483646 w 60"/>
              <a:gd name="T67" fmla="*/ 2147483646 h 60"/>
              <a:gd name="T68" fmla="*/ 2147483646 w 60"/>
              <a:gd name="T69" fmla="*/ 2147483646 h 60"/>
              <a:gd name="T70" fmla="*/ 2147483646 w 60"/>
              <a:gd name="T71" fmla="*/ 2147483646 h 60"/>
              <a:gd name="T72" fmla="*/ 2147483646 w 60"/>
              <a:gd name="T73" fmla="*/ 2147483646 h 60"/>
              <a:gd name="T74" fmla="*/ 2147483646 w 60"/>
              <a:gd name="T75" fmla="*/ 2147483646 h 60"/>
              <a:gd name="T76" fmla="*/ 2147483646 w 60"/>
              <a:gd name="T77" fmla="*/ 2147483646 h 60"/>
              <a:gd name="T78" fmla="*/ 2147483646 w 60"/>
              <a:gd name="T79" fmla="*/ 2147483646 h 60"/>
              <a:gd name="T80" fmla="*/ 2147483646 w 60"/>
              <a:gd name="T81" fmla="*/ 2147483646 h 6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" h="60">
                <a:moveTo>
                  <a:pt x="60" y="37"/>
                </a:moveTo>
                <a:cubicBezTo>
                  <a:pt x="60" y="23"/>
                  <a:pt x="60" y="23"/>
                  <a:pt x="60" y="23"/>
                </a:cubicBezTo>
                <a:cubicBezTo>
                  <a:pt x="52" y="23"/>
                  <a:pt x="52" y="23"/>
                  <a:pt x="52" y="23"/>
                </a:cubicBezTo>
                <a:cubicBezTo>
                  <a:pt x="52" y="22"/>
                  <a:pt x="51" y="20"/>
                  <a:pt x="50" y="19"/>
                </a:cubicBezTo>
                <a:cubicBezTo>
                  <a:pt x="56" y="13"/>
                  <a:pt x="56" y="13"/>
                  <a:pt x="56" y="13"/>
                </a:cubicBezTo>
                <a:cubicBezTo>
                  <a:pt x="46" y="4"/>
                  <a:pt x="46" y="4"/>
                  <a:pt x="46" y="4"/>
                </a:cubicBezTo>
                <a:cubicBezTo>
                  <a:pt x="41" y="10"/>
                  <a:pt x="41" y="10"/>
                  <a:pt x="41" y="10"/>
                </a:cubicBezTo>
                <a:cubicBezTo>
                  <a:pt x="39" y="9"/>
                  <a:pt x="38" y="9"/>
                  <a:pt x="36" y="9"/>
                </a:cubicBezTo>
                <a:cubicBezTo>
                  <a:pt x="36" y="0"/>
                  <a:pt x="36" y="0"/>
                  <a:pt x="36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9"/>
                  <a:pt x="23" y="9"/>
                  <a:pt x="23" y="9"/>
                </a:cubicBezTo>
                <a:cubicBezTo>
                  <a:pt x="22" y="10"/>
                  <a:pt x="21" y="10"/>
                  <a:pt x="20" y="11"/>
                </a:cubicBezTo>
                <a:cubicBezTo>
                  <a:pt x="13" y="4"/>
                  <a:pt x="13" y="4"/>
                  <a:pt x="13" y="4"/>
                </a:cubicBezTo>
                <a:cubicBezTo>
                  <a:pt x="4" y="13"/>
                  <a:pt x="4" y="13"/>
                  <a:pt x="4" y="13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0" y="22"/>
                  <a:pt x="1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37"/>
                  <a:pt x="0" y="37"/>
                  <a:pt x="0" y="37"/>
                </a:cubicBezTo>
                <a:cubicBezTo>
                  <a:pt x="10" y="37"/>
                  <a:pt x="10" y="37"/>
                  <a:pt x="10" y="37"/>
                </a:cubicBezTo>
                <a:cubicBezTo>
                  <a:pt x="10" y="38"/>
                  <a:pt x="11" y="38"/>
                  <a:pt x="11" y="39"/>
                </a:cubicBezTo>
                <a:cubicBezTo>
                  <a:pt x="4" y="46"/>
                  <a:pt x="4" y="46"/>
                  <a:pt x="4" y="46"/>
                </a:cubicBezTo>
                <a:cubicBezTo>
                  <a:pt x="13" y="56"/>
                  <a:pt x="13" y="56"/>
                  <a:pt x="13" y="56"/>
                </a:cubicBezTo>
                <a:cubicBezTo>
                  <a:pt x="20" y="49"/>
                  <a:pt x="20" y="49"/>
                  <a:pt x="20" y="49"/>
                </a:cubicBezTo>
                <a:cubicBezTo>
                  <a:pt x="21" y="50"/>
                  <a:pt x="22" y="50"/>
                  <a:pt x="23" y="51"/>
                </a:cubicBezTo>
                <a:cubicBezTo>
                  <a:pt x="23" y="60"/>
                  <a:pt x="23" y="60"/>
                  <a:pt x="23" y="60"/>
                </a:cubicBezTo>
                <a:cubicBezTo>
                  <a:pt x="30" y="60"/>
                  <a:pt x="30" y="60"/>
                  <a:pt x="30" y="60"/>
                </a:cubicBezTo>
                <a:cubicBezTo>
                  <a:pt x="36" y="60"/>
                  <a:pt x="36" y="60"/>
                  <a:pt x="36" y="60"/>
                </a:cubicBezTo>
                <a:cubicBezTo>
                  <a:pt x="36" y="51"/>
                  <a:pt x="36" y="51"/>
                  <a:pt x="36" y="51"/>
                </a:cubicBezTo>
                <a:cubicBezTo>
                  <a:pt x="38" y="51"/>
                  <a:pt x="39" y="51"/>
                  <a:pt x="41" y="50"/>
                </a:cubicBezTo>
                <a:cubicBezTo>
                  <a:pt x="46" y="56"/>
                  <a:pt x="46" y="56"/>
                  <a:pt x="46" y="56"/>
                </a:cubicBezTo>
                <a:cubicBezTo>
                  <a:pt x="56" y="46"/>
                  <a:pt x="56" y="46"/>
                  <a:pt x="56" y="46"/>
                </a:cubicBezTo>
                <a:cubicBezTo>
                  <a:pt x="50" y="41"/>
                  <a:pt x="50" y="41"/>
                  <a:pt x="50" y="41"/>
                </a:cubicBezTo>
                <a:cubicBezTo>
                  <a:pt x="51" y="40"/>
                  <a:pt x="52" y="38"/>
                  <a:pt x="52" y="37"/>
                </a:cubicBezTo>
                <a:lnTo>
                  <a:pt x="60" y="37"/>
                </a:lnTo>
                <a:close/>
                <a:moveTo>
                  <a:pt x="30" y="42"/>
                </a:moveTo>
                <a:cubicBezTo>
                  <a:pt x="30" y="42"/>
                  <a:pt x="30" y="42"/>
                  <a:pt x="30" y="42"/>
                </a:cubicBezTo>
                <a:cubicBezTo>
                  <a:pt x="23" y="42"/>
                  <a:pt x="17" y="37"/>
                  <a:pt x="17" y="30"/>
                </a:cubicBezTo>
                <a:cubicBezTo>
                  <a:pt x="17" y="23"/>
                  <a:pt x="23" y="18"/>
                  <a:pt x="30" y="18"/>
                </a:cubicBezTo>
                <a:cubicBezTo>
                  <a:pt x="37" y="18"/>
                  <a:pt x="42" y="23"/>
                  <a:pt x="42" y="30"/>
                </a:cubicBezTo>
                <a:cubicBezTo>
                  <a:pt x="42" y="37"/>
                  <a:pt x="37" y="42"/>
                  <a:pt x="30" y="42"/>
                </a:cubicBezTo>
                <a:close/>
              </a:path>
            </a:pathLst>
          </a:custGeom>
          <a:solidFill>
            <a:srgbClr val="2358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五边形 25"/>
          <p:cNvSpPr/>
          <p:nvPr/>
        </p:nvSpPr>
        <p:spPr>
          <a:xfrm>
            <a:off x="523875" y="1201956"/>
            <a:ext cx="6111875" cy="754063"/>
          </a:xfrm>
          <a:prstGeom prst="homePlate">
            <a:avLst>
              <a:gd name="adj" fmla="val 64582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7" name="五边形 26"/>
          <p:cNvSpPr/>
          <p:nvPr/>
        </p:nvSpPr>
        <p:spPr>
          <a:xfrm>
            <a:off x="523875" y="2429094"/>
            <a:ext cx="6565900" cy="754062"/>
          </a:xfrm>
          <a:prstGeom prst="homePlate">
            <a:avLst>
              <a:gd name="adj" fmla="val 64582"/>
            </a:avLst>
          </a:prstGeom>
          <a:solidFill>
            <a:srgbClr val="23588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8" name="五边形 27"/>
          <p:cNvSpPr/>
          <p:nvPr/>
        </p:nvSpPr>
        <p:spPr>
          <a:xfrm>
            <a:off x="508000" y="3657819"/>
            <a:ext cx="7186613" cy="754062"/>
          </a:xfrm>
          <a:prstGeom prst="homePlate">
            <a:avLst>
              <a:gd name="adj" fmla="val 64582"/>
            </a:avLst>
          </a:prstGeom>
          <a:solidFill>
            <a:srgbClr val="38526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五边形 28"/>
          <p:cNvSpPr/>
          <p:nvPr/>
        </p:nvSpPr>
        <p:spPr>
          <a:xfrm>
            <a:off x="523875" y="4884956"/>
            <a:ext cx="7656513" cy="754063"/>
          </a:xfrm>
          <a:prstGeom prst="homePlate">
            <a:avLst>
              <a:gd name="adj" fmla="val 64582"/>
            </a:avLst>
          </a:prstGeom>
          <a:solidFill>
            <a:srgbClr val="2A3D5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515" name="矩形 322"/>
          <p:cNvSpPr>
            <a:spLocks noChangeArrowheads="1"/>
          </p:cNvSpPr>
          <p:nvPr/>
        </p:nvSpPr>
        <p:spPr bwMode="auto">
          <a:xfrm>
            <a:off x="8331200" y="1221006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1516" name="矩形 323"/>
          <p:cNvSpPr>
            <a:spLocks noChangeArrowheads="1"/>
          </p:cNvSpPr>
          <p:nvPr/>
        </p:nvSpPr>
        <p:spPr bwMode="auto">
          <a:xfrm>
            <a:off x="974725" y="1274981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毕业论文答辩的目的，就是检查毕业生是否是认真独立完成的毕业论文，考察毕业生综合分析能力。</a:t>
            </a:r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7" name="矩形 324"/>
          <p:cNvSpPr>
            <a:spLocks noChangeArrowheads="1"/>
          </p:cNvSpPr>
          <p:nvPr/>
        </p:nvSpPr>
        <p:spPr bwMode="auto">
          <a:xfrm>
            <a:off x="974725" y="2533869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毕业论文答辩的目的，就是检查毕业生是否是认真独立完成的毕业论文，考察毕业生综合分析能力。</a:t>
            </a:r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8" name="矩形 325"/>
          <p:cNvSpPr>
            <a:spLocks noChangeArrowheads="1"/>
          </p:cNvSpPr>
          <p:nvPr/>
        </p:nvSpPr>
        <p:spPr bwMode="auto">
          <a:xfrm>
            <a:off x="974725" y="3751481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毕业论文答辩的目的，就是检查毕业生是否是认真独立完成的毕业论文，考察毕业生综合分析能力。</a:t>
            </a:r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9" name="矩形 326"/>
          <p:cNvSpPr>
            <a:spLocks noChangeArrowheads="1"/>
          </p:cNvSpPr>
          <p:nvPr/>
        </p:nvSpPr>
        <p:spPr bwMode="auto">
          <a:xfrm>
            <a:off x="974725" y="4980206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毕业论文答辩的目的，就是检查毕业生是否是认真独立完成的毕业论文，考察毕业生综合分析能力。</a:t>
            </a:r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20" name="矩形 327"/>
          <p:cNvSpPr>
            <a:spLocks noChangeArrowheads="1"/>
          </p:cNvSpPr>
          <p:nvPr/>
        </p:nvSpPr>
        <p:spPr bwMode="auto">
          <a:xfrm>
            <a:off x="8796338" y="2468781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1521" name="矩形 328"/>
          <p:cNvSpPr>
            <a:spLocks noChangeArrowheads="1"/>
          </p:cNvSpPr>
          <p:nvPr/>
        </p:nvSpPr>
        <p:spPr bwMode="auto">
          <a:xfrm>
            <a:off x="9201150" y="3803869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1522" name="矩形 329"/>
          <p:cNvSpPr>
            <a:spLocks noChangeArrowheads="1"/>
          </p:cNvSpPr>
          <p:nvPr/>
        </p:nvSpPr>
        <p:spPr bwMode="auto">
          <a:xfrm>
            <a:off x="9709150" y="5040531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508000" y="981308"/>
            <a:ext cx="0" cy="4917687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8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210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图表 98"/>
          <p:cNvGraphicFramePr>
            <a:graphicFrameLocks/>
          </p:cNvGraphicFramePr>
          <p:nvPr/>
        </p:nvGraphicFramePr>
        <p:xfrm>
          <a:off x="801688" y="877384"/>
          <a:ext cx="4508500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图表" r:id="rId3" imgW="4517528" imgH="4109060" progId="">
                  <p:embed/>
                </p:oleObj>
              </mc:Choice>
              <mc:Fallback>
                <p:oleObj name="图表" r:id="rId3" imgW="4517528" imgH="4109060" progId="">
                  <p:embed/>
                  <p:pic>
                    <p:nvPicPr>
                      <p:cNvPr id="0" name="Picture 1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877384"/>
                        <a:ext cx="4508500" cy="410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图表 96"/>
          <p:cNvGraphicFramePr>
            <a:graphicFrameLocks/>
          </p:cNvGraphicFramePr>
          <p:nvPr/>
        </p:nvGraphicFramePr>
        <p:xfrm>
          <a:off x="1122363" y="1167896"/>
          <a:ext cx="3867150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图表" r:id="rId5" imgW="3871296" imgH="3529890" progId="">
                  <p:embed/>
                </p:oleObj>
              </mc:Choice>
              <mc:Fallback>
                <p:oleObj name="图表" r:id="rId5" imgW="3871296" imgH="3529890" progId="">
                  <p:embed/>
                  <p:pic>
                    <p:nvPicPr>
                      <p:cNvPr id="0" name="Picture 1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1167896"/>
                        <a:ext cx="3867150" cy="352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图表 99"/>
          <p:cNvGraphicFramePr>
            <a:graphicFrameLocks/>
          </p:cNvGraphicFramePr>
          <p:nvPr/>
        </p:nvGraphicFramePr>
        <p:xfrm>
          <a:off x="1746250" y="1734634"/>
          <a:ext cx="2619375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图表" r:id="rId7" imgW="2627604" imgH="2395936" progId="">
                  <p:embed/>
                </p:oleObj>
              </mc:Choice>
              <mc:Fallback>
                <p:oleObj name="图表" r:id="rId7" imgW="2627604" imgH="2395936" progId="">
                  <p:embed/>
                  <p:pic>
                    <p:nvPicPr>
                      <p:cNvPr id="0" name="Picture 2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1734634"/>
                        <a:ext cx="2619375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图表 97"/>
          <p:cNvGraphicFramePr>
            <a:graphicFrameLocks/>
          </p:cNvGraphicFramePr>
          <p:nvPr/>
        </p:nvGraphicFramePr>
        <p:xfrm>
          <a:off x="1422400" y="1440946"/>
          <a:ext cx="3267075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图表" r:id="rId9" imgW="3273836" imgH="2981202" progId="">
                  <p:embed/>
                </p:oleObj>
              </mc:Choice>
              <mc:Fallback>
                <p:oleObj name="图表" r:id="rId9" imgW="3273836" imgH="2981202" progId="">
                  <p:embed/>
                  <p:pic>
                    <p:nvPicPr>
                      <p:cNvPr id="0" name="Picture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1440946"/>
                        <a:ext cx="3267075" cy="297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558" name="直接连接符 100"/>
          <p:cNvCxnSpPr>
            <a:cxnSpLocks noChangeShapeType="1"/>
          </p:cNvCxnSpPr>
          <p:nvPr/>
        </p:nvCxnSpPr>
        <p:spPr bwMode="auto">
          <a:xfrm flipH="1">
            <a:off x="3079750" y="2050546"/>
            <a:ext cx="1147763" cy="0"/>
          </a:xfrm>
          <a:prstGeom prst="line">
            <a:avLst/>
          </a:prstGeom>
          <a:noFill/>
          <a:ln w="28575">
            <a:solidFill>
              <a:srgbClr val="2A3D5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9" name="任意多边形 101"/>
          <p:cNvSpPr>
            <a:spLocks/>
          </p:cNvSpPr>
          <p:nvPr/>
        </p:nvSpPr>
        <p:spPr bwMode="auto">
          <a:xfrm rot="15832319" flipV="1">
            <a:off x="4229894" y="1991015"/>
            <a:ext cx="120650" cy="119062"/>
          </a:xfrm>
          <a:custGeom>
            <a:avLst/>
            <a:gdLst>
              <a:gd name="T0" fmla="*/ 427571 w 69866"/>
              <a:gd name="T1" fmla="*/ 441504 h 69866"/>
              <a:gd name="T2" fmla="*/ 310667 w 69866"/>
              <a:gd name="T3" fmla="*/ 487434 h 69866"/>
              <a:gd name="T4" fmla="*/ 227839 w 69866"/>
              <a:gd name="T5" fmla="*/ 454893 h 69866"/>
              <a:gd name="T6" fmla="*/ 161446 w 69866"/>
              <a:gd name="T7" fmla="*/ 530626 h 69866"/>
              <a:gd name="T8" fmla="*/ 310658 w 69866"/>
              <a:gd name="T9" fmla="*/ 589243 h 69866"/>
              <a:gd name="T10" fmla="*/ 513763 w 69866"/>
              <a:gd name="T11" fmla="*/ 509462 h 69866"/>
              <a:gd name="T12" fmla="*/ 427571 w 69866"/>
              <a:gd name="T13" fmla="*/ 441504 h 69866"/>
              <a:gd name="T14" fmla="*/ 61807 w 69866"/>
              <a:gd name="T15" fmla="*/ 153107 h 69866"/>
              <a:gd name="T16" fmla="*/ 0 w 69866"/>
              <a:gd name="T17" fmla="*/ 294623 h 69866"/>
              <a:gd name="T18" fmla="*/ 84125 w 69866"/>
              <a:gd name="T19" fmla="*/ 487245 h 69866"/>
              <a:gd name="T20" fmla="*/ 155794 w 69866"/>
              <a:gd name="T21" fmla="*/ 405497 h 69866"/>
              <a:gd name="T22" fmla="*/ 107370 w 69866"/>
              <a:gd name="T23" fmla="*/ 294632 h 69866"/>
              <a:gd name="T24" fmla="*/ 141685 w 69866"/>
              <a:gd name="T25" fmla="*/ 216088 h 69866"/>
              <a:gd name="T26" fmla="*/ 61807 w 69866"/>
              <a:gd name="T27" fmla="*/ 153107 h 69866"/>
              <a:gd name="T28" fmla="*/ 537187 w 69866"/>
              <a:gd name="T29" fmla="*/ 101998 h 69866"/>
              <a:gd name="T30" fmla="*/ 465530 w 69866"/>
              <a:gd name="T31" fmla="*/ 183743 h 69866"/>
              <a:gd name="T32" fmla="*/ 513960 w 69866"/>
              <a:gd name="T33" fmla="*/ 294632 h 69866"/>
              <a:gd name="T34" fmla="*/ 479650 w 69866"/>
              <a:gd name="T35" fmla="*/ 373183 h 69866"/>
              <a:gd name="T36" fmla="*/ 559508 w 69866"/>
              <a:gd name="T37" fmla="*/ 436144 h 69866"/>
              <a:gd name="T38" fmla="*/ 621315 w 69866"/>
              <a:gd name="T39" fmla="*/ 294623 h 69866"/>
              <a:gd name="T40" fmla="*/ 537187 w 69866"/>
              <a:gd name="T41" fmla="*/ 101998 h 69866"/>
              <a:gd name="T42" fmla="*/ 310658 w 69866"/>
              <a:gd name="T43" fmla="*/ 0 h 69866"/>
              <a:gd name="T44" fmla="*/ 107541 w 69866"/>
              <a:gd name="T45" fmla="*/ 79793 h 69866"/>
              <a:gd name="T46" fmla="*/ 193747 w 69866"/>
              <a:gd name="T47" fmla="*/ 147765 h 69866"/>
              <a:gd name="T48" fmla="*/ 310667 w 69866"/>
              <a:gd name="T49" fmla="*/ 101833 h 69866"/>
              <a:gd name="T50" fmla="*/ 393478 w 69866"/>
              <a:gd name="T51" fmla="*/ 134362 h 69866"/>
              <a:gd name="T52" fmla="*/ 459871 w 69866"/>
              <a:gd name="T53" fmla="*/ 58618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0" name="矩形 102"/>
          <p:cNvSpPr>
            <a:spLocks noChangeArrowheads="1"/>
          </p:cNvSpPr>
          <p:nvPr/>
        </p:nvSpPr>
        <p:spPr bwMode="auto">
          <a:xfrm>
            <a:off x="4329113" y="1866396"/>
            <a:ext cx="1149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3561" name="直接连接符 103"/>
          <p:cNvCxnSpPr>
            <a:cxnSpLocks noChangeShapeType="1"/>
          </p:cNvCxnSpPr>
          <p:nvPr/>
        </p:nvCxnSpPr>
        <p:spPr bwMode="auto">
          <a:xfrm flipH="1">
            <a:off x="3079750" y="1750509"/>
            <a:ext cx="1147763" cy="0"/>
          </a:xfrm>
          <a:prstGeom prst="line">
            <a:avLst/>
          </a:prstGeom>
          <a:noFill/>
          <a:ln w="28575">
            <a:solidFill>
              <a:srgbClr val="38526E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2" name="任意多边形 104"/>
          <p:cNvSpPr>
            <a:spLocks/>
          </p:cNvSpPr>
          <p:nvPr/>
        </p:nvSpPr>
        <p:spPr bwMode="auto">
          <a:xfrm rot="15832319" flipV="1">
            <a:off x="4229894" y="1690978"/>
            <a:ext cx="120650" cy="119062"/>
          </a:xfrm>
          <a:custGeom>
            <a:avLst/>
            <a:gdLst>
              <a:gd name="T0" fmla="*/ 427571 w 69866"/>
              <a:gd name="T1" fmla="*/ 441504 h 69866"/>
              <a:gd name="T2" fmla="*/ 310667 w 69866"/>
              <a:gd name="T3" fmla="*/ 487434 h 69866"/>
              <a:gd name="T4" fmla="*/ 227839 w 69866"/>
              <a:gd name="T5" fmla="*/ 454893 h 69866"/>
              <a:gd name="T6" fmla="*/ 161446 w 69866"/>
              <a:gd name="T7" fmla="*/ 530626 h 69866"/>
              <a:gd name="T8" fmla="*/ 310658 w 69866"/>
              <a:gd name="T9" fmla="*/ 589243 h 69866"/>
              <a:gd name="T10" fmla="*/ 513763 w 69866"/>
              <a:gd name="T11" fmla="*/ 509462 h 69866"/>
              <a:gd name="T12" fmla="*/ 427571 w 69866"/>
              <a:gd name="T13" fmla="*/ 441504 h 69866"/>
              <a:gd name="T14" fmla="*/ 61807 w 69866"/>
              <a:gd name="T15" fmla="*/ 153107 h 69866"/>
              <a:gd name="T16" fmla="*/ 0 w 69866"/>
              <a:gd name="T17" fmla="*/ 294623 h 69866"/>
              <a:gd name="T18" fmla="*/ 84125 w 69866"/>
              <a:gd name="T19" fmla="*/ 487245 h 69866"/>
              <a:gd name="T20" fmla="*/ 155794 w 69866"/>
              <a:gd name="T21" fmla="*/ 405497 h 69866"/>
              <a:gd name="T22" fmla="*/ 107370 w 69866"/>
              <a:gd name="T23" fmla="*/ 294632 h 69866"/>
              <a:gd name="T24" fmla="*/ 141685 w 69866"/>
              <a:gd name="T25" fmla="*/ 216088 h 69866"/>
              <a:gd name="T26" fmla="*/ 61807 w 69866"/>
              <a:gd name="T27" fmla="*/ 153107 h 69866"/>
              <a:gd name="T28" fmla="*/ 537187 w 69866"/>
              <a:gd name="T29" fmla="*/ 101998 h 69866"/>
              <a:gd name="T30" fmla="*/ 465530 w 69866"/>
              <a:gd name="T31" fmla="*/ 183743 h 69866"/>
              <a:gd name="T32" fmla="*/ 513960 w 69866"/>
              <a:gd name="T33" fmla="*/ 294632 h 69866"/>
              <a:gd name="T34" fmla="*/ 479650 w 69866"/>
              <a:gd name="T35" fmla="*/ 373183 h 69866"/>
              <a:gd name="T36" fmla="*/ 559508 w 69866"/>
              <a:gd name="T37" fmla="*/ 436144 h 69866"/>
              <a:gd name="T38" fmla="*/ 621315 w 69866"/>
              <a:gd name="T39" fmla="*/ 294623 h 69866"/>
              <a:gd name="T40" fmla="*/ 537187 w 69866"/>
              <a:gd name="T41" fmla="*/ 101998 h 69866"/>
              <a:gd name="T42" fmla="*/ 310658 w 69866"/>
              <a:gd name="T43" fmla="*/ 0 h 69866"/>
              <a:gd name="T44" fmla="*/ 107541 w 69866"/>
              <a:gd name="T45" fmla="*/ 79793 h 69866"/>
              <a:gd name="T46" fmla="*/ 193747 w 69866"/>
              <a:gd name="T47" fmla="*/ 147765 h 69866"/>
              <a:gd name="T48" fmla="*/ 310667 w 69866"/>
              <a:gd name="T49" fmla="*/ 101833 h 69866"/>
              <a:gd name="T50" fmla="*/ 393478 w 69866"/>
              <a:gd name="T51" fmla="*/ 134362 h 69866"/>
              <a:gd name="T52" fmla="*/ 459871 w 69866"/>
              <a:gd name="T53" fmla="*/ 58618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3" name="矩形 105"/>
          <p:cNvSpPr>
            <a:spLocks noChangeArrowheads="1"/>
          </p:cNvSpPr>
          <p:nvPr/>
        </p:nvSpPr>
        <p:spPr bwMode="auto">
          <a:xfrm>
            <a:off x="4329113" y="1566359"/>
            <a:ext cx="1149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3852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3564" name="直接连接符 106"/>
          <p:cNvCxnSpPr>
            <a:cxnSpLocks noChangeShapeType="1"/>
          </p:cNvCxnSpPr>
          <p:nvPr/>
        </p:nvCxnSpPr>
        <p:spPr bwMode="auto">
          <a:xfrm flipH="1">
            <a:off x="3079750" y="1458409"/>
            <a:ext cx="1147763" cy="0"/>
          </a:xfrm>
          <a:prstGeom prst="line">
            <a:avLst/>
          </a:prstGeom>
          <a:noFill/>
          <a:ln w="28575">
            <a:solidFill>
              <a:srgbClr val="5B6C83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5" name="任意多边形 107"/>
          <p:cNvSpPr>
            <a:spLocks/>
          </p:cNvSpPr>
          <p:nvPr/>
        </p:nvSpPr>
        <p:spPr bwMode="auto">
          <a:xfrm rot="15832319" flipV="1">
            <a:off x="4229894" y="1398878"/>
            <a:ext cx="120650" cy="119062"/>
          </a:xfrm>
          <a:custGeom>
            <a:avLst/>
            <a:gdLst>
              <a:gd name="T0" fmla="*/ 427571 w 69866"/>
              <a:gd name="T1" fmla="*/ 441504 h 69866"/>
              <a:gd name="T2" fmla="*/ 310667 w 69866"/>
              <a:gd name="T3" fmla="*/ 487434 h 69866"/>
              <a:gd name="T4" fmla="*/ 227839 w 69866"/>
              <a:gd name="T5" fmla="*/ 454893 h 69866"/>
              <a:gd name="T6" fmla="*/ 161446 w 69866"/>
              <a:gd name="T7" fmla="*/ 530626 h 69866"/>
              <a:gd name="T8" fmla="*/ 310658 w 69866"/>
              <a:gd name="T9" fmla="*/ 589243 h 69866"/>
              <a:gd name="T10" fmla="*/ 513763 w 69866"/>
              <a:gd name="T11" fmla="*/ 509462 h 69866"/>
              <a:gd name="T12" fmla="*/ 427571 w 69866"/>
              <a:gd name="T13" fmla="*/ 441504 h 69866"/>
              <a:gd name="T14" fmla="*/ 61807 w 69866"/>
              <a:gd name="T15" fmla="*/ 153107 h 69866"/>
              <a:gd name="T16" fmla="*/ 0 w 69866"/>
              <a:gd name="T17" fmla="*/ 294623 h 69866"/>
              <a:gd name="T18" fmla="*/ 84125 w 69866"/>
              <a:gd name="T19" fmla="*/ 487245 h 69866"/>
              <a:gd name="T20" fmla="*/ 155794 w 69866"/>
              <a:gd name="T21" fmla="*/ 405497 h 69866"/>
              <a:gd name="T22" fmla="*/ 107370 w 69866"/>
              <a:gd name="T23" fmla="*/ 294632 h 69866"/>
              <a:gd name="T24" fmla="*/ 141685 w 69866"/>
              <a:gd name="T25" fmla="*/ 216088 h 69866"/>
              <a:gd name="T26" fmla="*/ 61807 w 69866"/>
              <a:gd name="T27" fmla="*/ 153107 h 69866"/>
              <a:gd name="T28" fmla="*/ 537187 w 69866"/>
              <a:gd name="T29" fmla="*/ 101998 h 69866"/>
              <a:gd name="T30" fmla="*/ 465530 w 69866"/>
              <a:gd name="T31" fmla="*/ 183743 h 69866"/>
              <a:gd name="T32" fmla="*/ 513960 w 69866"/>
              <a:gd name="T33" fmla="*/ 294632 h 69866"/>
              <a:gd name="T34" fmla="*/ 479650 w 69866"/>
              <a:gd name="T35" fmla="*/ 373183 h 69866"/>
              <a:gd name="T36" fmla="*/ 559508 w 69866"/>
              <a:gd name="T37" fmla="*/ 436144 h 69866"/>
              <a:gd name="T38" fmla="*/ 621315 w 69866"/>
              <a:gd name="T39" fmla="*/ 294623 h 69866"/>
              <a:gd name="T40" fmla="*/ 537187 w 69866"/>
              <a:gd name="T41" fmla="*/ 101998 h 69866"/>
              <a:gd name="T42" fmla="*/ 310658 w 69866"/>
              <a:gd name="T43" fmla="*/ 0 h 69866"/>
              <a:gd name="T44" fmla="*/ 107541 w 69866"/>
              <a:gd name="T45" fmla="*/ 79793 h 69866"/>
              <a:gd name="T46" fmla="*/ 193747 w 69866"/>
              <a:gd name="T47" fmla="*/ 147765 h 69866"/>
              <a:gd name="T48" fmla="*/ 310667 w 69866"/>
              <a:gd name="T49" fmla="*/ 101833 h 69866"/>
              <a:gd name="T50" fmla="*/ 393478 w 69866"/>
              <a:gd name="T51" fmla="*/ 134362 h 69866"/>
              <a:gd name="T52" fmla="*/ 459871 w 69866"/>
              <a:gd name="T53" fmla="*/ 58618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6" name="矩形 108"/>
          <p:cNvSpPr>
            <a:spLocks noChangeArrowheads="1"/>
          </p:cNvSpPr>
          <p:nvPr/>
        </p:nvSpPr>
        <p:spPr bwMode="auto">
          <a:xfrm>
            <a:off x="4329113" y="1274259"/>
            <a:ext cx="1149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B6C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3567" name="任意多边形 110"/>
          <p:cNvSpPr>
            <a:spLocks/>
          </p:cNvSpPr>
          <p:nvPr/>
        </p:nvSpPr>
        <p:spPr bwMode="auto">
          <a:xfrm rot="15832319" flipV="1">
            <a:off x="4229894" y="1122653"/>
            <a:ext cx="120650" cy="119062"/>
          </a:xfrm>
          <a:custGeom>
            <a:avLst/>
            <a:gdLst>
              <a:gd name="T0" fmla="*/ 427571 w 69866"/>
              <a:gd name="T1" fmla="*/ 441504 h 69866"/>
              <a:gd name="T2" fmla="*/ 310667 w 69866"/>
              <a:gd name="T3" fmla="*/ 487434 h 69866"/>
              <a:gd name="T4" fmla="*/ 227839 w 69866"/>
              <a:gd name="T5" fmla="*/ 454893 h 69866"/>
              <a:gd name="T6" fmla="*/ 161446 w 69866"/>
              <a:gd name="T7" fmla="*/ 530626 h 69866"/>
              <a:gd name="T8" fmla="*/ 310658 w 69866"/>
              <a:gd name="T9" fmla="*/ 589243 h 69866"/>
              <a:gd name="T10" fmla="*/ 513763 w 69866"/>
              <a:gd name="T11" fmla="*/ 509462 h 69866"/>
              <a:gd name="T12" fmla="*/ 427571 w 69866"/>
              <a:gd name="T13" fmla="*/ 441504 h 69866"/>
              <a:gd name="T14" fmla="*/ 61807 w 69866"/>
              <a:gd name="T15" fmla="*/ 153107 h 69866"/>
              <a:gd name="T16" fmla="*/ 0 w 69866"/>
              <a:gd name="T17" fmla="*/ 294623 h 69866"/>
              <a:gd name="T18" fmla="*/ 84125 w 69866"/>
              <a:gd name="T19" fmla="*/ 487245 h 69866"/>
              <a:gd name="T20" fmla="*/ 155794 w 69866"/>
              <a:gd name="T21" fmla="*/ 405497 h 69866"/>
              <a:gd name="T22" fmla="*/ 107370 w 69866"/>
              <a:gd name="T23" fmla="*/ 294632 h 69866"/>
              <a:gd name="T24" fmla="*/ 141685 w 69866"/>
              <a:gd name="T25" fmla="*/ 216088 h 69866"/>
              <a:gd name="T26" fmla="*/ 61807 w 69866"/>
              <a:gd name="T27" fmla="*/ 153107 h 69866"/>
              <a:gd name="T28" fmla="*/ 537187 w 69866"/>
              <a:gd name="T29" fmla="*/ 101998 h 69866"/>
              <a:gd name="T30" fmla="*/ 465530 w 69866"/>
              <a:gd name="T31" fmla="*/ 183743 h 69866"/>
              <a:gd name="T32" fmla="*/ 513960 w 69866"/>
              <a:gd name="T33" fmla="*/ 294632 h 69866"/>
              <a:gd name="T34" fmla="*/ 479650 w 69866"/>
              <a:gd name="T35" fmla="*/ 373183 h 69866"/>
              <a:gd name="T36" fmla="*/ 559508 w 69866"/>
              <a:gd name="T37" fmla="*/ 436144 h 69866"/>
              <a:gd name="T38" fmla="*/ 621315 w 69866"/>
              <a:gd name="T39" fmla="*/ 294623 h 69866"/>
              <a:gd name="T40" fmla="*/ 537187 w 69866"/>
              <a:gd name="T41" fmla="*/ 101998 h 69866"/>
              <a:gd name="T42" fmla="*/ 310658 w 69866"/>
              <a:gd name="T43" fmla="*/ 0 h 69866"/>
              <a:gd name="T44" fmla="*/ 107541 w 69866"/>
              <a:gd name="T45" fmla="*/ 79793 h 69866"/>
              <a:gd name="T46" fmla="*/ 193747 w 69866"/>
              <a:gd name="T47" fmla="*/ 147765 h 69866"/>
              <a:gd name="T48" fmla="*/ 310667 w 69866"/>
              <a:gd name="T49" fmla="*/ 101833 h 69866"/>
              <a:gd name="T50" fmla="*/ 393478 w 69866"/>
              <a:gd name="T51" fmla="*/ 134362 h 69866"/>
              <a:gd name="T52" fmla="*/ 459871 w 69866"/>
              <a:gd name="T53" fmla="*/ 58618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8" name="矩形 111"/>
          <p:cNvSpPr>
            <a:spLocks noChangeArrowheads="1"/>
          </p:cNvSpPr>
          <p:nvPr/>
        </p:nvSpPr>
        <p:spPr bwMode="auto">
          <a:xfrm>
            <a:off x="4329113" y="996446"/>
            <a:ext cx="1149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3569" name="Freeform 5"/>
          <p:cNvSpPr>
            <a:spLocks/>
          </p:cNvSpPr>
          <p:nvPr/>
        </p:nvSpPr>
        <p:spPr bwMode="auto">
          <a:xfrm>
            <a:off x="7626350" y="1458409"/>
            <a:ext cx="315913" cy="327025"/>
          </a:xfrm>
          <a:custGeom>
            <a:avLst/>
            <a:gdLst>
              <a:gd name="T0" fmla="*/ 0 w 199"/>
              <a:gd name="T1" fmla="*/ 2147483646 h 206"/>
              <a:gd name="T2" fmla="*/ 2147483646 w 199"/>
              <a:gd name="T3" fmla="*/ 0 h 206"/>
              <a:gd name="T4" fmla="*/ 2147483646 w 199"/>
              <a:gd name="T5" fmla="*/ 2147483646 h 206"/>
              <a:gd name="T6" fmla="*/ 2147483646 w 199"/>
              <a:gd name="T7" fmla="*/ 2147483646 h 206"/>
              <a:gd name="T8" fmla="*/ 0 w 199"/>
              <a:gd name="T9" fmla="*/ 2147483646 h 2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9" h="206">
                <a:moveTo>
                  <a:pt x="0" y="33"/>
                </a:moveTo>
                <a:lnTo>
                  <a:pt x="33" y="0"/>
                </a:lnTo>
                <a:lnTo>
                  <a:pt x="199" y="172"/>
                </a:lnTo>
                <a:lnTo>
                  <a:pt x="166" y="206"/>
                </a:lnTo>
                <a:lnTo>
                  <a:pt x="0" y="33"/>
                </a:ln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Freeform 6"/>
          <p:cNvSpPr>
            <a:spLocks/>
          </p:cNvSpPr>
          <p:nvPr/>
        </p:nvSpPr>
        <p:spPr bwMode="auto">
          <a:xfrm>
            <a:off x="8901113" y="1672721"/>
            <a:ext cx="393700" cy="247650"/>
          </a:xfrm>
          <a:custGeom>
            <a:avLst/>
            <a:gdLst>
              <a:gd name="T0" fmla="*/ 0 w 248"/>
              <a:gd name="T1" fmla="*/ 2147483646 h 156"/>
              <a:gd name="T2" fmla="*/ 2147483646 w 248"/>
              <a:gd name="T3" fmla="*/ 0 h 156"/>
              <a:gd name="T4" fmla="*/ 2147483646 w 248"/>
              <a:gd name="T5" fmla="*/ 2147483646 h 156"/>
              <a:gd name="T6" fmla="*/ 2147483646 w 248"/>
              <a:gd name="T7" fmla="*/ 2147483646 h 156"/>
              <a:gd name="T8" fmla="*/ 0 w 248"/>
              <a:gd name="T9" fmla="*/ 2147483646 h 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8" h="156">
                <a:moveTo>
                  <a:pt x="0" y="113"/>
                </a:moveTo>
                <a:lnTo>
                  <a:pt x="227" y="0"/>
                </a:lnTo>
                <a:lnTo>
                  <a:pt x="248" y="42"/>
                </a:lnTo>
                <a:lnTo>
                  <a:pt x="21" y="156"/>
                </a:lnTo>
                <a:lnTo>
                  <a:pt x="0" y="113"/>
                </a:ln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Freeform 7"/>
          <p:cNvSpPr>
            <a:spLocks/>
          </p:cNvSpPr>
          <p:nvPr/>
        </p:nvSpPr>
        <p:spPr bwMode="auto">
          <a:xfrm>
            <a:off x="8758238" y="2560134"/>
            <a:ext cx="781050" cy="758825"/>
          </a:xfrm>
          <a:custGeom>
            <a:avLst/>
            <a:gdLst>
              <a:gd name="T0" fmla="*/ 0 w 492"/>
              <a:gd name="T1" fmla="*/ 2147483646 h 478"/>
              <a:gd name="T2" fmla="*/ 2147483646 w 492"/>
              <a:gd name="T3" fmla="*/ 0 h 478"/>
              <a:gd name="T4" fmla="*/ 2147483646 w 492"/>
              <a:gd name="T5" fmla="*/ 2147483646 h 478"/>
              <a:gd name="T6" fmla="*/ 2147483646 w 492"/>
              <a:gd name="T7" fmla="*/ 2147483646 h 478"/>
              <a:gd name="T8" fmla="*/ 0 w 492"/>
              <a:gd name="T9" fmla="*/ 2147483646 h 4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2" h="478">
                <a:moveTo>
                  <a:pt x="0" y="33"/>
                </a:moveTo>
                <a:lnTo>
                  <a:pt x="33" y="0"/>
                </a:lnTo>
                <a:lnTo>
                  <a:pt x="492" y="445"/>
                </a:lnTo>
                <a:lnTo>
                  <a:pt x="459" y="478"/>
                </a:lnTo>
                <a:lnTo>
                  <a:pt x="0" y="33"/>
                </a:ln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2" name="Freeform 8"/>
          <p:cNvSpPr>
            <a:spLocks/>
          </p:cNvSpPr>
          <p:nvPr/>
        </p:nvSpPr>
        <p:spPr bwMode="auto">
          <a:xfrm>
            <a:off x="8091488" y="2758571"/>
            <a:ext cx="173037" cy="373063"/>
          </a:xfrm>
          <a:custGeom>
            <a:avLst/>
            <a:gdLst>
              <a:gd name="T0" fmla="*/ 0 w 109"/>
              <a:gd name="T1" fmla="*/ 2147483646 h 235"/>
              <a:gd name="T2" fmla="*/ 2147483646 w 109"/>
              <a:gd name="T3" fmla="*/ 0 h 235"/>
              <a:gd name="T4" fmla="*/ 2147483646 w 109"/>
              <a:gd name="T5" fmla="*/ 2147483646 h 235"/>
              <a:gd name="T6" fmla="*/ 2147483646 w 109"/>
              <a:gd name="T7" fmla="*/ 2147483646 h 235"/>
              <a:gd name="T8" fmla="*/ 0 w 109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" h="235">
                <a:moveTo>
                  <a:pt x="0" y="223"/>
                </a:moveTo>
                <a:lnTo>
                  <a:pt x="64" y="0"/>
                </a:lnTo>
                <a:lnTo>
                  <a:pt x="109" y="12"/>
                </a:lnTo>
                <a:lnTo>
                  <a:pt x="45" y="235"/>
                </a:lnTo>
                <a:lnTo>
                  <a:pt x="0" y="223"/>
                </a:ln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3" name="Freeform 9"/>
          <p:cNvSpPr>
            <a:spLocks/>
          </p:cNvSpPr>
          <p:nvPr/>
        </p:nvSpPr>
        <p:spPr bwMode="auto">
          <a:xfrm>
            <a:off x="9167813" y="3980946"/>
            <a:ext cx="292100" cy="227013"/>
          </a:xfrm>
          <a:custGeom>
            <a:avLst/>
            <a:gdLst>
              <a:gd name="T0" fmla="*/ 0 w 184"/>
              <a:gd name="T1" fmla="*/ 2147483646 h 143"/>
              <a:gd name="T2" fmla="*/ 2147483646 w 184"/>
              <a:gd name="T3" fmla="*/ 0 h 143"/>
              <a:gd name="T4" fmla="*/ 2147483646 w 184"/>
              <a:gd name="T5" fmla="*/ 2147483646 h 143"/>
              <a:gd name="T6" fmla="*/ 2147483646 w 184"/>
              <a:gd name="T7" fmla="*/ 2147483646 h 143"/>
              <a:gd name="T8" fmla="*/ 0 w 184"/>
              <a:gd name="T9" fmla="*/ 2147483646 h 1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4" h="143">
                <a:moveTo>
                  <a:pt x="0" y="102"/>
                </a:moveTo>
                <a:lnTo>
                  <a:pt x="158" y="0"/>
                </a:lnTo>
                <a:lnTo>
                  <a:pt x="184" y="38"/>
                </a:lnTo>
                <a:lnTo>
                  <a:pt x="26" y="143"/>
                </a:lnTo>
                <a:lnTo>
                  <a:pt x="0" y="102"/>
                </a:ln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Freeform 14"/>
          <p:cNvSpPr>
            <a:spLocks noEditPoints="1"/>
          </p:cNvSpPr>
          <p:nvPr/>
        </p:nvSpPr>
        <p:spPr bwMode="auto">
          <a:xfrm>
            <a:off x="6859588" y="709109"/>
            <a:ext cx="969962" cy="966787"/>
          </a:xfrm>
          <a:custGeom>
            <a:avLst/>
            <a:gdLst>
              <a:gd name="T0" fmla="*/ 2147483646 w 258"/>
              <a:gd name="T1" fmla="*/ 0 h 257"/>
              <a:gd name="T2" fmla="*/ 0 w 258"/>
              <a:gd name="T3" fmla="*/ 2147483646 h 257"/>
              <a:gd name="T4" fmla="*/ 2147483646 w 258"/>
              <a:gd name="T5" fmla="*/ 2147483646 h 257"/>
              <a:gd name="T6" fmla="*/ 2147483646 w 258"/>
              <a:gd name="T7" fmla="*/ 2147483646 h 257"/>
              <a:gd name="T8" fmla="*/ 2147483646 w 258"/>
              <a:gd name="T9" fmla="*/ 0 h 257"/>
              <a:gd name="T10" fmla="*/ 2147483646 w 258"/>
              <a:gd name="T11" fmla="*/ 2147483646 h 257"/>
              <a:gd name="T12" fmla="*/ 2147483646 w 258"/>
              <a:gd name="T13" fmla="*/ 2147483646 h 257"/>
              <a:gd name="T14" fmla="*/ 2147483646 w 258"/>
              <a:gd name="T15" fmla="*/ 2147483646 h 257"/>
              <a:gd name="T16" fmla="*/ 2147483646 w 258"/>
              <a:gd name="T17" fmla="*/ 2147483646 h 257"/>
              <a:gd name="T18" fmla="*/ 2147483646 w 258"/>
              <a:gd name="T19" fmla="*/ 2147483646 h 25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8" h="257">
                <a:moveTo>
                  <a:pt x="129" y="0"/>
                </a:moveTo>
                <a:cubicBezTo>
                  <a:pt x="58" y="0"/>
                  <a:pt x="0" y="57"/>
                  <a:pt x="0" y="129"/>
                </a:cubicBezTo>
                <a:cubicBezTo>
                  <a:pt x="0" y="200"/>
                  <a:pt x="58" y="257"/>
                  <a:pt x="129" y="257"/>
                </a:cubicBezTo>
                <a:cubicBezTo>
                  <a:pt x="200" y="257"/>
                  <a:pt x="258" y="200"/>
                  <a:pt x="258" y="129"/>
                </a:cubicBezTo>
                <a:cubicBezTo>
                  <a:pt x="258" y="57"/>
                  <a:pt x="200" y="0"/>
                  <a:pt x="129" y="0"/>
                </a:cubicBezTo>
                <a:close/>
                <a:moveTo>
                  <a:pt x="129" y="220"/>
                </a:moveTo>
                <a:cubicBezTo>
                  <a:pt x="78" y="220"/>
                  <a:pt x="37" y="179"/>
                  <a:pt x="37" y="129"/>
                </a:cubicBezTo>
                <a:cubicBezTo>
                  <a:pt x="37" y="78"/>
                  <a:pt x="78" y="37"/>
                  <a:pt x="129" y="37"/>
                </a:cubicBezTo>
                <a:cubicBezTo>
                  <a:pt x="180" y="37"/>
                  <a:pt x="221" y="78"/>
                  <a:pt x="221" y="129"/>
                </a:cubicBezTo>
                <a:cubicBezTo>
                  <a:pt x="221" y="179"/>
                  <a:pt x="180" y="220"/>
                  <a:pt x="129" y="220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5" name="Freeform 15"/>
          <p:cNvSpPr>
            <a:spLocks/>
          </p:cNvSpPr>
          <p:nvPr/>
        </p:nvSpPr>
        <p:spPr bwMode="auto">
          <a:xfrm>
            <a:off x="8351838" y="4496884"/>
            <a:ext cx="327025" cy="360362"/>
          </a:xfrm>
          <a:custGeom>
            <a:avLst/>
            <a:gdLst>
              <a:gd name="T0" fmla="*/ 2147483646 w 87"/>
              <a:gd name="T1" fmla="*/ 0 h 96"/>
              <a:gd name="T2" fmla="*/ 0 w 87"/>
              <a:gd name="T3" fmla="*/ 2147483646 h 96"/>
              <a:gd name="T4" fmla="*/ 2147483646 w 87"/>
              <a:gd name="T5" fmla="*/ 2147483646 h 96"/>
              <a:gd name="T6" fmla="*/ 2147483646 w 87"/>
              <a:gd name="T7" fmla="*/ 2147483646 h 96"/>
              <a:gd name="T8" fmla="*/ 2147483646 w 87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" h="96">
                <a:moveTo>
                  <a:pt x="36" y="0"/>
                </a:moveTo>
                <a:cubicBezTo>
                  <a:pt x="0" y="6"/>
                  <a:pt x="0" y="6"/>
                  <a:pt x="0" y="6"/>
                </a:cubicBezTo>
                <a:cubicBezTo>
                  <a:pt x="9" y="46"/>
                  <a:pt x="36" y="80"/>
                  <a:pt x="74" y="96"/>
                </a:cubicBezTo>
                <a:cubicBezTo>
                  <a:pt x="87" y="61"/>
                  <a:pt x="87" y="61"/>
                  <a:pt x="87" y="61"/>
                </a:cubicBezTo>
                <a:cubicBezTo>
                  <a:pt x="62" y="49"/>
                  <a:pt x="43" y="27"/>
                  <a:pt x="36" y="0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Freeform 16"/>
          <p:cNvSpPr>
            <a:spLocks/>
          </p:cNvSpPr>
          <p:nvPr/>
        </p:nvSpPr>
        <p:spPr bwMode="auto">
          <a:xfrm>
            <a:off x="8335963" y="3895221"/>
            <a:ext cx="1004887" cy="1033463"/>
          </a:xfrm>
          <a:custGeom>
            <a:avLst/>
            <a:gdLst>
              <a:gd name="T0" fmla="*/ 2147483646 w 267"/>
              <a:gd name="T1" fmla="*/ 2147483646 h 275"/>
              <a:gd name="T2" fmla="*/ 2147483646 w 267"/>
              <a:gd name="T3" fmla="*/ 2147483646 h 275"/>
              <a:gd name="T4" fmla="*/ 2147483646 w 267"/>
              <a:gd name="T5" fmla="*/ 2147483646 h 275"/>
              <a:gd name="T6" fmla="*/ 2147483646 w 267"/>
              <a:gd name="T7" fmla="*/ 2147483646 h 275"/>
              <a:gd name="T8" fmla="*/ 2147483646 w 267"/>
              <a:gd name="T9" fmla="*/ 2147483646 h 275"/>
              <a:gd name="T10" fmla="*/ 2147483646 w 267"/>
              <a:gd name="T11" fmla="*/ 2147483646 h 275"/>
              <a:gd name="T12" fmla="*/ 2147483646 w 267"/>
              <a:gd name="T13" fmla="*/ 2147483646 h 275"/>
              <a:gd name="T14" fmla="*/ 2147483646 w 267"/>
              <a:gd name="T15" fmla="*/ 2147483646 h 275"/>
              <a:gd name="T16" fmla="*/ 2147483646 w 267"/>
              <a:gd name="T17" fmla="*/ 2147483646 h 275"/>
              <a:gd name="T18" fmla="*/ 2147483646 w 267"/>
              <a:gd name="T19" fmla="*/ 2147483646 h 275"/>
              <a:gd name="T20" fmla="*/ 2147483646 w 267"/>
              <a:gd name="T21" fmla="*/ 2147483646 h 275"/>
              <a:gd name="T22" fmla="*/ 2147483646 w 267"/>
              <a:gd name="T23" fmla="*/ 2147483646 h 275"/>
              <a:gd name="T24" fmla="*/ 2147483646 w 267"/>
              <a:gd name="T25" fmla="*/ 2147483646 h 27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67" h="275">
                <a:moveTo>
                  <a:pt x="1" y="152"/>
                </a:moveTo>
                <a:cubicBezTo>
                  <a:pt x="38" y="146"/>
                  <a:pt x="38" y="146"/>
                  <a:pt x="38" y="146"/>
                </a:cubicBezTo>
                <a:cubicBezTo>
                  <a:pt x="37" y="139"/>
                  <a:pt x="38" y="132"/>
                  <a:pt x="39" y="125"/>
                </a:cubicBezTo>
                <a:cubicBezTo>
                  <a:pt x="46" y="75"/>
                  <a:pt x="92" y="40"/>
                  <a:pt x="142" y="47"/>
                </a:cubicBezTo>
                <a:cubicBezTo>
                  <a:pt x="192" y="54"/>
                  <a:pt x="227" y="101"/>
                  <a:pt x="220" y="151"/>
                </a:cubicBezTo>
                <a:cubicBezTo>
                  <a:pt x="213" y="201"/>
                  <a:pt x="167" y="236"/>
                  <a:pt x="117" y="229"/>
                </a:cubicBezTo>
                <a:cubicBezTo>
                  <a:pt x="112" y="228"/>
                  <a:pt x="108" y="227"/>
                  <a:pt x="105" y="226"/>
                </a:cubicBezTo>
                <a:cubicBezTo>
                  <a:pt x="92" y="261"/>
                  <a:pt x="92" y="261"/>
                  <a:pt x="92" y="261"/>
                </a:cubicBezTo>
                <a:cubicBezTo>
                  <a:pt x="98" y="263"/>
                  <a:pt x="105" y="264"/>
                  <a:pt x="111" y="265"/>
                </a:cubicBezTo>
                <a:cubicBezTo>
                  <a:pt x="182" y="275"/>
                  <a:pt x="247" y="226"/>
                  <a:pt x="257" y="156"/>
                </a:cubicBezTo>
                <a:cubicBezTo>
                  <a:pt x="267" y="85"/>
                  <a:pt x="218" y="20"/>
                  <a:pt x="147" y="10"/>
                </a:cubicBezTo>
                <a:cubicBezTo>
                  <a:pt x="77" y="0"/>
                  <a:pt x="12" y="49"/>
                  <a:pt x="2" y="120"/>
                </a:cubicBezTo>
                <a:cubicBezTo>
                  <a:pt x="0" y="131"/>
                  <a:pt x="0" y="141"/>
                  <a:pt x="1" y="152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7" name="Freeform 17"/>
          <p:cNvSpPr>
            <a:spLocks/>
          </p:cNvSpPr>
          <p:nvPr/>
        </p:nvSpPr>
        <p:spPr bwMode="auto">
          <a:xfrm>
            <a:off x="7599363" y="1453646"/>
            <a:ext cx="868362" cy="1309688"/>
          </a:xfrm>
          <a:custGeom>
            <a:avLst/>
            <a:gdLst>
              <a:gd name="T0" fmla="*/ 2147483646 w 231"/>
              <a:gd name="T1" fmla="*/ 2147483646 h 348"/>
              <a:gd name="T2" fmla="*/ 2147483646 w 231"/>
              <a:gd name="T3" fmla="*/ 2147483646 h 348"/>
              <a:gd name="T4" fmla="*/ 2147483646 w 231"/>
              <a:gd name="T5" fmla="*/ 2147483646 h 348"/>
              <a:gd name="T6" fmla="*/ 2147483646 w 231"/>
              <a:gd name="T7" fmla="*/ 2147483646 h 348"/>
              <a:gd name="T8" fmla="*/ 2147483646 w 231"/>
              <a:gd name="T9" fmla="*/ 2147483646 h 348"/>
              <a:gd name="T10" fmla="*/ 2147483646 w 231"/>
              <a:gd name="T11" fmla="*/ 2147483646 h 348"/>
              <a:gd name="T12" fmla="*/ 2147483646 w 231"/>
              <a:gd name="T13" fmla="*/ 2147483646 h 348"/>
              <a:gd name="T14" fmla="*/ 2147483646 w 231"/>
              <a:gd name="T15" fmla="*/ 2147483646 h 348"/>
              <a:gd name="T16" fmla="*/ 2147483646 w 231"/>
              <a:gd name="T17" fmla="*/ 2147483646 h 34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31" h="348">
                <a:moveTo>
                  <a:pt x="64" y="200"/>
                </a:moveTo>
                <a:cubicBezTo>
                  <a:pt x="57" y="127"/>
                  <a:pt x="111" y="62"/>
                  <a:pt x="184" y="55"/>
                </a:cubicBezTo>
                <a:cubicBezTo>
                  <a:pt x="196" y="54"/>
                  <a:pt x="207" y="55"/>
                  <a:pt x="218" y="56"/>
                </a:cubicBezTo>
                <a:cubicBezTo>
                  <a:pt x="231" y="4"/>
                  <a:pt x="231" y="4"/>
                  <a:pt x="231" y="4"/>
                </a:cubicBezTo>
                <a:cubicBezTo>
                  <a:pt x="214" y="1"/>
                  <a:pt x="197" y="0"/>
                  <a:pt x="179" y="1"/>
                </a:cubicBezTo>
                <a:cubicBezTo>
                  <a:pt x="76" y="11"/>
                  <a:pt x="0" y="102"/>
                  <a:pt x="10" y="205"/>
                </a:cubicBezTo>
                <a:cubicBezTo>
                  <a:pt x="16" y="266"/>
                  <a:pt x="50" y="318"/>
                  <a:pt x="98" y="348"/>
                </a:cubicBezTo>
                <a:cubicBezTo>
                  <a:pt x="124" y="300"/>
                  <a:pt x="124" y="300"/>
                  <a:pt x="124" y="300"/>
                </a:cubicBezTo>
                <a:cubicBezTo>
                  <a:pt x="91" y="278"/>
                  <a:pt x="68" y="243"/>
                  <a:pt x="64" y="200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8" name="Freeform 18"/>
          <p:cNvSpPr>
            <a:spLocks/>
          </p:cNvSpPr>
          <p:nvPr/>
        </p:nvSpPr>
        <p:spPr bwMode="auto">
          <a:xfrm>
            <a:off x="8494713" y="1486984"/>
            <a:ext cx="560387" cy="1001712"/>
          </a:xfrm>
          <a:custGeom>
            <a:avLst/>
            <a:gdLst>
              <a:gd name="T0" fmla="*/ 2147483646 w 149"/>
              <a:gd name="T1" fmla="*/ 0 h 266"/>
              <a:gd name="T2" fmla="*/ 0 w 149"/>
              <a:gd name="T3" fmla="*/ 2147483646 h 266"/>
              <a:gd name="T4" fmla="*/ 2147483646 w 149"/>
              <a:gd name="T5" fmla="*/ 2147483646 h 266"/>
              <a:gd name="T6" fmla="*/ 2147483646 w 149"/>
              <a:gd name="T7" fmla="*/ 2147483646 h 266"/>
              <a:gd name="T8" fmla="*/ 2147483646 w 149"/>
              <a:gd name="T9" fmla="*/ 2147483646 h 266"/>
              <a:gd name="T10" fmla="*/ 2147483646 w 149"/>
              <a:gd name="T11" fmla="*/ 2147483646 h 266"/>
              <a:gd name="T12" fmla="*/ 2147483646 w 149"/>
              <a:gd name="T13" fmla="*/ 0 h 2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9" h="266">
                <a:moveTo>
                  <a:pt x="13" y="0"/>
                </a:moveTo>
                <a:cubicBezTo>
                  <a:pt x="0" y="52"/>
                  <a:pt x="0" y="52"/>
                  <a:pt x="0" y="52"/>
                </a:cubicBezTo>
                <a:cubicBezTo>
                  <a:pt x="49" y="69"/>
                  <a:pt x="86" y="112"/>
                  <a:pt x="91" y="167"/>
                </a:cubicBezTo>
                <a:cubicBezTo>
                  <a:pt x="94" y="192"/>
                  <a:pt x="88" y="217"/>
                  <a:pt x="78" y="238"/>
                </a:cubicBezTo>
                <a:cubicBezTo>
                  <a:pt x="124" y="266"/>
                  <a:pt x="124" y="266"/>
                  <a:pt x="124" y="266"/>
                </a:cubicBezTo>
                <a:cubicBezTo>
                  <a:pt x="141" y="235"/>
                  <a:pt x="149" y="199"/>
                  <a:pt x="145" y="162"/>
                </a:cubicBezTo>
                <a:cubicBezTo>
                  <a:pt x="138" y="84"/>
                  <a:pt x="84" y="21"/>
                  <a:pt x="13" y="0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9" name="Freeform 19"/>
          <p:cNvSpPr>
            <a:spLocks/>
          </p:cNvSpPr>
          <p:nvPr/>
        </p:nvSpPr>
        <p:spPr bwMode="auto">
          <a:xfrm>
            <a:off x="8039100" y="2620459"/>
            <a:ext cx="571500" cy="255587"/>
          </a:xfrm>
          <a:custGeom>
            <a:avLst/>
            <a:gdLst>
              <a:gd name="T0" fmla="*/ 2147483646 w 152"/>
              <a:gd name="T1" fmla="*/ 2147483646 h 68"/>
              <a:gd name="T2" fmla="*/ 2147483646 w 152"/>
              <a:gd name="T3" fmla="*/ 0 h 68"/>
              <a:gd name="T4" fmla="*/ 0 w 152"/>
              <a:gd name="T5" fmla="*/ 2147483646 h 68"/>
              <a:gd name="T6" fmla="*/ 2147483646 w 152"/>
              <a:gd name="T7" fmla="*/ 2147483646 h 68"/>
              <a:gd name="T8" fmla="*/ 2147483646 w 152"/>
              <a:gd name="T9" fmla="*/ 2147483646 h 68"/>
              <a:gd name="T10" fmla="*/ 2147483646 w 152"/>
              <a:gd name="T11" fmla="*/ 2147483646 h 68"/>
              <a:gd name="T12" fmla="*/ 2147483646 w 152"/>
              <a:gd name="T13" fmla="*/ 2147483646 h 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68">
                <a:moveTo>
                  <a:pt x="92" y="11"/>
                </a:moveTo>
                <a:cubicBezTo>
                  <a:pt x="68" y="13"/>
                  <a:pt x="46" y="9"/>
                  <a:pt x="26" y="0"/>
                </a:cubicBezTo>
                <a:cubicBezTo>
                  <a:pt x="0" y="48"/>
                  <a:pt x="0" y="48"/>
                  <a:pt x="0" y="48"/>
                </a:cubicBezTo>
                <a:cubicBezTo>
                  <a:pt x="29" y="61"/>
                  <a:pt x="62" y="68"/>
                  <a:pt x="97" y="65"/>
                </a:cubicBezTo>
                <a:cubicBezTo>
                  <a:pt x="116" y="63"/>
                  <a:pt x="135" y="58"/>
                  <a:pt x="152" y="51"/>
                </a:cubicBezTo>
                <a:cubicBezTo>
                  <a:pt x="128" y="2"/>
                  <a:pt x="128" y="2"/>
                  <a:pt x="128" y="2"/>
                </a:cubicBezTo>
                <a:cubicBezTo>
                  <a:pt x="117" y="6"/>
                  <a:pt x="105" y="9"/>
                  <a:pt x="92" y="11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0" name="Freeform 20"/>
          <p:cNvSpPr>
            <a:spLocks/>
          </p:cNvSpPr>
          <p:nvPr/>
        </p:nvSpPr>
        <p:spPr bwMode="auto">
          <a:xfrm>
            <a:off x="8591550" y="2450596"/>
            <a:ext cx="331788" cy="323850"/>
          </a:xfrm>
          <a:custGeom>
            <a:avLst/>
            <a:gdLst>
              <a:gd name="T0" fmla="*/ 0 w 88"/>
              <a:gd name="T1" fmla="*/ 2147483646 h 86"/>
              <a:gd name="T2" fmla="*/ 2147483646 w 88"/>
              <a:gd name="T3" fmla="*/ 2147483646 h 86"/>
              <a:gd name="T4" fmla="*/ 2147483646 w 88"/>
              <a:gd name="T5" fmla="*/ 2147483646 h 86"/>
              <a:gd name="T6" fmla="*/ 2147483646 w 88"/>
              <a:gd name="T7" fmla="*/ 0 h 86"/>
              <a:gd name="T8" fmla="*/ 0 w 88"/>
              <a:gd name="T9" fmla="*/ 2147483646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" h="86">
                <a:moveTo>
                  <a:pt x="0" y="38"/>
                </a:moveTo>
                <a:cubicBezTo>
                  <a:pt x="24" y="86"/>
                  <a:pt x="24" y="86"/>
                  <a:pt x="24" y="86"/>
                </a:cubicBezTo>
                <a:cubicBezTo>
                  <a:pt x="50" y="72"/>
                  <a:pt x="71" y="52"/>
                  <a:pt x="88" y="28"/>
                </a:cubicBezTo>
                <a:cubicBezTo>
                  <a:pt x="41" y="0"/>
                  <a:pt x="41" y="0"/>
                  <a:pt x="41" y="0"/>
                </a:cubicBezTo>
                <a:cubicBezTo>
                  <a:pt x="30" y="15"/>
                  <a:pt x="16" y="28"/>
                  <a:pt x="0" y="38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1" name="Freeform 21"/>
          <p:cNvSpPr>
            <a:spLocks/>
          </p:cNvSpPr>
          <p:nvPr/>
        </p:nvSpPr>
        <p:spPr bwMode="auto">
          <a:xfrm>
            <a:off x="9645650" y="2955421"/>
            <a:ext cx="954088" cy="469900"/>
          </a:xfrm>
          <a:custGeom>
            <a:avLst/>
            <a:gdLst>
              <a:gd name="T0" fmla="*/ 2147483646 w 254"/>
              <a:gd name="T1" fmla="*/ 2147483646 h 125"/>
              <a:gd name="T2" fmla="*/ 2147483646 w 254"/>
              <a:gd name="T3" fmla="*/ 2147483646 h 125"/>
              <a:gd name="T4" fmla="*/ 2147483646 w 254"/>
              <a:gd name="T5" fmla="*/ 2147483646 h 125"/>
              <a:gd name="T6" fmla="*/ 2147483646 w 254"/>
              <a:gd name="T7" fmla="*/ 2147483646 h 125"/>
              <a:gd name="T8" fmla="*/ 0 w 254"/>
              <a:gd name="T9" fmla="*/ 2147483646 h 125"/>
              <a:gd name="T10" fmla="*/ 2147483646 w 254"/>
              <a:gd name="T11" fmla="*/ 2147483646 h 125"/>
              <a:gd name="T12" fmla="*/ 2147483646 w 254"/>
              <a:gd name="T13" fmla="*/ 2147483646 h 1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4" h="125">
                <a:moveTo>
                  <a:pt x="141" y="71"/>
                </a:moveTo>
                <a:cubicBezTo>
                  <a:pt x="169" y="82"/>
                  <a:pt x="191" y="101"/>
                  <a:pt x="206" y="125"/>
                </a:cubicBezTo>
                <a:cubicBezTo>
                  <a:pt x="254" y="99"/>
                  <a:pt x="254" y="99"/>
                  <a:pt x="254" y="99"/>
                </a:cubicBezTo>
                <a:cubicBezTo>
                  <a:pt x="233" y="64"/>
                  <a:pt x="201" y="36"/>
                  <a:pt x="160" y="21"/>
                </a:cubicBezTo>
                <a:cubicBezTo>
                  <a:pt x="105" y="0"/>
                  <a:pt x="47" y="7"/>
                  <a:pt x="0" y="34"/>
                </a:cubicBezTo>
                <a:cubicBezTo>
                  <a:pt x="30" y="79"/>
                  <a:pt x="30" y="79"/>
                  <a:pt x="30" y="79"/>
                </a:cubicBezTo>
                <a:cubicBezTo>
                  <a:pt x="63" y="61"/>
                  <a:pt x="103" y="57"/>
                  <a:pt x="141" y="71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2" name="Freeform 22"/>
          <p:cNvSpPr>
            <a:spLocks/>
          </p:cNvSpPr>
          <p:nvPr/>
        </p:nvSpPr>
        <p:spPr bwMode="auto">
          <a:xfrm>
            <a:off x="10456863" y="3398334"/>
            <a:ext cx="241300" cy="222250"/>
          </a:xfrm>
          <a:custGeom>
            <a:avLst/>
            <a:gdLst>
              <a:gd name="T0" fmla="*/ 2147483646 w 64"/>
              <a:gd name="T1" fmla="*/ 2147483646 h 59"/>
              <a:gd name="T2" fmla="*/ 2147483646 w 64"/>
              <a:gd name="T3" fmla="*/ 2147483646 h 59"/>
              <a:gd name="T4" fmla="*/ 2147483646 w 64"/>
              <a:gd name="T5" fmla="*/ 0 h 59"/>
              <a:gd name="T6" fmla="*/ 0 w 64"/>
              <a:gd name="T7" fmla="*/ 2147483646 h 59"/>
              <a:gd name="T8" fmla="*/ 2147483646 w 64"/>
              <a:gd name="T9" fmla="*/ 2147483646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4" h="59">
                <a:moveTo>
                  <a:pt x="10" y="59"/>
                </a:moveTo>
                <a:cubicBezTo>
                  <a:pt x="64" y="55"/>
                  <a:pt x="64" y="55"/>
                  <a:pt x="64" y="55"/>
                </a:cubicBezTo>
                <a:cubicBezTo>
                  <a:pt x="62" y="36"/>
                  <a:pt x="56" y="17"/>
                  <a:pt x="48" y="0"/>
                </a:cubicBezTo>
                <a:cubicBezTo>
                  <a:pt x="0" y="25"/>
                  <a:pt x="0" y="25"/>
                  <a:pt x="0" y="25"/>
                </a:cubicBezTo>
                <a:cubicBezTo>
                  <a:pt x="5" y="36"/>
                  <a:pt x="8" y="47"/>
                  <a:pt x="10" y="59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3" name="Freeform 23"/>
          <p:cNvSpPr>
            <a:spLocks/>
          </p:cNvSpPr>
          <p:nvPr/>
        </p:nvSpPr>
        <p:spPr bwMode="auto">
          <a:xfrm>
            <a:off x="10360025" y="3684084"/>
            <a:ext cx="344488" cy="508000"/>
          </a:xfrm>
          <a:custGeom>
            <a:avLst/>
            <a:gdLst>
              <a:gd name="T0" fmla="*/ 2147483646 w 92"/>
              <a:gd name="T1" fmla="*/ 0 h 135"/>
              <a:gd name="T2" fmla="*/ 2147483646 w 92"/>
              <a:gd name="T3" fmla="*/ 2147483646 h 135"/>
              <a:gd name="T4" fmla="*/ 2147483646 w 92"/>
              <a:gd name="T5" fmla="*/ 2147483646 h 135"/>
              <a:gd name="T6" fmla="*/ 0 w 92"/>
              <a:gd name="T7" fmla="*/ 2147483646 h 135"/>
              <a:gd name="T8" fmla="*/ 2147483646 w 92"/>
              <a:gd name="T9" fmla="*/ 2147483646 h 135"/>
              <a:gd name="T10" fmla="*/ 2147483646 w 92"/>
              <a:gd name="T11" fmla="*/ 2147483646 h 135"/>
              <a:gd name="T12" fmla="*/ 2147483646 w 92"/>
              <a:gd name="T13" fmla="*/ 0 h 13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" h="135">
                <a:moveTo>
                  <a:pt x="91" y="0"/>
                </a:moveTo>
                <a:cubicBezTo>
                  <a:pt x="37" y="4"/>
                  <a:pt x="37" y="4"/>
                  <a:pt x="37" y="4"/>
                </a:cubicBezTo>
                <a:cubicBezTo>
                  <a:pt x="37" y="19"/>
                  <a:pt x="34" y="34"/>
                  <a:pt x="29" y="49"/>
                </a:cubicBezTo>
                <a:cubicBezTo>
                  <a:pt x="22" y="66"/>
                  <a:pt x="12" y="82"/>
                  <a:pt x="0" y="94"/>
                </a:cubicBezTo>
                <a:cubicBezTo>
                  <a:pt x="36" y="135"/>
                  <a:pt x="36" y="135"/>
                  <a:pt x="36" y="135"/>
                </a:cubicBezTo>
                <a:cubicBezTo>
                  <a:pt x="54" y="117"/>
                  <a:pt x="70" y="94"/>
                  <a:pt x="79" y="68"/>
                </a:cubicBezTo>
                <a:cubicBezTo>
                  <a:pt x="88" y="46"/>
                  <a:pt x="92" y="23"/>
                  <a:pt x="91" y="0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4" name="Freeform 24"/>
          <p:cNvSpPr>
            <a:spLocks/>
          </p:cNvSpPr>
          <p:nvPr/>
        </p:nvSpPr>
        <p:spPr bwMode="auto">
          <a:xfrm>
            <a:off x="9250363" y="3128459"/>
            <a:ext cx="439737" cy="995362"/>
          </a:xfrm>
          <a:custGeom>
            <a:avLst/>
            <a:gdLst>
              <a:gd name="T0" fmla="*/ 2147483646 w 117"/>
              <a:gd name="T1" fmla="*/ 2147483646 h 265"/>
              <a:gd name="T2" fmla="*/ 2147483646 w 117"/>
              <a:gd name="T3" fmla="*/ 2147483646 h 265"/>
              <a:gd name="T4" fmla="*/ 2147483646 w 117"/>
              <a:gd name="T5" fmla="*/ 0 h 265"/>
              <a:gd name="T6" fmla="*/ 2147483646 w 117"/>
              <a:gd name="T7" fmla="*/ 2147483646 h 265"/>
              <a:gd name="T8" fmla="*/ 2147483646 w 117"/>
              <a:gd name="T9" fmla="*/ 2147483646 h 265"/>
              <a:gd name="T10" fmla="*/ 2147483646 w 117"/>
              <a:gd name="T11" fmla="*/ 2147483646 h 265"/>
              <a:gd name="T12" fmla="*/ 2147483646 w 117"/>
              <a:gd name="T13" fmla="*/ 2147483646 h 2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265">
                <a:moveTo>
                  <a:pt x="74" y="103"/>
                </a:moveTo>
                <a:cubicBezTo>
                  <a:pt x="83" y="79"/>
                  <a:pt x="98" y="59"/>
                  <a:pt x="117" y="45"/>
                </a:cubicBezTo>
                <a:cubicBezTo>
                  <a:pt x="87" y="0"/>
                  <a:pt x="87" y="0"/>
                  <a:pt x="87" y="0"/>
                </a:cubicBezTo>
                <a:cubicBezTo>
                  <a:pt x="59" y="20"/>
                  <a:pt x="37" y="49"/>
                  <a:pt x="24" y="84"/>
                </a:cubicBezTo>
                <a:cubicBezTo>
                  <a:pt x="0" y="147"/>
                  <a:pt x="12" y="215"/>
                  <a:pt x="51" y="265"/>
                </a:cubicBezTo>
                <a:cubicBezTo>
                  <a:pt x="92" y="229"/>
                  <a:pt x="92" y="229"/>
                  <a:pt x="92" y="229"/>
                </a:cubicBezTo>
                <a:cubicBezTo>
                  <a:pt x="66" y="194"/>
                  <a:pt x="58" y="147"/>
                  <a:pt x="74" y="103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5" name="Freeform 25"/>
          <p:cNvSpPr>
            <a:spLocks/>
          </p:cNvSpPr>
          <p:nvPr/>
        </p:nvSpPr>
        <p:spPr bwMode="auto">
          <a:xfrm>
            <a:off x="9494838" y="4049209"/>
            <a:ext cx="939800" cy="390525"/>
          </a:xfrm>
          <a:custGeom>
            <a:avLst/>
            <a:gdLst>
              <a:gd name="T0" fmla="*/ 2147483646 w 250"/>
              <a:gd name="T1" fmla="*/ 2147483646 h 104"/>
              <a:gd name="T2" fmla="*/ 2147483646 w 250"/>
              <a:gd name="T3" fmla="*/ 0 h 104"/>
              <a:gd name="T4" fmla="*/ 0 w 250"/>
              <a:gd name="T5" fmla="*/ 2147483646 h 104"/>
              <a:gd name="T6" fmla="*/ 2147483646 w 250"/>
              <a:gd name="T7" fmla="*/ 2147483646 h 104"/>
              <a:gd name="T8" fmla="*/ 2147483646 w 250"/>
              <a:gd name="T9" fmla="*/ 2147483646 h 104"/>
              <a:gd name="T10" fmla="*/ 2147483646 w 250"/>
              <a:gd name="T11" fmla="*/ 2147483646 h 104"/>
              <a:gd name="T12" fmla="*/ 2147483646 w 250"/>
              <a:gd name="T13" fmla="*/ 2147483646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0" h="104">
                <a:moveTo>
                  <a:pt x="87" y="30"/>
                </a:moveTo>
                <a:cubicBezTo>
                  <a:pt x="69" y="23"/>
                  <a:pt x="54" y="13"/>
                  <a:pt x="41" y="0"/>
                </a:cubicBezTo>
                <a:cubicBezTo>
                  <a:pt x="0" y="36"/>
                  <a:pt x="0" y="36"/>
                  <a:pt x="0" y="36"/>
                </a:cubicBezTo>
                <a:cubicBezTo>
                  <a:pt x="18" y="55"/>
                  <a:pt x="41" y="70"/>
                  <a:pt x="68" y="80"/>
                </a:cubicBezTo>
                <a:cubicBezTo>
                  <a:pt x="132" y="104"/>
                  <a:pt x="200" y="91"/>
                  <a:pt x="250" y="52"/>
                </a:cubicBezTo>
                <a:cubicBezTo>
                  <a:pt x="214" y="11"/>
                  <a:pt x="214" y="11"/>
                  <a:pt x="214" y="11"/>
                </a:cubicBezTo>
                <a:cubicBezTo>
                  <a:pt x="179" y="38"/>
                  <a:pt x="131" y="46"/>
                  <a:pt x="87" y="30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6" name="Freeform 26"/>
          <p:cNvSpPr>
            <a:spLocks/>
          </p:cNvSpPr>
          <p:nvPr/>
        </p:nvSpPr>
        <p:spPr bwMode="auto">
          <a:xfrm>
            <a:off x="7937500" y="3026859"/>
            <a:ext cx="463550" cy="285750"/>
          </a:xfrm>
          <a:custGeom>
            <a:avLst/>
            <a:gdLst>
              <a:gd name="T0" fmla="*/ 2147483646 w 123"/>
              <a:gd name="T1" fmla="*/ 2147483646 h 76"/>
              <a:gd name="T2" fmla="*/ 2147483646 w 123"/>
              <a:gd name="T3" fmla="*/ 2147483646 h 76"/>
              <a:gd name="T4" fmla="*/ 2147483646 w 123"/>
              <a:gd name="T5" fmla="*/ 2147483646 h 76"/>
              <a:gd name="T6" fmla="*/ 2147483646 w 123"/>
              <a:gd name="T7" fmla="*/ 2147483646 h 76"/>
              <a:gd name="T8" fmla="*/ 0 w 123"/>
              <a:gd name="T9" fmla="*/ 2147483646 h 76"/>
              <a:gd name="T10" fmla="*/ 2147483646 w 123"/>
              <a:gd name="T11" fmla="*/ 2147483646 h 76"/>
              <a:gd name="T12" fmla="*/ 2147483646 w 123"/>
              <a:gd name="T13" fmla="*/ 2147483646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3" h="76">
                <a:moveTo>
                  <a:pt x="63" y="51"/>
                </a:moveTo>
                <a:cubicBezTo>
                  <a:pt x="75" y="58"/>
                  <a:pt x="84" y="66"/>
                  <a:pt x="91" y="76"/>
                </a:cubicBezTo>
                <a:cubicBezTo>
                  <a:pt x="123" y="56"/>
                  <a:pt x="123" y="56"/>
                  <a:pt x="123" y="56"/>
                </a:cubicBezTo>
                <a:cubicBezTo>
                  <a:pt x="112" y="42"/>
                  <a:pt x="99" y="29"/>
                  <a:pt x="82" y="19"/>
                </a:cubicBezTo>
                <a:cubicBezTo>
                  <a:pt x="56" y="4"/>
                  <a:pt x="28" y="0"/>
                  <a:pt x="0" y="3"/>
                </a:cubicBezTo>
                <a:cubicBezTo>
                  <a:pt x="8" y="40"/>
                  <a:pt x="8" y="40"/>
                  <a:pt x="8" y="40"/>
                </a:cubicBezTo>
                <a:cubicBezTo>
                  <a:pt x="26" y="38"/>
                  <a:pt x="46" y="41"/>
                  <a:pt x="63" y="51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7" name="Freeform 27"/>
          <p:cNvSpPr>
            <a:spLocks/>
          </p:cNvSpPr>
          <p:nvPr/>
        </p:nvSpPr>
        <p:spPr bwMode="auto">
          <a:xfrm>
            <a:off x="7467600" y="3049084"/>
            <a:ext cx="444500" cy="835025"/>
          </a:xfrm>
          <a:custGeom>
            <a:avLst/>
            <a:gdLst>
              <a:gd name="T0" fmla="*/ 2147483646 w 118"/>
              <a:gd name="T1" fmla="*/ 2147483646 h 222"/>
              <a:gd name="T2" fmla="*/ 2147483646 w 118"/>
              <a:gd name="T3" fmla="*/ 2147483646 h 222"/>
              <a:gd name="T4" fmla="*/ 2147483646 w 118"/>
              <a:gd name="T5" fmla="*/ 0 h 222"/>
              <a:gd name="T6" fmla="*/ 2147483646 w 118"/>
              <a:gd name="T7" fmla="*/ 2147483646 h 222"/>
              <a:gd name="T8" fmla="*/ 2147483646 w 118"/>
              <a:gd name="T9" fmla="*/ 2147483646 h 222"/>
              <a:gd name="T10" fmla="*/ 2147483646 w 118"/>
              <a:gd name="T11" fmla="*/ 2147483646 h 222"/>
              <a:gd name="T12" fmla="*/ 2147483646 w 118"/>
              <a:gd name="T13" fmla="*/ 2147483646 h 2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8" h="222">
                <a:moveTo>
                  <a:pt x="63" y="79"/>
                </a:moveTo>
                <a:cubicBezTo>
                  <a:pt x="76" y="57"/>
                  <a:pt x="96" y="43"/>
                  <a:pt x="118" y="37"/>
                </a:cubicBezTo>
                <a:cubicBezTo>
                  <a:pt x="111" y="0"/>
                  <a:pt x="111" y="0"/>
                  <a:pt x="111" y="0"/>
                </a:cubicBezTo>
                <a:cubicBezTo>
                  <a:pt x="79" y="8"/>
                  <a:pt x="49" y="29"/>
                  <a:pt x="31" y="61"/>
                </a:cubicBezTo>
                <a:cubicBezTo>
                  <a:pt x="0" y="115"/>
                  <a:pt x="12" y="182"/>
                  <a:pt x="58" y="22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50" y="164"/>
                  <a:pt x="41" y="117"/>
                  <a:pt x="63" y="79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8" name="Freeform 28"/>
          <p:cNvSpPr>
            <a:spLocks/>
          </p:cNvSpPr>
          <p:nvPr/>
        </p:nvSpPr>
        <p:spPr bwMode="auto">
          <a:xfrm>
            <a:off x="7727950" y="3285621"/>
            <a:ext cx="785813" cy="785813"/>
          </a:xfrm>
          <a:custGeom>
            <a:avLst/>
            <a:gdLst>
              <a:gd name="T0" fmla="*/ 2147483646 w 209"/>
              <a:gd name="T1" fmla="*/ 0 h 209"/>
              <a:gd name="T2" fmla="*/ 2147483646 w 209"/>
              <a:gd name="T3" fmla="*/ 2147483646 h 209"/>
              <a:gd name="T4" fmla="*/ 2147483646 w 209"/>
              <a:gd name="T5" fmla="*/ 2147483646 h 209"/>
              <a:gd name="T6" fmla="*/ 2147483646 w 209"/>
              <a:gd name="T7" fmla="*/ 2147483646 h 209"/>
              <a:gd name="T8" fmla="*/ 2147483646 w 209"/>
              <a:gd name="T9" fmla="*/ 2147483646 h 209"/>
              <a:gd name="T10" fmla="*/ 0 w 209"/>
              <a:gd name="T11" fmla="*/ 2147483646 h 209"/>
              <a:gd name="T12" fmla="*/ 2147483646 w 209"/>
              <a:gd name="T13" fmla="*/ 2147483646 h 209"/>
              <a:gd name="T14" fmla="*/ 2147483646 w 209"/>
              <a:gd name="T15" fmla="*/ 2147483646 h 209"/>
              <a:gd name="T16" fmla="*/ 2147483646 w 209"/>
              <a:gd name="T17" fmla="*/ 0 h 20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09" h="209">
                <a:moveTo>
                  <a:pt x="186" y="0"/>
                </a:moveTo>
                <a:cubicBezTo>
                  <a:pt x="155" y="19"/>
                  <a:pt x="155" y="19"/>
                  <a:pt x="155" y="19"/>
                </a:cubicBezTo>
                <a:cubicBezTo>
                  <a:pt x="169" y="46"/>
                  <a:pt x="169" y="79"/>
                  <a:pt x="153" y="108"/>
                </a:cubicBezTo>
                <a:cubicBezTo>
                  <a:pt x="128" y="151"/>
                  <a:pt x="72" y="167"/>
                  <a:pt x="28" y="141"/>
                </a:cubicBezTo>
                <a:cubicBezTo>
                  <a:pt x="26" y="140"/>
                  <a:pt x="25" y="139"/>
                  <a:pt x="23" y="138"/>
                </a:cubicBezTo>
                <a:cubicBezTo>
                  <a:pt x="0" y="168"/>
                  <a:pt x="0" y="168"/>
                  <a:pt x="0" y="168"/>
                </a:cubicBezTo>
                <a:cubicBezTo>
                  <a:pt x="3" y="170"/>
                  <a:pt x="6" y="172"/>
                  <a:pt x="9" y="174"/>
                </a:cubicBezTo>
                <a:cubicBezTo>
                  <a:pt x="71" y="209"/>
                  <a:pt x="150" y="188"/>
                  <a:pt x="185" y="126"/>
                </a:cubicBezTo>
                <a:cubicBezTo>
                  <a:pt x="209" y="86"/>
                  <a:pt x="207" y="38"/>
                  <a:pt x="186" y="0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Freeform 29"/>
          <p:cNvSpPr>
            <a:spLocks/>
          </p:cNvSpPr>
          <p:nvPr/>
        </p:nvSpPr>
        <p:spPr bwMode="auto">
          <a:xfrm>
            <a:off x="9363075" y="1837821"/>
            <a:ext cx="157163" cy="173038"/>
          </a:xfrm>
          <a:custGeom>
            <a:avLst/>
            <a:gdLst>
              <a:gd name="T0" fmla="*/ 0 w 42"/>
              <a:gd name="T1" fmla="*/ 2147483646 h 46"/>
              <a:gd name="T2" fmla="*/ 2147483646 w 42"/>
              <a:gd name="T3" fmla="*/ 2147483646 h 46"/>
              <a:gd name="T4" fmla="*/ 2147483646 w 42"/>
              <a:gd name="T5" fmla="*/ 2147483646 h 46"/>
              <a:gd name="T6" fmla="*/ 2147483646 w 42"/>
              <a:gd name="T7" fmla="*/ 0 h 46"/>
              <a:gd name="T8" fmla="*/ 0 w 42"/>
              <a:gd name="T9" fmla="*/ 21474836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2" h="46">
                <a:moveTo>
                  <a:pt x="0" y="30"/>
                </a:moveTo>
                <a:cubicBezTo>
                  <a:pt x="10" y="37"/>
                  <a:pt x="21" y="42"/>
                  <a:pt x="33" y="46"/>
                </a:cubicBezTo>
                <a:cubicBezTo>
                  <a:pt x="42" y="10"/>
                  <a:pt x="42" y="10"/>
                  <a:pt x="42" y="10"/>
                </a:cubicBezTo>
                <a:cubicBezTo>
                  <a:pt x="35" y="7"/>
                  <a:pt x="29" y="4"/>
                  <a:pt x="23" y="0"/>
                </a:cubicBezTo>
                <a:lnTo>
                  <a:pt x="0" y="30"/>
                </a:ln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0" name="Freeform 30"/>
          <p:cNvSpPr>
            <a:spLocks/>
          </p:cNvSpPr>
          <p:nvPr/>
        </p:nvSpPr>
        <p:spPr bwMode="auto">
          <a:xfrm>
            <a:off x="9283700" y="1791784"/>
            <a:ext cx="120650" cy="125412"/>
          </a:xfrm>
          <a:custGeom>
            <a:avLst/>
            <a:gdLst>
              <a:gd name="T0" fmla="*/ 2147483646 w 32"/>
              <a:gd name="T1" fmla="*/ 0 h 33"/>
              <a:gd name="T2" fmla="*/ 0 w 32"/>
              <a:gd name="T3" fmla="*/ 2147483646 h 33"/>
              <a:gd name="T4" fmla="*/ 2147483646 w 32"/>
              <a:gd name="T5" fmla="*/ 2147483646 h 33"/>
              <a:gd name="T6" fmla="*/ 2147483646 w 32"/>
              <a:gd name="T7" fmla="*/ 2147483646 h 33"/>
              <a:gd name="T8" fmla="*/ 2147483646 w 32"/>
              <a:gd name="T9" fmla="*/ 0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" h="33">
                <a:moveTo>
                  <a:pt x="28" y="0"/>
                </a:moveTo>
                <a:cubicBezTo>
                  <a:pt x="0" y="24"/>
                  <a:pt x="0" y="24"/>
                  <a:pt x="0" y="24"/>
                </a:cubicBezTo>
                <a:cubicBezTo>
                  <a:pt x="3" y="27"/>
                  <a:pt x="6" y="30"/>
                  <a:pt x="10" y="33"/>
                </a:cubicBezTo>
                <a:cubicBezTo>
                  <a:pt x="32" y="3"/>
                  <a:pt x="32" y="3"/>
                  <a:pt x="32" y="3"/>
                </a:cubicBezTo>
                <a:cubicBezTo>
                  <a:pt x="31" y="2"/>
                  <a:pt x="30" y="1"/>
                  <a:pt x="28" y="0"/>
                </a:cubicBezTo>
                <a:close/>
              </a:path>
            </a:pathLst>
          </a:custGeom>
          <a:solidFill>
            <a:srgbClr val="3E30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1" name="Freeform 31"/>
          <p:cNvSpPr>
            <a:spLocks/>
          </p:cNvSpPr>
          <p:nvPr/>
        </p:nvSpPr>
        <p:spPr bwMode="auto">
          <a:xfrm>
            <a:off x="9156700" y="1604459"/>
            <a:ext cx="198438" cy="236537"/>
          </a:xfrm>
          <a:custGeom>
            <a:avLst/>
            <a:gdLst>
              <a:gd name="T0" fmla="*/ 2147483646 w 53"/>
              <a:gd name="T1" fmla="*/ 0 h 63"/>
              <a:gd name="T2" fmla="*/ 0 w 53"/>
              <a:gd name="T3" fmla="*/ 2147483646 h 63"/>
              <a:gd name="T4" fmla="*/ 2147483646 w 53"/>
              <a:gd name="T5" fmla="*/ 2147483646 h 63"/>
              <a:gd name="T6" fmla="*/ 2147483646 w 53"/>
              <a:gd name="T7" fmla="*/ 2147483646 h 63"/>
              <a:gd name="T8" fmla="*/ 2147483646 w 53"/>
              <a:gd name="T9" fmla="*/ 0 h 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" h="63">
                <a:moveTo>
                  <a:pt x="37" y="0"/>
                </a:moveTo>
                <a:cubicBezTo>
                  <a:pt x="0" y="4"/>
                  <a:pt x="0" y="4"/>
                  <a:pt x="0" y="4"/>
                </a:cubicBezTo>
                <a:cubicBezTo>
                  <a:pt x="3" y="26"/>
                  <a:pt x="12" y="46"/>
                  <a:pt x="25" y="63"/>
                </a:cubicBezTo>
                <a:cubicBezTo>
                  <a:pt x="53" y="39"/>
                  <a:pt x="53" y="39"/>
                  <a:pt x="53" y="39"/>
                </a:cubicBezTo>
                <a:cubicBezTo>
                  <a:pt x="45" y="28"/>
                  <a:pt x="39" y="15"/>
                  <a:pt x="37" y="0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Freeform 32"/>
          <p:cNvSpPr>
            <a:spLocks/>
          </p:cNvSpPr>
          <p:nvPr/>
        </p:nvSpPr>
        <p:spPr bwMode="auto">
          <a:xfrm>
            <a:off x="9539288" y="1887034"/>
            <a:ext cx="109537" cy="146050"/>
          </a:xfrm>
          <a:custGeom>
            <a:avLst/>
            <a:gdLst>
              <a:gd name="T0" fmla="*/ 0 w 29"/>
              <a:gd name="T1" fmla="*/ 2147483646 h 39"/>
              <a:gd name="T2" fmla="*/ 2147483646 w 29"/>
              <a:gd name="T3" fmla="*/ 2147483646 h 39"/>
              <a:gd name="T4" fmla="*/ 2147483646 w 29"/>
              <a:gd name="T5" fmla="*/ 2147483646 h 39"/>
              <a:gd name="T6" fmla="*/ 2147483646 w 29"/>
              <a:gd name="T7" fmla="*/ 0 h 39"/>
              <a:gd name="T8" fmla="*/ 0 w 29"/>
              <a:gd name="T9" fmla="*/ 2147483646 h 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" h="39">
                <a:moveTo>
                  <a:pt x="0" y="36"/>
                </a:moveTo>
                <a:cubicBezTo>
                  <a:pt x="9" y="38"/>
                  <a:pt x="19" y="39"/>
                  <a:pt x="29" y="39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5" y="1"/>
                  <a:pt x="9" y="0"/>
                </a:cubicBezTo>
                <a:lnTo>
                  <a:pt x="0" y="36"/>
                </a:ln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3" name="Freeform 33"/>
          <p:cNvSpPr>
            <a:spLocks/>
          </p:cNvSpPr>
          <p:nvPr/>
        </p:nvSpPr>
        <p:spPr bwMode="auto">
          <a:xfrm>
            <a:off x="9140825" y="1040896"/>
            <a:ext cx="1000125" cy="984250"/>
          </a:xfrm>
          <a:custGeom>
            <a:avLst/>
            <a:gdLst>
              <a:gd name="T0" fmla="*/ 2147483646 w 266"/>
              <a:gd name="T1" fmla="*/ 2147483646 h 262"/>
              <a:gd name="T2" fmla="*/ 2147483646 w 266"/>
              <a:gd name="T3" fmla="*/ 2147483646 h 262"/>
              <a:gd name="T4" fmla="*/ 2147483646 w 266"/>
              <a:gd name="T5" fmla="*/ 2147483646 h 262"/>
              <a:gd name="T6" fmla="*/ 2147483646 w 266"/>
              <a:gd name="T7" fmla="*/ 2147483646 h 262"/>
              <a:gd name="T8" fmla="*/ 2147483646 w 266"/>
              <a:gd name="T9" fmla="*/ 2147483646 h 262"/>
              <a:gd name="T10" fmla="*/ 2147483646 w 266"/>
              <a:gd name="T11" fmla="*/ 2147483646 h 262"/>
              <a:gd name="T12" fmla="*/ 2147483646 w 266"/>
              <a:gd name="T13" fmla="*/ 2147483646 h 262"/>
              <a:gd name="T14" fmla="*/ 2147483646 w 266"/>
              <a:gd name="T15" fmla="*/ 2147483646 h 262"/>
              <a:gd name="T16" fmla="*/ 2147483646 w 266"/>
              <a:gd name="T17" fmla="*/ 2147483646 h 26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66" h="262">
                <a:moveTo>
                  <a:pt x="123" y="44"/>
                </a:moveTo>
                <a:cubicBezTo>
                  <a:pt x="173" y="39"/>
                  <a:pt x="218" y="76"/>
                  <a:pt x="222" y="127"/>
                </a:cubicBezTo>
                <a:cubicBezTo>
                  <a:pt x="227" y="175"/>
                  <a:pt x="193" y="217"/>
                  <a:pt x="146" y="225"/>
                </a:cubicBezTo>
                <a:cubicBezTo>
                  <a:pt x="150" y="262"/>
                  <a:pt x="150" y="262"/>
                  <a:pt x="150" y="262"/>
                </a:cubicBezTo>
                <a:cubicBezTo>
                  <a:pt x="217" y="253"/>
                  <a:pt x="266" y="192"/>
                  <a:pt x="259" y="123"/>
                </a:cubicBezTo>
                <a:cubicBezTo>
                  <a:pt x="253" y="52"/>
                  <a:pt x="190" y="0"/>
                  <a:pt x="120" y="7"/>
                </a:cubicBezTo>
                <a:cubicBezTo>
                  <a:pt x="51" y="13"/>
                  <a:pt x="0" y="71"/>
                  <a:pt x="2" y="139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39" y="88"/>
                  <a:pt x="75" y="48"/>
                  <a:pt x="123" y="44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4" name="Freeform 34"/>
          <p:cNvSpPr>
            <a:spLocks noEditPoints="1"/>
          </p:cNvSpPr>
          <p:nvPr/>
        </p:nvSpPr>
        <p:spPr bwMode="auto">
          <a:xfrm>
            <a:off x="7239000" y="912309"/>
            <a:ext cx="209550" cy="560387"/>
          </a:xfrm>
          <a:custGeom>
            <a:avLst/>
            <a:gdLst>
              <a:gd name="T0" fmla="*/ 2147483646 w 56"/>
              <a:gd name="T1" fmla="*/ 2147483646 h 149"/>
              <a:gd name="T2" fmla="*/ 2147483646 w 56"/>
              <a:gd name="T3" fmla="*/ 2147483646 h 149"/>
              <a:gd name="T4" fmla="*/ 2147483646 w 56"/>
              <a:gd name="T5" fmla="*/ 0 h 149"/>
              <a:gd name="T6" fmla="*/ 2147483646 w 56"/>
              <a:gd name="T7" fmla="*/ 2147483646 h 149"/>
              <a:gd name="T8" fmla="*/ 2147483646 w 56"/>
              <a:gd name="T9" fmla="*/ 2147483646 h 149"/>
              <a:gd name="T10" fmla="*/ 2147483646 w 56"/>
              <a:gd name="T11" fmla="*/ 2147483646 h 149"/>
              <a:gd name="T12" fmla="*/ 2147483646 w 56"/>
              <a:gd name="T13" fmla="*/ 2147483646 h 149"/>
              <a:gd name="T14" fmla="*/ 2147483646 w 56"/>
              <a:gd name="T15" fmla="*/ 2147483646 h 149"/>
              <a:gd name="T16" fmla="*/ 0 w 56"/>
              <a:gd name="T17" fmla="*/ 2147483646 h 149"/>
              <a:gd name="T18" fmla="*/ 0 w 56"/>
              <a:gd name="T19" fmla="*/ 2147483646 h 149"/>
              <a:gd name="T20" fmla="*/ 0 w 56"/>
              <a:gd name="T21" fmla="*/ 2147483646 h 149"/>
              <a:gd name="T22" fmla="*/ 0 w 56"/>
              <a:gd name="T23" fmla="*/ 2147483646 h 149"/>
              <a:gd name="T24" fmla="*/ 2147483646 w 56"/>
              <a:gd name="T25" fmla="*/ 2147483646 h 149"/>
              <a:gd name="T26" fmla="*/ 2147483646 w 56"/>
              <a:gd name="T27" fmla="*/ 2147483646 h 149"/>
              <a:gd name="T28" fmla="*/ 2147483646 w 56"/>
              <a:gd name="T29" fmla="*/ 2147483646 h 149"/>
              <a:gd name="T30" fmla="*/ 2147483646 w 56"/>
              <a:gd name="T31" fmla="*/ 2147483646 h 149"/>
              <a:gd name="T32" fmla="*/ 2147483646 w 56"/>
              <a:gd name="T33" fmla="*/ 2147483646 h 149"/>
              <a:gd name="T34" fmla="*/ 2147483646 w 56"/>
              <a:gd name="T35" fmla="*/ 2147483646 h 149"/>
              <a:gd name="T36" fmla="*/ 2147483646 w 56"/>
              <a:gd name="T37" fmla="*/ 2147483646 h 149"/>
              <a:gd name="T38" fmla="*/ 2147483646 w 56"/>
              <a:gd name="T39" fmla="*/ 2147483646 h 14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6" h="149">
                <a:moveTo>
                  <a:pt x="28" y="26"/>
                </a:moveTo>
                <a:cubicBezTo>
                  <a:pt x="35" y="26"/>
                  <a:pt x="41" y="20"/>
                  <a:pt x="41" y="13"/>
                </a:cubicBezTo>
                <a:cubicBezTo>
                  <a:pt x="41" y="6"/>
                  <a:pt x="35" y="0"/>
                  <a:pt x="28" y="0"/>
                </a:cubicBezTo>
                <a:cubicBezTo>
                  <a:pt x="21" y="0"/>
                  <a:pt x="15" y="6"/>
                  <a:pt x="15" y="13"/>
                </a:cubicBezTo>
                <a:cubicBezTo>
                  <a:pt x="15" y="20"/>
                  <a:pt x="21" y="26"/>
                  <a:pt x="28" y="26"/>
                </a:cubicBezTo>
                <a:close/>
                <a:moveTo>
                  <a:pt x="56" y="45"/>
                </a:moveTo>
                <a:cubicBezTo>
                  <a:pt x="56" y="37"/>
                  <a:pt x="49" y="30"/>
                  <a:pt x="41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7" y="30"/>
                  <a:pt x="0" y="37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90"/>
                  <a:pt x="0" y="90"/>
                  <a:pt x="0" y="90"/>
                </a:cubicBezTo>
                <a:cubicBezTo>
                  <a:pt x="12" y="90"/>
                  <a:pt x="12" y="90"/>
                  <a:pt x="12" y="90"/>
                </a:cubicBezTo>
                <a:cubicBezTo>
                  <a:pt x="12" y="149"/>
                  <a:pt x="12" y="149"/>
                  <a:pt x="12" y="149"/>
                </a:cubicBezTo>
                <a:cubicBezTo>
                  <a:pt x="43" y="149"/>
                  <a:pt x="43" y="149"/>
                  <a:pt x="43" y="149"/>
                </a:cubicBezTo>
                <a:cubicBezTo>
                  <a:pt x="43" y="90"/>
                  <a:pt x="43" y="90"/>
                  <a:pt x="43" y="90"/>
                </a:cubicBezTo>
                <a:cubicBezTo>
                  <a:pt x="56" y="90"/>
                  <a:pt x="56" y="90"/>
                  <a:pt x="56" y="90"/>
                </a:cubicBezTo>
                <a:cubicBezTo>
                  <a:pt x="56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5" name="Freeform 35"/>
          <p:cNvSpPr>
            <a:spLocks noEditPoints="1"/>
          </p:cNvSpPr>
          <p:nvPr/>
        </p:nvSpPr>
        <p:spPr bwMode="auto">
          <a:xfrm>
            <a:off x="8723313" y="4131759"/>
            <a:ext cx="211137" cy="560387"/>
          </a:xfrm>
          <a:custGeom>
            <a:avLst/>
            <a:gdLst>
              <a:gd name="T0" fmla="*/ 2147483646 w 56"/>
              <a:gd name="T1" fmla="*/ 2147483646 h 149"/>
              <a:gd name="T2" fmla="*/ 2147483646 w 56"/>
              <a:gd name="T3" fmla="*/ 2147483646 h 149"/>
              <a:gd name="T4" fmla="*/ 2147483646 w 56"/>
              <a:gd name="T5" fmla="*/ 0 h 149"/>
              <a:gd name="T6" fmla="*/ 2147483646 w 56"/>
              <a:gd name="T7" fmla="*/ 2147483646 h 149"/>
              <a:gd name="T8" fmla="*/ 2147483646 w 56"/>
              <a:gd name="T9" fmla="*/ 2147483646 h 149"/>
              <a:gd name="T10" fmla="*/ 2147483646 w 56"/>
              <a:gd name="T11" fmla="*/ 2147483646 h 149"/>
              <a:gd name="T12" fmla="*/ 2147483646 w 56"/>
              <a:gd name="T13" fmla="*/ 2147483646 h 149"/>
              <a:gd name="T14" fmla="*/ 2147483646 w 56"/>
              <a:gd name="T15" fmla="*/ 2147483646 h 149"/>
              <a:gd name="T16" fmla="*/ 0 w 56"/>
              <a:gd name="T17" fmla="*/ 2147483646 h 149"/>
              <a:gd name="T18" fmla="*/ 0 w 56"/>
              <a:gd name="T19" fmla="*/ 2147483646 h 149"/>
              <a:gd name="T20" fmla="*/ 0 w 56"/>
              <a:gd name="T21" fmla="*/ 2147483646 h 149"/>
              <a:gd name="T22" fmla="*/ 0 w 56"/>
              <a:gd name="T23" fmla="*/ 2147483646 h 149"/>
              <a:gd name="T24" fmla="*/ 2147483646 w 56"/>
              <a:gd name="T25" fmla="*/ 2147483646 h 149"/>
              <a:gd name="T26" fmla="*/ 2147483646 w 56"/>
              <a:gd name="T27" fmla="*/ 2147483646 h 149"/>
              <a:gd name="T28" fmla="*/ 2147483646 w 56"/>
              <a:gd name="T29" fmla="*/ 2147483646 h 149"/>
              <a:gd name="T30" fmla="*/ 2147483646 w 56"/>
              <a:gd name="T31" fmla="*/ 2147483646 h 149"/>
              <a:gd name="T32" fmla="*/ 2147483646 w 56"/>
              <a:gd name="T33" fmla="*/ 2147483646 h 149"/>
              <a:gd name="T34" fmla="*/ 2147483646 w 56"/>
              <a:gd name="T35" fmla="*/ 2147483646 h 149"/>
              <a:gd name="T36" fmla="*/ 2147483646 w 56"/>
              <a:gd name="T37" fmla="*/ 2147483646 h 14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6" h="149">
                <a:moveTo>
                  <a:pt x="28" y="26"/>
                </a:moveTo>
                <a:cubicBezTo>
                  <a:pt x="35" y="26"/>
                  <a:pt x="41" y="20"/>
                  <a:pt x="41" y="13"/>
                </a:cubicBezTo>
                <a:cubicBezTo>
                  <a:pt x="41" y="6"/>
                  <a:pt x="35" y="0"/>
                  <a:pt x="28" y="0"/>
                </a:cubicBezTo>
                <a:cubicBezTo>
                  <a:pt x="21" y="0"/>
                  <a:pt x="15" y="6"/>
                  <a:pt x="15" y="13"/>
                </a:cubicBezTo>
                <a:cubicBezTo>
                  <a:pt x="15" y="20"/>
                  <a:pt x="21" y="26"/>
                  <a:pt x="28" y="26"/>
                </a:cubicBezTo>
                <a:close/>
                <a:moveTo>
                  <a:pt x="56" y="45"/>
                </a:moveTo>
                <a:cubicBezTo>
                  <a:pt x="56" y="37"/>
                  <a:pt x="49" y="30"/>
                  <a:pt x="41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7" y="30"/>
                  <a:pt x="0" y="37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90"/>
                  <a:pt x="0" y="90"/>
                  <a:pt x="0" y="90"/>
                </a:cubicBezTo>
                <a:cubicBezTo>
                  <a:pt x="12" y="90"/>
                  <a:pt x="12" y="90"/>
                  <a:pt x="12" y="90"/>
                </a:cubicBezTo>
                <a:cubicBezTo>
                  <a:pt x="12" y="149"/>
                  <a:pt x="12" y="149"/>
                  <a:pt x="12" y="149"/>
                </a:cubicBezTo>
                <a:cubicBezTo>
                  <a:pt x="43" y="149"/>
                  <a:pt x="43" y="149"/>
                  <a:pt x="43" y="149"/>
                </a:cubicBezTo>
                <a:cubicBezTo>
                  <a:pt x="43" y="90"/>
                  <a:pt x="43" y="90"/>
                  <a:pt x="43" y="90"/>
                </a:cubicBezTo>
                <a:cubicBezTo>
                  <a:pt x="56" y="90"/>
                  <a:pt x="56" y="90"/>
                  <a:pt x="56" y="90"/>
                </a:cubicBezTo>
                <a:cubicBezTo>
                  <a:pt x="56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6" name="Freeform 36"/>
          <p:cNvSpPr>
            <a:spLocks noEditPoints="1"/>
          </p:cNvSpPr>
          <p:nvPr/>
        </p:nvSpPr>
        <p:spPr bwMode="auto">
          <a:xfrm>
            <a:off x="8186738" y="1755271"/>
            <a:ext cx="300037" cy="811213"/>
          </a:xfrm>
          <a:custGeom>
            <a:avLst/>
            <a:gdLst>
              <a:gd name="T0" fmla="*/ 2147483646 w 80"/>
              <a:gd name="T1" fmla="*/ 2147483646 h 216"/>
              <a:gd name="T2" fmla="*/ 2147483646 w 80"/>
              <a:gd name="T3" fmla="*/ 2147483646 h 216"/>
              <a:gd name="T4" fmla="*/ 2147483646 w 80"/>
              <a:gd name="T5" fmla="*/ 0 h 216"/>
              <a:gd name="T6" fmla="*/ 2147483646 w 80"/>
              <a:gd name="T7" fmla="*/ 2147483646 h 216"/>
              <a:gd name="T8" fmla="*/ 2147483646 w 80"/>
              <a:gd name="T9" fmla="*/ 2147483646 h 216"/>
              <a:gd name="T10" fmla="*/ 2147483646 w 80"/>
              <a:gd name="T11" fmla="*/ 2147483646 h 216"/>
              <a:gd name="T12" fmla="*/ 2147483646 w 80"/>
              <a:gd name="T13" fmla="*/ 2147483646 h 216"/>
              <a:gd name="T14" fmla="*/ 2147483646 w 80"/>
              <a:gd name="T15" fmla="*/ 2147483646 h 216"/>
              <a:gd name="T16" fmla="*/ 0 w 80"/>
              <a:gd name="T17" fmla="*/ 2147483646 h 216"/>
              <a:gd name="T18" fmla="*/ 0 w 80"/>
              <a:gd name="T19" fmla="*/ 2147483646 h 216"/>
              <a:gd name="T20" fmla="*/ 0 w 80"/>
              <a:gd name="T21" fmla="*/ 2147483646 h 216"/>
              <a:gd name="T22" fmla="*/ 0 w 80"/>
              <a:gd name="T23" fmla="*/ 2147483646 h 216"/>
              <a:gd name="T24" fmla="*/ 2147483646 w 80"/>
              <a:gd name="T25" fmla="*/ 2147483646 h 216"/>
              <a:gd name="T26" fmla="*/ 2147483646 w 80"/>
              <a:gd name="T27" fmla="*/ 2147483646 h 216"/>
              <a:gd name="T28" fmla="*/ 2147483646 w 80"/>
              <a:gd name="T29" fmla="*/ 2147483646 h 216"/>
              <a:gd name="T30" fmla="*/ 2147483646 w 80"/>
              <a:gd name="T31" fmla="*/ 2147483646 h 216"/>
              <a:gd name="T32" fmla="*/ 2147483646 w 80"/>
              <a:gd name="T33" fmla="*/ 2147483646 h 216"/>
              <a:gd name="T34" fmla="*/ 2147483646 w 80"/>
              <a:gd name="T35" fmla="*/ 2147483646 h 216"/>
              <a:gd name="T36" fmla="*/ 2147483646 w 80"/>
              <a:gd name="T37" fmla="*/ 2147483646 h 216"/>
              <a:gd name="T38" fmla="*/ 2147483646 w 80"/>
              <a:gd name="T39" fmla="*/ 2147483646 h 21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0" h="216">
                <a:moveTo>
                  <a:pt x="40" y="37"/>
                </a:moveTo>
                <a:cubicBezTo>
                  <a:pt x="50" y="37"/>
                  <a:pt x="59" y="29"/>
                  <a:pt x="59" y="18"/>
                </a:cubicBezTo>
                <a:cubicBezTo>
                  <a:pt x="59" y="8"/>
                  <a:pt x="50" y="0"/>
                  <a:pt x="40" y="0"/>
                </a:cubicBezTo>
                <a:cubicBezTo>
                  <a:pt x="30" y="0"/>
                  <a:pt x="21" y="8"/>
                  <a:pt x="21" y="18"/>
                </a:cubicBezTo>
                <a:cubicBezTo>
                  <a:pt x="21" y="29"/>
                  <a:pt x="30" y="37"/>
                  <a:pt x="40" y="37"/>
                </a:cubicBezTo>
                <a:close/>
                <a:moveTo>
                  <a:pt x="80" y="65"/>
                </a:moveTo>
                <a:cubicBezTo>
                  <a:pt x="80" y="53"/>
                  <a:pt x="71" y="43"/>
                  <a:pt x="59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9" y="43"/>
                  <a:pt x="0" y="53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130"/>
                  <a:pt x="0" y="130"/>
                  <a:pt x="0" y="130"/>
                </a:cubicBezTo>
                <a:cubicBezTo>
                  <a:pt x="17" y="130"/>
                  <a:pt x="17" y="130"/>
                  <a:pt x="17" y="130"/>
                </a:cubicBezTo>
                <a:cubicBezTo>
                  <a:pt x="17" y="216"/>
                  <a:pt x="17" y="216"/>
                  <a:pt x="17" y="216"/>
                </a:cubicBezTo>
                <a:cubicBezTo>
                  <a:pt x="62" y="216"/>
                  <a:pt x="62" y="216"/>
                  <a:pt x="62" y="216"/>
                </a:cubicBezTo>
                <a:cubicBezTo>
                  <a:pt x="62" y="130"/>
                  <a:pt x="62" y="130"/>
                  <a:pt x="62" y="130"/>
                </a:cubicBezTo>
                <a:cubicBezTo>
                  <a:pt x="80" y="130"/>
                  <a:pt x="80" y="130"/>
                  <a:pt x="80" y="130"/>
                </a:cubicBezTo>
                <a:cubicBezTo>
                  <a:pt x="80" y="65"/>
                  <a:pt x="80" y="65"/>
                  <a:pt x="80" y="65"/>
                </a:cubicBezTo>
                <a:cubicBezTo>
                  <a:pt x="80" y="65"/>
                  <a:pt x="80" y="65"/>
                  <a:pt x="80" y="65"/>
                </a:cubicBezTo>
                <a:cubicBezTo>
                  <a:pt x="80" y="65"/>
                  <a:pt x="80" y="65"/>
                  <a:pt x="80" y="65"/>
                </a:cubicBez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7" name="Freeform 37"/>
          <p:cNvSpPr>
            <a:spLocks noEditPoints="1"/>
          </p:cNvSpPr>
          <p:nvPr/>
        </p:nvSpPr>
        <p:spPr bwMode="auto">
          <a:xfrm>
            <a:off x="9847263" y="3274509"/>
            <a:ext cx="301625" cy="812800"/>
          </a:xfrm>
          <a:custGeom>
            <a:avLst/>
            <a:gdLst>
              <a:gd name="T0" fmla="*/ 2147483646 w 80"/>
              <a:gd name="T1" fmla="*/ 2147483646 h 216"/>
              <a:gd name="T2" fmla="*/ 2147483646 w 80"/>
              <a:gd name="T3" fmla="*/ 2147483646 h 216"/>
              <a:gd name="T4" fmla="*/ 2147483646 w 80"/>
              <a:gd name="T5" fmla="*/ 0 h 216"/>
              <a:gd name="T6" fmla="*/ 2147483646 w 80"/>
              <a:gd name="T7" fmla="*/ 2147483646 h 216"/>
              <a:gd name="T8" fmla="*/ 2147483646 w 80"/>
              <a:gd name="T9" fmla="*/ 2147483646 h 216"/>
              <a:gd name="T10" fmla="*/ 2147483646 w 80"/>
              <a:gd name="T11" fmla="*/ 2147483646 h 216"/>
              <a:gd name="T12" fmla="*/ 2147483646 w 80"/>
              <a:gd name="T13" fmla="*/ 2147483646 h 216"/>
              <a:gd name="T14" fmla="*/ 2147483646 w 80"/>
              <a:gd name="T15" fmla="*/ 2147483646 h 216"/>
              <a:gd name="T16" fmla="*/ 0 w 80"/>
              <a:gd name="T17" fmla="*/ 2147483646 h 216"/>
              <a:gd name="T18" fmla="*/ 0 w 80"/>
              <a:gd name="T19" fmla="*/ 2147483646 h 216"/>
              <a:gd name="T20" fmla="*/ 0 w 80"/>
              <a:gd name="T21" fmla="*/ 2147483646 h 216"/>
              <a:gd name="T22" fmla="*/ 0 w 80"/>
              <a:gd name="T23" fmla="*/ 2147483646 h 216"/>
              <a:gd name="T24" fmla="*/ 2147483646 w 80"/>
              <a:gd name="T25" fmla="*/ 2147483646 h 216"/>
              <a:gd name="T26" fmla="*/ 2147483646 w 80"/>
              <a:gd name="T27" fmla="*/ 2147483646 h 216"/>
              <a:gd name="T28" fmla="*/ 2147483646 w 80"/>
              <a:gd name="T29" fmla="*/ 2147483646 h 216"/>
              <a:gd name="T30" fmla="*/ 2147483646 w 80"/>
              <a:gd name="T31" fmla="*/ 2147483646 h 216"/>
              <a:gd name="T32" fmla="*/ 2147483646 w 80"/>
              <a:gd name="T33" fmla="*/ 2147483646 h 216"/>
              <a:gd name="T34" fmla="*/ 2147483646 w 80"/>
              <a:gd name="T35" fmla="*/ 2147483646 h 216"/>
              <a:gd name="T36" fmla="*/ 2147483646 w 80"/>
              <a:gd name="T37" fmla="*/ 2147483646 h 216"/>
              <a:gd name="T38" fmla="*/ 2147483646 w 80"/>
              <a:gd name="T39" fmla="*/ 2147483646 h 21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0" h="216">
                <a:moveTo>
                  <a:pt x="40" y="37"/>
                </a:moveTo>
                <a:cubicBezTo>
                  <a:pt x="50" y="37"/>
                  <a:pt x="59" y="29"/>
                  <a:pt x="59" y="18"/>
                </a:cubicBezTo>
                <a:cubicBezTo>
                  <a:pt x="59" y="8"/>
                  <a:pt x="50" y="0"/>
                  <a:pt x="40" y="0"/>
                </a:cubicBezTo>
                <a:cubicBezTo>
                  <a:pt x="30" y="0"/>
                  <a:pt x="21" y="8"/>
                  <a:pt x="21" y="18"/>
                </a:cubicBezTo>
                <a:cubicBezTo>
                  <a:pt x="21" y="29"/>
                  <a:pt x="30" y="37"/>
                  <a:pt x="40" y="37"/>
                </a:cubicBezTo>
                <a:close/>
                <a:moveTo>
                  <a:pt x="80" y="65"/>
                </a:moveTo>
                <a:cubicBezTo>
                  <a:pt x="80" y="53"/>
                  <a:pt x="71" y="43"/>
                  <a:pt x="59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9" y="43"/>
                  <a:pt x="0" y="53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130"/>
                  <a:pt x="0" y="130"/>
                  <a:pt x="0" y="130"/>
                </a:cubicBezTo>
                <a:cubicBezTo>
                  <a:pt x="17" y="130"/>
                  <a:pt x="17" y="130"/>
                  <a:pt x="17" y="130"/>
                </a:cubicBezTo>
                <a:cubicBezTo>
                  <a:pt x="17" y="216"/>
                  <a:pt x="17" y="216"/>
                  <a:pt x="17" y="216"/>
                </a:cubicBezTo>
                <a:cubicBezTo>
                  <a:pt x="62" y="216"/>
                  <a:pt x="62" y="216"/>
                  <a:pt x="62" y="216"/>
                </a:cubicBezTo>
                <a:cubicBezTo>
                  <a:pt x="62" y="130"/>
                  <a:pt x="62" y="130"/>
                  <a:pt x="62" y="130"/>
                </a:cubicBezTo>
                <a:cubicBezTo>
                  <a:pt x="80" y="130"/>
                  <a:pt x="80" y="130"/>
                  <a:pt x="80" y="130"/>
                </a:cubicBezTo>
                <a:cubicBezTo>
                  <a:pt x="80" y="65"/>
                  <a:pt x="80" y="65"/>
                  <a:pt x="80" y="65"/>
                </a:cubicBezTo>
                <a:cubicBezTo>
                  <a:pt x="80" y="65"/>
                  <a:pt x="80" y="65"/>
                  <a:pt x="80" y="65"/>
                </a:cubicBezTo>
                <a:cubicBezTo>
                  <a:pt x="80" y="65"/>
                  <a:pt x="80" y="65"/>
                  <a:pt x="80" y="65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8" name="Freeform 38"/>
          <p:cNvSpPr>
            <a:spLocks noEditPoints="1"/>
          </p:cNvSpPr>
          <p:nvPr/>
        </p:nvSpPr>
        <p:spPr bwMode="auto">
          <a:xfrm>
            <a:off x="7907338" y="3230059"/>
            <a:ext cx="207962" cy="560387"/>
          </a:xfrm>
          <a:custGeom>
            <a:avLst/>
            <a:gdLst>
              <a:gd name="T0" fmla="*/ 2147483646 w 55"/>
              <a:gd name="T1" fmla="*/ 2147483646 h 149"/>
              <a:gd name="T2" fmla="*/ 2147483646 w 55"/>
              <a:gd name="T3" fmla="*/ 2147483646 h 149"/>
              <a:gd name="T4" fmla="*/ 2147483646 w 55"/>
              <a:gd name="T5" fmla="*/ 0 h 149"/>
              <a:gd name="T6" fmla="*/ 2147483646 w 55"/>
              <a:gd name="T7" fmla="*/ 2147483646 h 149"/>
              <a:gd name="T8" fmla="*/ 2147483646 w 55"/>
              <a:gd name="T9" fmla="*/ 2147483646 h 149"/>
              <a:gd name="T10" fmla="*/ 2147483646 w 55"/>
              <a:gd name="T11" fmla="*/ 2147483646 h 149"/>
              <a:gd name="T12" fmla="*/ 2147483646 w 55"/>
              <a:gd name="T13" fmla="*/ 2147483646 h 149"/>
              <a:gd name="T14" fmla="*/ 2147483646 w 55"/>
              <a:gd name="T15" fmla="*/ 2147483646 h 149"/>
              <a:gd name="T16" fmla="*/ 0 w 55"/>
              <a:gd name="T17" fmla="*/ 2147483646 h 149"/>
              <a:gd name="T18" fmla="*/ 0 w 55"/>
              <a:gd name="T19" fmla="*/ 2147483646 h 149"/>
              <a:gd name="T20" fmla="*/ 0 w 55"/>
              <a:gd name="T21" fmla="*/ 2147483646 h 149"/>
              <a:gd name="T22" fmla="*/ 0 w 55"/>
              <a:gd name="T23" fmla="*/ 2147483646 h 149"/>
              <a:gd name="T24" fmla="*/ 2147483646 w 55"/>
              <a:gd name="T25" fmla="*/ 2147483646 h 149"/>
              <a:gd name="T26" fmla="*/ 2147483646 w 55"/>
              <a:gd name="T27" fmla="*/ 2147483646 h 149"/>
              <a:gd name="T28" fmla="*/ 2147483646 w 55"/>
              <a:gd name="T29" fmla="*/ 2147483646 h 149"/>
              <a:gd name="T30" fmla="*/ 2147483646 w 55"/>
              <a:gd name="T31" fmla="*/ 2147483646 h 149"/>
              <a:gd name="T32" fmla="*/ 2147483646 w 55"/>
              <a:gd name="T33" fmla="*/ 2147483646 h 149"/>
              <a:gd name="T34" fmla="*/ 2147483646 w 55"/>
              <a:gd name="T35" fmla="*/ 2147483646 h 149"/>
              <a:gd name="T36" fmla="*/ 2147483646 w 55"/>
              <a:gd name="T37" fmla="*/ 2147483646 h 149"/>
              <a:gd name="T38" fmla="*/ 2147483646 w 55"/>
              <a:gd name="T39" fmla="*/ 2147483646 h 14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5" h="149">
                <a:moveTo>
                  <a:pt x="27" y="26"/>
                </a:moveTo>
                <a:cubicBezTo>
                  <a:pt x="35" y="26"/>
                  <a:pt x="40" y="20"/>
                  <a:pt x="40" y="13"/>
                </a:cubicBezTo>
                <a:cubicBezTo>
                  <a:pt x="40" y="6"/>
                  <a:pt x="35" y="0"/>
                  <a:pt x="27" y="0"/>
                </a:cubicBezTo>
                <a:cubicBezTo>
                  <a:pt x="20" y="0"/>
                  <a:pt x="15" y="6"/>
                  <a:pt x="15" y="13"/>
                </a:cubicBezTo>
                <a:cubicBezTo>
                  <a:pt x="15" y="20"/>
                  <a:pt x="20" y="26"/>
                  <a:pt x="27" y="26"/>
                </a:cubicBezTo>
                <a:close/>
                <a:moveTo>
                  <a:pt x="55" y="45"/>
                </a:moveTo>
                <a:cubicBezTo>
                  <a:pt x="55" y="37"/>
                  <a:pt x="49" y="30"/>
                  <a:pt x="40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6" y="30"/>
                  <a:pt x="0" y="37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90"/>
                  <a:pt x="0" y="90"/>
                  <a:pt x="0" y="90"/>
                </a:cubicBezTo>
                <a:cubicBezTo>
                  <a:pt x="12" y="90"/>
                  <a:pt x="12" y="90"/>
                  <a:pt x="12" y="90"/>
                </a:cubicBezTo>
                <a:cubicBezTo>
                  <a:pt x="12" y="149"/>
                  <a:pt x="12" y="149"/>
                  <a:pt x="12" y="149"/>
                </a:cubicBezTo>
                <a:cubicBezTo>
                  <a:pt x="43" y="149"/>
                  <a:pt x="43" y="149"/>
                  <a:pt x="43" y="149"/>
                </a:cubicBezTo>
                <a:cubicBezTo>
                  <a:pt x="43" y="90"/>
                  <a:pt x="43" y="90"/>
                  <a:pt x="43" y="90"/>
                </a:cubicBezTo>
                <a:cubicBezTo>
                  <a:pt x="55" y="90"/>
                  <a:pt x="55" y="90"/>
                  <a:pt x="55" y="9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45"/>
                  <a:pt x="55" y="45"/>
                  <a:pt x="55" y="45"/>
                </a:cubicBez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9" name="Freeform 39"/>
          <p:cNvSpPr>
            <a:spLocks noEditPoints="1"/>
          </p:cNvSpPr>
          <p:nvPr/>
        </p:nvSpPr>
        <p:spPr bwMode="auto">
          <a:xfrm>
            <a:off x="9528175" y="1258384"/>
            <a:ext cx="211138" cy="560387"/>
          </a:xfrm>
          <a:custGeom>
            <a:avLst/>
            <a:gdLst>
              <a:gd name="T0" fmla="*/ 2147483646 w 56"/>
              <a:gd name="T1" fmla="*/ 2147483646 h 149"/>
              <a:gd name="T2" fmla="*/ 2147483646 w 56"/>
              <a:gd name="T3" fmla="*/ 2147483646 h 149"/>
              <a:gd name="T4" fmla="*/ 2147483646 w 56"/>
              <a:gd name="T5" fmla="*/ 0 h 149"/>
              <a:gd name="T6" fmla="*/ 2147483646 w 56"/>
              <a:gd name="T7" fmla="*/ 2147483646 h 149"/>
              <a:gd name="T8" fmla="*/ 2147483646 w 56"/>
              <a:gd name="T9" fmla="*/ 2147483646 h 149"/>
              <a:gd name="T10" fmla="*/ 2147483646 w 56"/>
              <a:gd name="T11" fmla="*/ 2147483646 h 149"/>
              <a:gd name="T12" fmla="*/ 2147483646 w 56"/>
              <a:gd name="T13" fmla="*/ 2147483646 h 149"/>
              <a:gd name="T14" fmla="*/ 2147483646 w 56"/>
              <a:gd name="T15" fmla="*/ 2147483646 h 149"/>
              <a:gd name="T16" fmla="*/ 0 w 56"/>
              <a:gd name="T17" fmla="*/ 2147483646 h 149"/>
              <a:gd name="T18" fmla="*/ 0 w 56"/>
              <a:gd name="T19" fmla="*/ 2147483646 h 149"/>
              <a:gd name="T20" fmla="*/ 0 w 56"/>
              <a:gd name="T21" fmla="*/ 2147483646 h 149"/>
              <a:gd name="T22" fmla="*/ 0 w 56"/>
              <a:gd name="T23" fmla="*/ 2147483646 h 149"/>
              <a:gd name="T24" fmla="*/ 2147483646 w 56"/>
              <a:gd name="T25" fmla="*/ 2147483646 h 149"/>
              <a:gd name="T26" fmla="*/ 2147483646 w 56"/>
              <a:gd name="T27" fmla="*/ 2147483646 h 149"/>
              <a:gd name="T28" fmla="*/ 2147483646 w 56"/>
              <a:gd name="T29" fmla="*/ 2147483646 h 149"/>
              <a:gd name="T30" fmla="*/ 2147483646 w 56"/>
              <a:gd name="T31" fmla="*/ 2147483646 h 149"/>
              <a:gd name="T32" fmla="*/ 2147483646 w 56"/>
              <a:gd name="T33" fmla="*/ 2147483646 h 149"/>
              <a:gd name="T34" fmla="*/ 2147483646 w 56"/>
              <a:gd name="T35" fmla="*/ 2147483646 h 149"/>
              <a:gd name="T36" fmla="*/ 2147483646 w 56"/>
              <a:gd name="T37" fmla="*/ 2147483646 h 149"/>
              <a:gd name="T38" fmla="*/ 2147483646 w 56"/>
              <a:gd name="T39" fmla="*/ 2147483646 h 14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6" h="149">
                <a:moveTo>
                  <a:pt x="28" y="26"/>
                </a:moveTo>
                <a:cubicBezTo>
                  <a:pt x="35" y="26"/>
                  <a:pt x="41" y="20"/>
                  <a:pt x="41" y="13"/>
                </a:cubicBezTo>
                <a:cubicBezTo>
                  <a:pt x="41" y="6"/>
                  <a:pt x="35" y="0"/>
                  <a:pt x="28" y="0"/>
                </a:cubicBezTo>
                <a:cubicBezTo>
                  <a:pt x="21" y="0"/>
                  <a:pt x="15" y="6"/>
                  <a:pt x="15" y="13"/>
                </a:cubicBezTo>
                <a:cubicBezTo>
                  <a:pt x="15" y="20"/>
                  <a:pt x="21" y="26"/>
                  <a:pt x="28" y="26"/>
                </a:cubicBezTo>
                <a:close/>
                <a:moveTo>
                  <a:pt x="56" y="45"/>
                </a:moveTo>
                <a:cubicBezTo>
                  <a:pt x="56" y="37"/>
                  <a:pt x="49" y="30"/>
                  <a:pt x="41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7" y="30"/>
                  <a:pt x="0" y="37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90"/>
                  <a:pt x="0" y="90"/>
                  <a:pt x="0" y="90"/>
                </a:cubicBezTo>
                <a:cubicBezTo>
                  <a:pt x="12" y="90"/>
                  <a:pt x="12" y="90"/>
                  <a:pt x="12" y="90"/>
                </a:cubicBezTo>
                <a:cubicBezTo>
                  <a:pt x="12" y="149"/>
                  <a:pt x="12" y="149"/>
                  <a:pt x="12" y="149"/>
                </a:cubicBezTo>
                <a:cubicBezTo>
                  <a:pt x="43" y="149"/>
                  <a:pt x="43" y="149"/>
                  <a:pt x="43" y="149"/>
                </a:cubicBezTo>
                <a:cubicBezTo>
                  <a:pt x="43" y="90"/>
                  <a:pt x="43" y="90"/>
                  <a:pt x="43" y="90"/>
                </a:cubicBezTo>
                <a:cubicBezTo>
                  <a:pt x="56" y="90"/>
                  <a:pt x="56" y="90"/>
                  <a:pt x="56" y="90"/>
                </a:cubicBezTo>
                <a:cubicBezTo>
                  <a:pt x="56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600" name="Group 49"/>
          <p:cNvGrpSpPr>
            <a:grpSpLocks/>
          </p:cNvGrpSpPr>
          <p:nvPr/>
        </p:nvGrpSpPr>
        <p:grpSpPr bwMode="auto">
          <a:xfrm>
            <a:off x="8034338" y="869446"/>
            <a:ext cx="1147762" cy="528638"/>
            <a:chOff x="0" y="0"/>
            <a:chExt cx="1148708" cy="528422"/>
          </a:xfrm>
        </p:grpSpPr>
        <p:sp>
          <p:nvSpPr>
            <p:cNvPr id="23624" name="Freeform 10"/>
            <p:cNvSpPr>
              <a:spLocks/>
            </p:cNvSpPr>
            <p:nvPr/>
          </p:nvSpPr>
          <p:spPr bwMode="auto">
            <a:xfrm>
              <a:off x="148003" y="215685"/>
              <a:ext cx="153988" cy="312737"/>
            </a:xfrm>
            <a:custGeom>
              <a:avLst/>
              <a:gdLst>
                <a:gd name="T0" fmla="*/ 2147483646 w 97"/>
                <a:gd name="T1" fmla="*/ 2147483646 h 197"/>
                <a:gd name="T2" fmla="*/ 0 w 97"/>
                <a:gd name="T3" fmla="*/ 0 h 197"/>
                <a:gd name="T4" fmla="*/ 0 w 97"/>
                <a:gd name="T5" fmla="*/ 2147483646 h 197"/>
                <a:gd name="T6" fmla="*/ 2147483646 w 97"/>
                <a:gd name="T7" fmla="*/ 2147483646 h 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197">
                  <a:moveTo>
                    <a:pt x="97" y="100"/>
                  </a:moveTo>
                  <a:lnTo>
                    <a:pt x="0" y="0"/>
                  </a:lnTo>
                  <a:lnTo>
                    <a:pt x="0" y="197"/>
                  </a:lnTo>
                  <a:lnTo>
                    <a:pt x="97" y="100"/>
                  </a:lnTo>
                  <a:close/>
                </a:path>
              </a:pathLst>
            </a:custGeom>
            <a:solidFill>
              <a:srgbClr val="2A3D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5" name="矩形 192"/>
            <p:cNvSpPr>
              <a:spLocks noChangeArrowheads="1"/>
            </p:cNvSpPr>
            <p:nvPr/>
          </p:nvSpPr>
          <p:spPr bwMode="auto">
            <a:xfrm>
              <a:off x="0" y="0"/>
              <a:ext cx="1148708" cy="369332"/>
            </a:xfrm>
            <a:prstGeom prst="rect">
              <a:avLst/>
            </a:prstGeom>
            <a:solidFill>
              <a:srgbClr val="2A3D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3601" name="Group 52"/>
          <p:cNvGrpSpPr>
            <a:grpSpLocks/>
          </p:cNvGrpSpPr>
          <p:nvPr/>
        </p:nvGrpSpPr>
        <p:grpSpPr bwMode="auto">
          <a:xfrm>
            <a:off x="9804400" y="2382334"/>
            <a:ext cx="1147763" cy="528637"/>
            <a:chOff x="0" y="0"/>
            <a:chExt cx="1148708" cy="528422"/>
          </a:xfrm>
        </p:grpSpPr>
        <p:sp>
          <p:nvSpPr>
            <p:cNvPr id="23622" name="Freeform 10"/>
            <p:cNvSpPr>
              <a:spLocks/>
            </p:cNvSpPr>
            <p:nvPr/>
          </p:nvSpPr>
          <p:spPr bwMode="auto">
            <a:xfrm>
              <a:off x="148003" y="215685"/>
              <a:ext cx="153988" cy="312737"/>
            </a:xfrm>
            <a:custGeom>
              <a:avLst/>
              <a:gdLst>
                <a:gd name="T0" fmla="*/ 2147483646 w 97"/>
                <a:gd name="T1" fmla="*/ 2147483646 h 197"/>
                <a:gd name="T2" fmla="*/ 0 w 97"/>
                <a:gd name="T3" fmla="*/ 0 h 197"/>
                <a:gd name="T4" fmla="*/ 0 w 97"/>
                <a:gd name="T5" fmla="*/ 2147483646 h 197"/>
                <a:gd name="T6" fmla="*/ 2147483646 w 97"/>
                <a:gd name="T7" fmla="*/ 2147483646 h 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197">
                  <a:moveTo>
                    <a:pt x="97" y="100"/>
                  </a:moveTo>
                  <a:lnTo>
                    <a:pt x="0" y="0"/>
                  </a:lnTo>
                  <a:lnTo>
                    <a:pt x="0" y="197"/>
                  </a:lnTo>
                  <a:lnTo>
                    <a:pt x="97" y="100"/>
                  </a:lnTo>
                  <a:close/>
                </a:path>
              </a:pathLst>
            </a:custGeom>
            <a:solidFill>
              <a:srgbClr val="5B6C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矩形 196"/>
            <p:cNvSpPr>
              <a:spLocks noChangeArrowheads="1"/>
            </p:cNvSpPr>
            <p:nvPr/>
          </p:nvSpPr>
          <p:spPr bwMode="auto">
            <a:xfrm>
              <a:off x="0" y="0"/>
              <a:ext cx="1148708" cy="369332"/>
            </a:xfrm>
            <a:prstGeom prst="rect">
              <a:avLst/>
            </a:prstGeom>
            <a:solidFill>
              <a:srgbClr val="5B6C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sp>
        <p:nvSpPr>
          <p:cNvPr id="70" name="矩形 199"/>
          <p:cNvSpPr>
            <a:spLocks noChangeArrowheads="1"/>
          </p:cNvSpPr>
          <p:nvPr/>
        </p:nvSpPr>
        <p:spPr bwMode="auto">
          <a:xfrm>
            <a:off x="7416800" y="5430334"/>
            <a:ext cx="4062413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03" name="矩形 200"/>
          <p:cNvSpPr>
            <a:spLocks noChangeArrowheads="1"/>
          </p:cNvSpPr>
          <p:nvPr/>
        </p:nvSpPr>
        <p:spPr bwMode="auto">
          <a:xfrm>
            <a:off x="7416800" y="4987421"/>
            <a:ext cx="12112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3604" name="直接连接符 201"/>
          <p:cNvCxnSpPr>
            <a:cxnSpLocks noChangeShapeType="1"/>
          </p:cNvCxnSpPr>
          <p:nvPr/>
        </p:nvCxnSpPr>
        <p:spPr bwMode="auto">
          <a:xfrm flipH="1">
            <a:off x="7477125" y="5371596"/>
            <a:ext cx="1173163" cy="0"/>
          </a:xfrm>
          <a:prstGeom prst="line">
            <a:avLst/>
          </a:prstGeom>
          <a:noFill/>
          <a:ln w="6350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5" name="直接连接符 205"/>
          <p:cNvCxnSpPr>
            <a:cxnSpLocks noChangeShapeType="1"/>
          </p:cNvCxnSpPr>
          <p:nvPr/>
        </p:nvCxnSpPr>
        <p:spPr bwMode="auto">
          <a:xfrm>
            <a:off x="6096000" y="974221"/>
            <a:ext cx="0" cy="4397375"/>
          </a:xfrm>
          <a:prstGeom prst="line">
            <a:avLst/>
          </a:prstGeom>
          <a:noFill/>
          <a:ln w="6350">
            <a:solidFill>
              <a:srgbClr val="20386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" name="矩形 206"/>
          <p:cNvSpPr>
            <a:spLocks noChangeArrowheads="1"/>
          </p:cNvSpPr>
          <p:nvPr/>
        </p:nvSpPr>
        <p:spPr bwMode="auto">
          <a:xfrm>
            <a:off x="1219200" y="5430334"/>
            <a:ext cx="40640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07" name="矩形 207"/>
          <p:cNvSpPr>
            <a:spLocks noChangeArrowheads="1"/>
          </p:cNvSpPr>
          <p:nvPr/>
        </p:nvSpPr>
        <p:spPr bwMode="auto">
          <a:xfrm>
            <a:off x="1219200" y="4987421"/>
            <a:ext cx="12112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3608" name="直接连接符 208"/>
          <p:cNvCxnSpPr>
            <a:cxnSpLocks noChangeShapeType="1"/>
          </p:cNvCxnSpPr>
          <p:nvPr/>
        </p:nvCxnSpPr>
        <p:spPr bwMode="auto">
          <a:xfrm flipH="1">
            <a:off x="1279525" y="5371596"/>
            <a:ext cx="1173163" cy="0"/>
          </a:xfrm>
          <a:prstGeom prst="line">
            <a:avLst/>
          </a:prstGeom>
          <a:noFill/>
          <a:ln w="6350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9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09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990600" y="4841160"/>
            <a:ext cx="4760913" cy="831850"/>
          </a:xfrm>
          <a:prstGeom prst="roundRect">
            <a:avLst>
              <a:gd name="adj" fmla="val 18655"/>
            </a:avLst>
          </a:prstGeom>
          <a:solidFill>
            <a:srgbClr val="2A3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79" name="矩形 16"/>
          <p:cNvSpPr>
            <a:spLocks noChangeArrowheads="1"/>
          </p:cNvSpPr>
          <p:nvPr/>
        </p:nvSpPr>
        <p:spPr bwMode="auto">
          <a:xfrm>
            <a:off x="1141413" y="4918948"/>
            <a:ext cx="4413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000125" y="3552110"/>
            <a:ext cx="4760913" cy="831850"/>
          </a:xfrm>
          <a:prstGeom prst="roundRect">
            <a:avLst>
              <a:gd name="adj" fmla="val 18655"/>
            </a:avLst>
          </a:prstGeom>
          <a:solidFill>
            <a:srgbClr val="3852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81" name="矩形 18"/>
          <p:cNvSpPr>
            <a:spLocks noChangeArrowheads="1"/>
          </p:cNvSpPr>
          <p:nvPr/>
        </p:nvSpPr>
        <p:spPr bwMode="auto">
          <a:xfrm>
            <a:off x="1160463" y="3615610"/>
            <a:ext cx="44148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00125" y="2283698"/>
            <a:ext cx="4760913" cy="833437"/>
          </a:xfrm>
          <a:prstGeom prst="roundRect">
            <a:avLst>
              <a:gd name="adj" fmla="val 18655"/>
            </a:avLst>
          </a:prstGeom>
          <a:solidFill>
            <a:srgbClr val="2358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83" name="矩形 20"/>
          <p:cNvSpPr>
            <a:spLocks noChangeArrowheads="1"/>
          </p:cNvSpPr>
          <p:nvPr/>
        </p:nvSpPr>
        <p:spPr bwMode="auto">
          <a:xfrm>
            <a:off x="1149350" y="2361485"/>
            <a:ext cx="4413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423025" y="4841160"/>
            <a:ext cx="4760913" cy="831850"/>
          </a:xfrm>
          <a:prstGeom prst="roundRect">
            <a:avLst>
              <a:gd name="adj" fmla="val 18655"/>
            </a:avLst>
          </a:prstGeom>
          <a:solidFill>
            <a:srgbClr val="2A3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85" name="矩形 22"/>
          <p:cNvSpPr>
            <a:spLocks noChangeArrowheads="1"/>
          </p:cNvSpPr>
          <p:nvPr/>
        </p:nvSpPr>
        <p:spPr bwMode="auto">
          <a:xfrm>
            <a:off x="6572250" y="4918948"/>
            <a:ext cx="44148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430963" y="3552110"/>
            <a:ext cx="4762500" cy="831850"/>
          </a:xfrm>
          <a:prstGeom prst="roundRect">
            <a:avLst>
              <a:gd name="adj" fmla="val 18655"/>
            </a:avLst>
          </a:prstGeom>
          <a:solidFill>
            <a:srgbClr val="3852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87" name="矩形 24"/>
          <p:cNvSpPr>
            <a:spLocks noChangeArrowheads="1"/>
          </p:cNvSpPr>
          <p:nvPr/>
        </p:nvSpPr>
        <p:spPr bwMode="auto">
          <a:xfrm>
            <a:off x="6592888" y="3615610"/>
            <a:ext cx="4413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88" name="组合 25"/>
          <p:cNvGrpSpPr>
            <a:grpSpLocks/>
          </p:cNvGrpSpPr>
          <p:nvPr/>
        </p:nvGrpSpPr>
        <p:grpSpPr bwMode="auto">
          <a:xfrm>
            <a:off x="5618163" y="3477498"/>
            <a:ext cx="955675" cy="974725"/>
            <a:chOff x="5302498" y="1350023"/>
            <a:chExt cx="954598" cy="974486"/>
          </a:xfrm>
        </p:grpSpPr>
        <p:sp>
          <p:nvSpPr>
            <p:cNvPr id="24612" name="Oval 42"/>
            <p:cNvSpPr>
              <a:spLocks noChangeArrowheads="1"/>
            </p:cNvSpPr>
            <p:nvPr/>
          </p:nvSpPr>
          <p:spPr bwMode="auto">
            <a:xfrm>
              <a:off x="5302498" y="1350023"/>
              <a:ext cx="954598" cy="974486"/>
            </a:xfrm>
            <a:prstGeom prst="ellipse">
              <a:avLst/>
            </a:prstGeom>
            <a:solidFill>
              <a:schemeClr val="bg1"/>
            </a:solidFill>
            <a:ln w="77788">
              <a:solidFill>
                <a:srgbClr val="38526E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5514685" y="1630891"/>
              <a:ext cx="530225" cy="412750"/>
              <a:chOff x="2001838" y="2316163"/>
              <a:chExt cx="530225" cy="412750"/>
            </a:xfrm>
            <a:solidFill>
              <a:srgbClr val="195D54"/>
            </a:solidFill>
          </p:grpSpPr>
          <p:sp>
            <p:nvSpPr>
              <p:cNvPr id="29" name="Freeform 5"/>
              <p:cNvSpPr>
                <a:spLocks noEditPoints="1"/>
              </p:cNvSpPr>
              <p:nvPr/>
            </p:nvSpPr>
            <p:spPr bwMode="auto">
              <a:xfrm>
                <a:off x="2001838" y="2362200"/>
                <a:ext cx="458788" cy="366713"/>
              </a:xfrm>
              <a:custGeom>
                <a:avLst/>
                <a:gdLst>
                  <a:gd name="T0" fmla="*/ 99 w 120"/>
                  <a:gd name="T1" fmla="*/ 40 h 95"/>
                  <a:gd name="T2" fmla="*/ 96 w 120"/>
                  <a:gd name="T3" fmla="*/ 36 h 95"/>
                  <a:gd name="T4" fmla="*/ 95 w 120"/>
                  <a:gd name="T5" fmla="*/ 22 h 95"/>
                  <a:gd name="T6" fmla="*/ 70 w 120"/>
                  <a:gd name="T7" fmla="*/ 23 h 95"/>
                  <a:gd name="T8" fmla="*/ 66 w 120"/>
                  <a:gd name="T9" fmla="*/ 16 h 95"/>
                  <a:gd name="T10" fmla="*/ 45 w 120"/>
                  <a:gd name="T11" fmla="*/ 6 h 95"/>
                  <a:gd name="T12" fmla="*/ 11 w 120"/>
                  <a:gd name="T13" fmla="*/ 34 h 95"/>
                  <a:gd name="T14" fmla="*/ 2 w 120"/>
                  <a:gd name="T15" fmla="*/ 60 h 95"/>
                  <a:gd name="T16" fmla="*/ 51 w 120"/>
                  <a:gd name="T17" fmla="*/ 93 h 95"/>
                  <a:gd name="T18" fmla="*/ 111 w 120"/>
                  <a:gd name="T19" fmla="*/ 67 h 95"/>
                  <a:gd name="T20" fmla="*/ 99 w 120"/>
                  <a:gd name="T21" fmla="*/ 40 h 95"/>
                  <a:gd name="T22" fmla="*/ 53 w 120"/>
                  <a:gd name="T23" fmla="*/ 86 h 95"/>
                  <a:gd name="T24" fmla="*/ 14 w 120"/>
                  <a:gd name="T25" fmla="*/ 62 h 95"/>
                  <a:gd name="T26" fmla="*/ 53 w 120"/>
                  <a:gd name="T27" fmla="*/ 35 h 95"/>
                  <a:gd name="T28" fmla="*/ 92 w 120"/>
                  <a:gd name="T29" fmla="*/ 57 h 95"/>
                  <a:gd name="T30" fmla="*/ 53 w 120"/>
                  <a:gd name="T31" fmla="*/ 86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" h="95">
                    <a:moveTo>
                      <a:pt x="99" y="40"/>
                    </a:moveTo>
                    <a:cubicBezTo>
                      <a:pt x="94" y="39"/>
                      <a:pt x="96" y="36"/>
                      <a:pt x="96" y="36"/>
                    </a:cubicBezTo>
                    <a:cubicBezTo>
                      <a:pt x="96" y="36"/>
                      <a:pt x="101" y="28"/>
                      <a:pt x="95" y="22"/>
                    </a:cubicBezTo>
                    <a:cubicBezTo>
                      <a:pt x="88" y="14"/>
                      <a:pt x="70" y="23"/>
                      <a:pt x="70" y="23"/>
                    </a:cubicBezTo>
                    <a:cubicBezTo>
                      <a:pt x="63" y="25"/>
                      <a:pt x="65" y="22"/>
                      <a:pt x="66" y="16"/>
                    </a:cubicBezTo>
                    <a:cubicBezTo>
                      <a:pt x="66" y="10"/>
                      <a:pt x="64" y="0"/>
                      <a:pt x="45" y="6"/>
                    </a:cubicBezTo>
                    <a:cubicBezTo>
                      <a:pt x="27" y="12"/>
                      <a:pt x="11" y="34"/>
                      <a:pt x="11" y="34"/>
                    </a:cubicBezTo>
                    <a:cubicBezTo>
                      <a:pt x="0" y="49"/>
                      <a:pt x="2" y="60"/>
                      <a:pt x="2" y="60"/>
                    </a:cubicBezTo>
                    <a:cubicBezTo>
                      <a:pt x="5" y="85"/>
                      <a:pt x="31" y="91"/>
                      <a:pt x="51" y="93"/>
                    </a:cubicBezTo>
                    <a:cubicBezTo>
                      <a:pt x="73" y="95"/>
                      <a:pt x="102" y="86"/>
                      <a:pt x="111" y="67"/>
                    </a:cubicBezTo>
                    <a:cubicBezTo>
                      <a:pt x="120" y="48"/>
                      <a:pt x="104" y="41"/>
                      <a:pt x="99" y="40"/>
                    </a:cubicBezTo>
                    <a:close/>
                    <a:moveTo>
                      <a:pt x="53" y="86"/>
                    </a:moveTo>
                    <a:cubicBezTo>
                      <a:pt x="32" y="87"/>
                      <a:pt x="14" y="76"/>
                      <a:pt x="14" y="62"/>
                    </a:cubicBezTo>
                    <a:cubicBezTo>
                      <a:pt x="14" y="48"/>
                      <a:pt x="32" y="36"/>
                      <a:pt x="53" y="35"/>
                    </a:cubicBezTo>
                    <a:cubicBezTo>
                      <a:pt x="74" y="34"/>
                      <a:pt x="92" y="43"/>
                      <a:pt x="92" y="57"/>
                    </a:cubicBezTo>
                    <a:cubicBezTo>
                      <a:pt x="92" y="72"/>
                      <a:pt x="74" y="85"/>
                      <a:pt x="53" y="86"/>
                    </a:cubicBezTo>
                    <a:close/>
                  </a:path>
                </a:pathLst>
              </a:custGeom>
              <a:solidFill>
                <a:srgbClr val="38526E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30" name="Freeform 6"/>
              <p:cNvSpPr>
                <a:spLocks noEditPoints="1"/>
              </p:cNvSpPr>
              <p:nvPr/>
            </p:nvSpPr>
            <p:spPr bwMode="auto">
              <a:xfrm>
                <a:off x="2105026" y="2524125"/>
                <a:ext cx="179388" cy="161925"/>
              </a:xfrm>
              <a:custGeom>
                <a:avLst/>
                <a:gdLst>
                  <a:gd name="T0" fmla="*/ 22 w 47"/>
                  <a:gd name="T1" fmla="*/ 3 h 42"/>
                  <a:gd name="T2" fmla="*/ 3 w 47"/>
                  <a:gd name="T3" fmla="*/ 25 h 42"/>
                  <a:gd name="T4" fmla="*/ 9 w 47"/>
                  <a:gd name="T5" fmla="*/ 35 h 42"/>
                  <a:gd name="T6" fmla="*/ 41 w 47"/>
                  <a:gd name="T7" fmla="*/ 29 h 42"/>
                  <a:gd name="T8" fmla="*/ 22 w 47"/>
                  <a:gd name="T9" fmla="*/ 3 h 42"/>
                  <a:gd name="T10" fmla="*/ 16 w 47"/>
                  <a:gd name="T11" fmla="*/ 31 h 42"/>
                  <a:gd name="T12" fmla="*/ 9 w 47"/>
                  <a:gd name="T13" fmla="*/ 26 h 42"/>
                  <a:gd name="T14" fmla="*/ 16 w 47"/>
                  <a:gd name="T15" fmla="*/ 19 h 42"/>
                  <a:gd name="T16" fmla="*/ 24 w 47"/>
                  <a:gd name="T17" fmla="*/ 24 h 42"/>
                  <a:gd name="T18" fmla="*/ 16 w 47"/>
                  <a:gd name="T19" fmla="*/ 31 h 42"/>
                  <a:gd name="T20" fmla="*/ 29 w 47"/>
                  <a:gd name="T21" fmla="*/ 20 h 42"/>
                  <a:gd name="T22" fmla="*/ 25 w 47"/>
                  <a:gd name="T23" fmla="*/ 20 h 42"/>
                  <a:gd name="T24" fmla="*/ 26 w 47"/>
                  <a:gd name="T25" fmla="*/ 16 h 42"/>
                  <a:gd name="T26" fmla="*/ 30 w 47"/>
                  <a:gd name="T27" fmla="*/ 16 h 42"/>
                  <a:gd name="T28" fmla="*/ 29 w 47"/>
                  <a:gd name="T29" fmla="*/ 2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" h="42">
                    <a:moveTo>
                      <a:pt x="22" y="3"/>
                    </a:moveTo>
                    <a:cubicBezTo>
                      <a:pt x="0" y="5"/>
                      <a:pt x="3" y="25"/>
                      <a:pt x="3" y="25"/>
                    </a:cubicBezTo>
                    <a:cubicBezTo>
                      <a:pt x="3" y="25"/>
                      <a:pt x="3" y="32"/>
                      <a:pt x="9" y="35"/>
                    </a:cubicBezTo>
                    <a:cubicBezTo>
                      <a:pt x="21" y="42"/>
                      <a:pt x="34" y="38"/>
                      <a:pt x="41" y="29"/>
                    </a:cubicBezTo>
                    <a:cubicBezTo>
                      <a:pt x="47" y="21"/>
                      <a:pt x="43" y="0"/>
                      <a:pt x="22" y="3"/>
                    </a:cubicBezTo>
                    <a:close/>
                    <a:moveTo>
                      <a:pt x="16" y="31"/>
                    </a:moveTo>
                    <a:cubicBezTo>
                      <a:pt x="12" y="31"/>
                      <a:pt x="9" y="29"/>
                      <a:pt x="9" y="26"/>
                    </a:cubicBezTo>
                    <a:cubicBezTo>
                      <a:pt x="9" y="22"/>
                      <a:pt x="12" y="19"/>
                      <a:pt x="16" y="19"/>
                    </a:cubicBezTo>
                    <a:cubicBezTo>
                      <a:pt x="21" y="18"/>
                      <a:pt x="24" y="21"/>
                      <a:pt x="24" y="24"/>
                    </a:cubicBezTo>
                    <a:cubicBezTo>
                      <a:pt x="24" y="27"/>
                      <a:pt x="20" y="31"/>
                      <a:pt x="16" y="31"/>
                    </a:cubicBezTo>
                    <a:close/>
                    <a:moveTo>
                      <a:pt x="29" y="20"/>
                    </a:moveTo>
                    <a:cubicBezTo>
                      <a:pt x="28" y="21"/>
                      <a:pt x="26" y="21"/>
                      <a:pt x="25" y="20"/>
                    </a:cubicBezTo>
                    <a:cubicBezTo>
                      <a:pt x="25" y="19"/>
                      <a:pt x="25" y="17"/>
                      <a:pt x="26" y="16"/>
                    </a:cubicBezTo>
                    <a:cubicBezTo>
                      <a:pt x="28" y="15"/>
                      <a:pt x="29" y="15"/>
                      <a:pt x="30" y="16"/>
                    </a:cubicBezTo>
                    <a:cubicBezTo>
                      <a:pt x="31" y="17"/>
                      <a:pt x="30" y="19"/>
                      <a:pt x="29" y="20"/>
                    </a:cubicBezTo>
                    <a:close/>
                  </a:path>
                </a:pathLst>
              </a:custGeom>
              <a:solidFill>
                <a:srgbClr val="38526E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31" name="Freeform 7"/>
              <p:cNvSpPr>
                <a:spLocks/>
              </p:cNvSpPr>
              <p:nvPr/>
            </p:nvSpPr>
            <p:spPr bwMode="auto">
              <a:xfrm>
                <a:off x="2344738" y="2378075"/>
                <a:ext cx="96838" cy="104775"/>
              </a:xfrm>
              <a:custGeom>
                <a:avLst/>
                <a:gdLst>
                  <a:gd name="T0" fmla="*/ 19 w 25"/>
                  <a:gd name="T1" fmla="*/ 27 h 27"/>
                  <a:gd name="T2" fmla="*/ 23 w 25"/>
                  <a:gd name="T3" fmla="*/ 24 h 27"/>
                  <a:gd name="T4" fmla="*/ 23 w 25"/>
                  <a:gd name="T5" fmla="*/ 24 h 27"/>
                  <a:gd name="T6" fmla="*/ 3 w 25"/>
                  <a:gd name="T7" fmla="*/ 4 h 27"/>
                  <a:gd name="T8" fmla="*/ 0 w 25"/>
                  <a:gd name="T9" fmla="*/ 8 h 27"/>
                  <a:gd name="T10" fmla="*/ 3 w 25"/>
                  <a:gd name="T11" fmla="*/ 11 h 27"/>
                  <a:gd name="T12" fmla="*/ 16 w 25"/>
                  <a:gd name="T13" fmla="*/ 23 h 27"/>
                  <a:gd name="T14" fmla="*/ 19 w 25"/>
                  <a:gd name="T1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7">
                    <a:moveTo>
                      <a:pt x="19" y="27"/>
                    </a:moveTo>
                    <a:cubicBezTo>
                      <a:pt x="21" y="27"/>
                      <a:pt x="22" y="26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5" y="0"/>
                      <a:pt x="3" y="4"/>
                      <a:pt x="3" y="4"/>
                    </a:cubicBezTo>
                    <a:cubicBezTo>
                      <a:pt x="1" y="4"/>
                      <a:pt x="0" y="6"/>
                      <a:pt x="0" y="8"/>
                    </a:cubicBezTo>
                    <a:cubicBezTo>
                      <a:pt x="0" y="10"/>
                      <a:pt x="1" y="11"/>
                      <a:pt x="3" y="11"/>
                    </a:cubicBezTo>
                    <a:cubicBezTo>
                      <a:pt x="19" y="8"/>
                      <a:pt x="16" y="23"/>
                      <a:pt x="16" y="23"/>
                    </a:cubicBezTo>
                    <a:cubicBezTo>
                      <a:pt x="16" y="25"/>
                      <a:pt x="17" y="27"/>
                      <a:pt x="19" y="27"/>
                    </a:cubicBezTo>
                    <a:close/>
                  </a:path>
                </a:pathLst>
              </a:custGeom>
              <a:solidFill>
                <a:srgbClr val="5B6C83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32" name="Freeform 8"/>
              <p:cNvSpPr>
                <a:spLocks/>
              </p:cNvSpPr>
              <p:nvPr/>
            </p:nvSpPr>
            <p:spPr bwMode="auto">
              <a:xfrm>
                <a:off x="2325688" y="2316163"/>
                <a:ext cx="206375" cy="193675"/>
              </a:xfrm>
              <a:custGeom>
                <a:avLst/>
                <a:gdLst>
                  <a:gd name="T0" fmla="*/ 22 w 54"/>
                  <a:gd name="T1" fmla="*/ 2 h 50"/>
                  <a:gd name="T2" fmla="*/ 4 w 54"/>
                  <a:gd name="T3" fmla="*/ 2 h 50"/>
                  <a:gd name="T4" fmla="*/ 3 w 54"/>
                  <a:gd name="T5" fmla="*/ 2 h 50"/>
                  <a:gd name="T6" fmla="*/ 3 w 54"/>
                  <a:gd name="T7" fmla="*/ 2 h 50"/>
                  <a:gd name="T8" fmla="*/ 0 w 54"/>
                  <a:gd name="T9" fmla="*/ 7 h 50"/>
                  <a:gd name="T10" fmla="*/ 5 w 54"/>
                  <a:gd name="T11" fmla="*/ 12 h 50"/>
                  <a:gd name="T12" fmla="*/ 9 w 54"/>
                  <a:gd name="T13" fmla="*/ 11 h 50"/>
                  <a:gd name="T14" fmla="*/ 35 w 54"/>
                  <a:gd name="T15" fmla="*/ 24 h 50"/>
                  <a:gd name="T16" fmla="*/ 36 w 54"/>
                  <a:gd name="T17" fmla="*/ 41 h 50"/>
                  <a:gd name="T18" fmla="*/ 35 w 54"/>
                  <a:gd name="T19" fmla="*/ 46 h 50"/>
                  <a:gd name="T20" fmla="*/ 40 w 54"/>
                  <a:gd name="T21" fmla="*/ 50 h 50"/>
                  <a:gd name="T22" fmla="*/ 45 w 54"/>
                  <a:gd name="T23" fmla="*/ 46 h 50"/>
                  <a:gd name="T24" fmla="*/ 45 w 54"/>
                  <a:gd name="T25" fmla="*/ 46 h 50"/>
                  <a:gd name="T26" fmla="*/ 22 w 54"/>
                  <a:gd name="T27" fmla="*/ 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4" h="50">
                    <a:moveTo>
                      <a:pt x="22" y="2"/>
                    </a:moveTo>
                    <a:cubicBezTo>
                      <a:pt x="14" y="0"/>
                      <a:pt x="6" y="1"/>
                      <a:pt x="4" y="2"/>
                    </a:cubicBez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1" y="3"/>
                      <a:pt x="0" y="5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5" y="12"/>
                      <a:pt x="7" y="12"/>
                      <a:pt x="9" y="11"/>
                    </a:cubicBezTo>
                    <a:cubicBezTo>
                      <a:pt x="11" y="10"/>
                      <a:pt x="27" y="11"/>
                      <a:pt x="35" y="24"/>
                    </a:cubicBezTo>
                    <a:cubicBezTo>
                      <a:pt x="39" y="33"/>
                      <a:pt x="37" y="40"/>
                      <a:pt x="36" y="41"/>
                    </a:cubicBezTo>
                    <a:cubicBezTo>
                      <a:pt x="36" y="41"/>
                      <a:pt x="35" y="43"/>
                      <a:pt x="35" y="46"/>
                    </a:cubicBezTo>
                    <a:cubicBezTo>
                      <a:pt x="35" y="49"/>
                      <a:pt x="38" y="50"/>
                      <a:pt x="40" y="50"/>
                    </a:cubicBezTo>
                    <a:cubicBezTo>
                      <a:pt x="43" y="50"/>
                      <a:pt x="45" y="50"/>
                      <a:pt x="45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54" y="18"/>
                      <a:pt x="35" y="5"/>
                      <a:pt x="22" y="2"/>
                    </a:cubicBezTo>
                    <a:close/>
                  </a:path>
                </a:pathLst>
              </a:custGeom>
              <a:solidFill>
                <a:srgbClr val="38526E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</p:grpSp>
      <p:sp>
        <p:nvSpPr>
          <p:cNvPr id="33" name="圆角矩形 32"/>
          <p:cNvSpPr/>
          <p:nvPr/>
        </p:nvSpPr>
        <p:spPr>
          <a:xfrm>
            <a:off x="6430963" y="2283698"/>
            <a:ext cx="4762500" cy="833437"/>
          </a:xfrm>
          <a:prstGeom prst="roundRect">
            <a:avLst>
              <a:gd name="adj" fmla="val 18655"/>
            </a:avLst>
          </a:prstGeom>
          <a:solidFill>
            <a:srgbClr val="2358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90" name="矩形 33"/>
          <p:cNvSpPr>
            <a:spLocks noChangeArrowheads="1"/>
          </p:cNvSpPr>
          <p:nvPr/>
        </p:nvSpPr>
        <p:spPr bwMode="auto">
          <a:xfrm>
            <a:off x="6581775" y="2361485"/>
            <a:ext cx="4413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91" name="组合 34"/>
          <p:cNvGrpSpPr>
            <a:grpSpLocks/>
          </p:cNvGrpSpPr>
          <p:nvPr/>
        </p:nvGrpSpPr>
        <p:grpSpPr bwMode="auto">
          <a:xfrm>
            <a:off x="5618163" y="4749085"/>
            <a:ext cx="955675" cy="974725"/>
            <a:chOff x="5286108" y="2366059"/>
            <a:chExt cx="954598" cy="974486"/>
          </a:xfrm>
        </p:grpSpPr>
        <p:sp>
          <p:nvSpPr>
            <p:cNvPr id="24610" name="Oval 42"/>
            <p:cNvSpPr>
              <a:spLocks noChangeArrowheads="1"/>
            </p:cNvSpPr>
            <p:nvPr/>
          </p:nvSpPr>
          <p:spPr bwMode="auto">
            <a:xfrm>
              <a:off x="5286108" y="2366059"/>
              <a:ext cx="954598" cy="974486"/>
            </a:xfrm>
            <a:prstGeom prst="ellipse">
              <a:avLst/>
            </a:prstGeom>
            <a:solidFill>
              <a:schemeClr val="bg1"/>
            </a:solidFill>
            <a:ln w="77788">
              <a:solidFill>
                <a:srgbClr val="2A3D5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517345" y="2652484"/>
              <a:ext cx="492125" cy="401637"/>
              <a:chOff x="5849484" y="2344737"/>
              <a:chExt cx="492125" cy="401637"/>
            </a:xfrm>
            <a:solidFill>
              <a:srgbClr val="3E3055"/>
            </a:solidFill>
          </p:grpSpPr>
          <p:sp>
            <p:nvSpPr>
              <p:cNvPr id="38" name="Freeform 24"/>
              <p:cNvSpPr>
                <a:spLocks noEditPoints="1"/>
              </p:cNvSpPr>
              <p:nvPr/>
            </p:nvSpPr>
            <p:spPr bwMode="auto">
              <a:xfrm>
                <a:off x="5849484" y="2344737"/>
                <a:ext cx="349250" cy="320675"/>
              </a:xfrm>
              <a:custGeom>
                <a:avLst/>
                <a:gdLst>
                  <a:gd name="T0" fmla="*/ 87 w 91"/>
                  <a:gd name="T1" fmla="*/ 32 h 83"/>
                  <a:gd name="T2" fmla="*/ 91 w 91"/>
                  <a:gd name="T3" fmla="*/ 32 h 83"/>
                  <a:gd name="T4" fmla="*/ 45 w 91"/>
                  <a:gd name="T5" fmla="*/ 0 h 83"/>
                  <a:gd name="T6" fmla="*/ 0 w 91"/>
                  <a:gd name="T7" fmla="*/ 39 h 83"/>
                  <a:gd name="T8" fmla="*/ 18 w 91"/>
                  <a:gd name="T9" fmla="*/ 69 h 83"/>
                  <a:gd name="T10" fmla="*/ 14 w 91"/>
                  <a:gd name="T11" fmla="*/ 83 h 83"/>
                  <a:gd name="T12" fmla="*/ 30 w 91"/>
                  <a:gd name="T13" fmla="*/ 75 h 83"/>
                  <a:gd name="T14" fmla="*/ 45 w 91"/>
                  <a:gd name="T15" fmla="*/ 77 h 83"/>
                  <a:gd name="T16" fmla="*/ 50 w 91"/>
                  <a:gd name="T17" fmla="*/ 77 h 83"/>
                  <a:gd name="T18" fmla="*/ 48 w 91"/>
                  <a:gd name="T19" fmla="*/ 67 h 83"/>
                  <a:gd name="T20" fmla="*/ 87 w 91"/>
                  <a:gd name="T21" fmla="*/ 32 h 83"/>
                  <a:gd name="T22" fmla="*/ 62 w 91"/>
                  <a:gd name="T23" fmla="*/ 19 h 83"/>
                  <a:gd name="T24" fmla="*/ 68 w 91"/>
                  <a:gd name="T25" fmla="*/ 25 h 83"/>
                  <a:gd name="T26" fmla="*/ 62 w 91"/>
                  <a:gd name="T27" fmla="*/ 31 h 83"/>
                  <a:gd name="T28" fmla="*/ 56 w 91"/>
                  <a:gd name="T29" fmla="*/ 25 h 83"/>
                  <a:gd name="T30" fmla="*/ 62 w 91"/>
                  <a:gd name="T31" fmla="*/ 19 h 83"/>
                  <a:gd name="T32" fmla="*/ 31 w 91"/>
                  <a:gd name="T33" fmla="*/ 31 h 83"/>
                  <a:gd name="T34" fmla="*/ 24 w 91"/>
                  <a:gd name="T35" fmla="*/ 25 h 83"/>
                  <a:gd name="T36" fmla="*/ 31 w 91"/>
                  <a:gd name="T37" fmla="*/ 19 h 83"/>
                  <a:gd name="T38" fmla="*/ 36 w 91"/>
                  <a:gd name="T39" fmla="*/ 25 h 83"/>
                  <a:gd name="T40" fmla="*/ 31 w 91"/>
                  <a:gd name="T41" fmla="*/ 3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1" h="83">
                    <a:moveTo>
                      <a:pt x="87" y="32"/>
                    </a:moveTo>
                    <a:cubicBezTo>
                      <a:pt x="88" y="32"/>
                      <a:pt x="89" y="32"/>
                      <a:pt x="91" y="32"/>
                    </a:cubicBezTo>
                    <a:cubicBezTo>
                      <a:pt x="87" y="14"/>
                      <a:pt x="68" y="0"/>
                      <a:pt x="45" y="0"/>
                    </a:cubicBezTo>
                    <a:cubicBezTo>
                      <a:pt x="21" y="0"/>
                      <a:pt x="0" y="17"/>
                      <a:pt x="0" y="39"/>
                    </a:cubicBezTo>
                    <a:cubicBezTo>
                      <a:pt x="0" y="51"/>
                      <a:pt x="7" y="61"/>
                      <a:pt x="18" y="69"/>
                    </a:cubicBezTo>
                    <a:cubicBezTo>
                      <a:pt x="14" y="83"/>
                      <a:pt x="14" y="83"/>
                      <a:pt x="14" y="83"/>
                    </a:cubicBezTo>
                    <a:cubicBezTo>
                      <a:pt x="30" y="75"/>
                      <a:pt x="30" y="75"/>
                      <a:pt x="30" y="75"/>
                    </a:cubicBezTo>
                    <a:cubicBezTo>
                      <a:pt x="35" y="76"/>
                      <a:pt x="40" y="77"/>
                      <a:pt x="45" y="77"/>
                    </a:cubicBezTo>
                    <a:cubicBezTo>
                      <a:pt x="47" y="77"/>
                      <a:pt x="48" y="77"/>
                      <a:pt x="50" y="77"/>
                    </a:cubicBezTo>
                    <a:cubicBezTo>
                      <a:pt x="49" y="74"/>
                      <a:pt x="48" y="71"/>
                      <a:pt x="48" y="67"/>
                    </a:cubicBezTo>
                    <a:cubicBezTo>
                      <a:pt x="48" y="48"/>
                      <a:pt x="65" y="32"/>
                      <a:pt x="87" y="32"/>
                    </a:cubicBezTo>
                    <a:close/>
                    <a:moveTo>
                      <a:pt x="62" y="19"/>
                    </a:moveTo>
                    <a:cubicBezTo>
                      <a:pt x="66" y="19"/>
                      <a:pt x="68" y="22"/>
                      <a:pt x="68" y="25"/>
                    </a:cubicBezTo>
                    <a:cubicBezTo>
                      <a:pt x="68" y="29"/>
                      <a:pt x="66" y="31"/>
                      <a:pt x="62" y="31"/>
                    </a:cubicBezTo>
                    <a:cubicBezTo>
                      <a:pt x="59" y="31"/>
                      <a:pt x="56" y="29"/>
                      <a:pt x="56" y="25"/>
                    </a:cubicBezTo>
                    <a:cubicBezTo>
                      <a:pt x="56" y="22"/>
                      <a:pt x="59" y="19"/>
                      <a:pt x="62" y="19"/>
                    </a:cubicBezTo>
                    <a:close/>
                    <a:moveTo>
                      <a:pt x="31" y="31"/>
                    </a:moveTo>
                    <a:cubicBezTo>
                      <a:pt x="27" y="31"/>
                      <a:pt x="24" y="29"/>
                      <a:pt x="24" y="25"/>
                    </a:cubicBezTo>
                    <a:cubicBezTo>
                      <a:pt x="24" y="22"/>
                      <a:pt x="27" y="19"/>
                      <a:pt x="31" y="19"/>
                    </a:cubicBezTo>
                    <a:cubicBezTo>
                      <a:pt x="34" y="19"/>
                      <a:pt x="36" y="22"/>
                      <a:pt x="36" y="25"/>
                    </a:cubicBezTo>
                    <a:cubicBezTo>
                      <a:pt x="36" y="29"/>
                      <a:pt x="34" y="31"/>
                      <a:pt x="31" y="31"/>
                    </a:cubicBezTo>
                    <a:close/>
                  </a:path>
                </a:pathLst>
              </a:custGeom>
              <a:solidFill>
                <a:srgbClr val="2A3D5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39" name="Freeform 25"/>
              <p:cNvSpPr>
                <a:spLocks noEditPoints="1"/>
              </p:cNvSpPr>
              <p:nvPr/>
            </p:nvSpPr>
            <p:spPr bwMode="auto">
              <a:xfrm>
                <a:off x="6046334" y="2476499"/>
                <a:ext cx="295275" cy="269875"/>
              </a:xfrm>
              <a:custGeom>
                <a:avLst/>
                <a:gdLst>
                  <a:gd name="T0" fmla="*/ 77 w 77"/>
                  <a:gd name="T1" fmla="*/ 33 h 70"/>
                  <a:gd name="T2" fmla="*/ 38 w 77"/>
                  <a:gd name="T3" fmla="*/ 0 h 70"/>
                  <a:gd name="T4" fmla="*/ 0 w 77"/>
                  <a:gd name="T5" fmla="*/ 33 h 70"/>
                  <a:gd name="T6" fmla="*/ 38 w 77"/>
                  <a:gd name="T7" fmla="*/ 66 h 70"/>
                  <a:gd name="T8" fmla="*/ 52 w 77"/>
                  <a:gd name="T9" fmla="*/ 63 h 70"/>
                  <a:gd name="T10" fmla="*/ 64 w 77"/>
                  <a:gd name="T11" fmla="*/ 70 h 70"/>
                  <a:gd name="T12" fmla="*/ 61 w 77"/>
                  <a:gd name="T13" fmla="*/ 59 h 70"/>
                  <a:gd name="T14" fmla="*/ 77 w 77"/>
                  <a:gd name="T15" fmla="*/ 33 h 70"/>
                  <a:gd name="T16" fmla="*/ 26 w 77"/>
                  <a:gd name="T17" fmla="*/ 27 h 70"/>
                  <a:gd name="T18" fmla="*/ 21 w 77"/>
                  <a:gd name="T19" fmla="*/ 23 h 70"/>
                  <a:gd name="T20" fmla="*/ 26 w 77"/>
                  <a:gd name="T21" fmla="*/ 18 h 70"/>
                  <a:gd name="T22" fmla="*/ 32 w 77"/>
                  <a:gd name="T23" fmla="*/ 23 h 70"/>
                  <a:gd name="T24" fmla="*/ 26 w 77"/>
                  <a:gd name="T25" fmla="*/ 27 h 70"/>
                  <a:gd name="T26" fmla="*/ 51 w 77"/>
                  <a:gd name="T27" fmla="*/ 27 h 70"/>
                  <a:gd name="T28" fmla="*/ 46 w 77"/>
                  <a:gd name="T29" fmla="*/ 23 h 70"/>
                  <a:gd name="T30" fmla="*/ 51 w 77"/>
                  <a:gd name="T31" fmla="*/ 18 h 70"/>
                  <a:gd name="T32" fmla="*/ 56 w 77"/>
                  <a:gd name="T33" fmla="*/ 23 h 70"/>
                  <a:gd name="T34" fmla="*/ 51 w 77"/>
                  <a:gd name="T35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70">
                    <a:moveTo>
                      <a:pt x="77" y="33"/>
                    </a:moveTo>
                    <a:cubicBezTo>
                      <a:pt x="77" y="15"/>
                      <a:pt x="59" y="0"/>
                      <a:pt x="38" y="0"/>
                    </a:cubicBezTo>
                    <a:cubicBezTo>
                      <a:pt x="17" y="0"/>
                      <a:pt x="0" y="15"/>
                      <a:pt x="0" y="33"/>
                    </a:cubicBezTo>
                    <a:cubicBezTo>
                      <a:pt x="0" y="51"/>
                      <a:pt x="17" y="66"/>
                      <a:pt x="38" y="66"/>
                    </a:cubicBezTo>
                    <a:cubicBezTo>
                      <a:pt x="43" y="66"/>
                      <a:pt x="47" y="65"/>
                      <a:pt x="52" y="63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1" y="59"/>
                      <a:pt x="61" y="59"/>
                      <a:pt x="61" y="59"/>
                    </a:cubicBezTo>
                    <a:cubicBezTo>
                      <a:pt x="70" y="52"/>
                      <a:pt x="77" y="43"/>
                      <a:pt x="77" y="33"/>
                    </a:cubicBezTo>
                    <a:close/>
                    <a:moveTo>
                      <a:pt x="26" y="27"/>
                    </a:moveTo>
                    <a:cubicBezTo>
                      <a:pt x="24" y="27"/>
                      <a:pt x="21" y="25"/>
                      <a:pt x="21" y="23"/>
                    </a:cubicBezTo>
                    <a:cubicBezTo>
                      <a:pt x="21" y="21"/>
                      <a:pt x="24" y="18"/>
                      <a:pt x="26" y="18"/>
                    </a:cubicBezTo>
                    <a:cubicBezTo>
                      <a:pt x="29" y="18"/>
                      <a:pt x="32" y="21"/>
                      <a:pt x="32" y="23"/>
                    </a:cubicBezTo>
                    <a:cubicBezTo>
                      <a:pt x="32" y="25"/>
                      <a:pt x="29" y="27"/>
                      <a:pt x="26" y="27"/>
                    </a:cubicBezTo>
                    <a:close/>
                    <a:moveTo>
                      <a:pt x="51" y="27"/>
                    </a:moveTo>
                    <a:cubicBezTo>
                      <a:pt x="49" y="27"/>
                      <a:pt x="46" y="25"/>
                      <a:pt x="46" y="23"/>
                    </a:cubicBezTo>
                    <a:cubicBezTo>
                      <a:pt x="46" y="21"/>
                      <a:pt x="49" y="18"/>
                      <a:pt x="51" y="18"/>
                    </a:cubicBezTo>
                    <a:cubicBezTo>
                      <a:pt x="54" y="18"/>
                      <a:pt x="56" y="21"/>
                      <a:pt x="56" y="23"/>
                    </a:cubicBezTo>
                    <a:cubicBezTo>
                      <a:pt x="56" y="25"/>
                      <a:pt x="54" y="27"/>
                      <a:pt x="51" y="27"/>
                    </a:cubicBezTo>
                    <a:close/>
                  </a:path>
                </a:pathLst>
              </a:custGeom>
              <a:solidFill>
                <a:srgbClr val="2A3D5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24592" name="组合 39"/>
          <p:cNvGrpSpPr>
            <a:grpSpLocks/>
          </p:cNvGrpSpPr>
          <p:nvPr/>
        </p:nvGrpSpPr>
        <p:grpSpPr bwMode="auto">
          <a:xfrm>
            <a:off x="5618163" y="2207498"/>
            <a:ext cx="955675" cy="973137"/>
            <a:chOff x="5539018" y="301915"/>
            <a:chExt cx="954598" cy="974486"/>
          </a:xfrm>
        </p:grpSpPr>
        <p:sp>
          <p:nvSpPr>
            <p:cNvPr id="24608" name="Oval 42"/>
            <p:cNvSpPr>
              <a:spLocks noChangeArrowheads="1"/>
            </p:cNvSpPr>
            <p:nvPr/>
          </p:nvSpPr>
          <p:spPr bwMode="auto">
            <a:xfrm>
              <a:off x="5539018" y="301915"/>
              <a:ext cx="954598" cy="974486"/>
            </a:xfrm>
            <a:prstGeom prst="ellipse">
              <a:avLst/>
            </a:prstGeom>
            <a:solidFill>
              <a:schemeClr val="bg1"/>
            </a:solidFill>
            <a:ln w="77788">
              <a:solidFill>
                <a:srgbClr val="23588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9" name="Freeform 20"/>
            <p:cNvSpPr>
              <a:spLocks noEditPoints="1"/>
            </p:cNvSpPr>
            <p:nvPr/>
          </p:nvSpPr>
          <p:spPr bwMode="auto">
            <a:xfrm>
              <a:off x="5795654" y="592308"/>
              <a:ext cx="441325" cy="393700"/>
            </a:xfrm>
            <a:custGeom>
              <a:avLst/>
              <a:gdLst>
                <a:gd name="T0" fmla="*/ 2147483646 w 115"/>
                <a:gd name="T1" fmla="*/ 2147483646 h 102"/>
                <a:gd name="T2" fmla="*/ 2147483646 w 115"/>
                <a:gd name="T3" fmla="*/ 2147483646 h 102"/>
                <a:gd name="T4" fmla="*/ 2147483646 w 115"/>
                <a:gd name="T5" fmla="*/ 2147483646 h 102"/>
                <a:gd name="T6" fmla="*/ 2147483646 w 115"/>
                <a:gd name="T7" fmla="*/ 2147483646 h 102"/>
                <a:gd name="T8" fmla="*/ 2147483646 w 115"/>
                <a:gd name="T9" fmla="*/ 2147483646 h 102"/>
                <a:gd name="T10" fmla="*/ 2147483646 w 115"/>
                <a:gd name="T11" fmla="*/ 0 h 102"/>
                <a:gd name="T12" fmla="*/ 2147483646 w 115"/>
                <a:gd name="T13" fmla="*/ 0 h 102"/>
                <a:gd name="T14" fmla="*/ 2147483646 w 115"/>
                <a:gd name="T15" fmla="*/ 2147483646 h 102"/>
                <a:gd name="T16" fmla="*/ 2147483646 w 115"/>
                <a:gd name="T17" fmla="*/ 2147483646 h 102"/>
                <a:gd name="T18" fmla="*/ 2147483646 w 115"/>
                <a:gd name="T19" fmla="*/ 2147483646 h 102"/>
                <a:gd name="T20" fmla="*/ 0 w 115"/>
                <a:gd name="T21" fmla="*/ 2147483646 h 102"/>
                <a:gd name="T22" fmla="*/ 0 w 115"/>
                <a:gd name="T23" fmla="*/ 2147483646 h 102"/>
                <a:gd name="T24" fmla="*/ 2147483646 w 115"/>
                <a:gd name="T25" fmla="*/ 2147483646 h 102"/>
                <a:gd name="T26" fmla="*/ 2147483646 w 115"/>
                <a:gd name="T27" fmla="*/ 2147483646 h 102"/>
                <a:gd name="T28" fmla="*/ 2147483646 w 115"/>
                <a:gd name="T29" fmla="*/ 2147483646 h 102"/>
                <a:gd name="T30" fmla="*/ 2147483646 w 115"/>
                <a:gd name="T31" fmla="*/ 2147483646 h 102"/>
                <a:gd name="T32" fmla="*/ 2147483646 w 115"/>
                <a:gd name="T33" fmla="*/ 2147483646 h 102"/>
                <a:gd name="T34" fmla="*/ 2147483646 w 115"/>
                <a:gd name="T35" fmla="*/ 2147483646 h 102"/>
                <a:gd name="T36" fmla="*/ 2147483646 w 115"/>
                <a:gd name="T37" fmla="*/ 2147483646 h 102"/>
                <a:gd name="T38" fmla="*/ 2147483646 w 115"/>
                <a:gd name="T39" fmla="*/ 2147483646 h 102"/>
                <a:gd name="T40" fmla="*/ 2147483646 w 115"/>
                <a:gd name="T41" fmla="*/ 2147483646 h 102"/>
                <a:gd name="T42" fmla="*/ 2147483646 w 115"/>
                <a:gd name="T43" fmla="*/ 2147483646 h 102"/>
                <a:gd name="T44" fmla="*/ 2147483646 w 115"/>
                <a:gd name="T45" fmla="*/ 2147483646 h 102"/>
                <a:gd name="T46" fmla="*/ 2147483646 w 115"/>
                <a:gd name="T47" fmla="*/ 2147483646 h 102"/>
                <a:gd name="T48" fmla="*/ 2147483646 w 115"/>
                <a:gd name="T49" fmla="*/ 2147483646 h 102"/>
                <a:gd name="T50" fmla="*/ 2147483646 w 115"/>
                <a:gd name="T51" fmla="*/ 2147483646 h 102"/>
                <a:gd name="T52" fmla="*/ 2147483646 w 115"/>
                <a:gd name="T53" fmla="*/ 2147483646 h 102"/>
                <a:gd name="T54" fmla="*/ 2147483646 w 115"/>
                <a:gd name="T55" fmla="*/ 2147483646 h 102"/>
                <a:gd name="T56" fmla="*/ 2147483646 w 115"/>
                <a:gd name="T57" fmla="*/ 2147483646 h 10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5" h="102">
                  <a:moveTo>
                    <a:pt x="115" y="37"/>
                  </a:moveTo>
                  <a:cubicBezTo>
                    <a:pt x="115" y="36"/>
                    <a:pt x="115" y="36"/>
                    <a:pt x="114" y="36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8" y="0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2"/>
                    <a:pt x="23" y="102"/>
                    <a:pt x="26" y="102"/>
                  </a:cubicBezTo>
                  <a:cubicBezTo>
                    <a:pt x="59" y="81"/>
                    <a:pt x="59" y="81"/>
                    <a:pt x="59" y="81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3" y="102"/>
                    <a:pt x="93" y="102"/>
                    <a:pt x="95" y="10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107" y="43"/>
                    <a:pt x="107" y="43"/>
                    <a:pt x="107" y="43"/>
                  </a:cubicBezTo>
                  <a:lnTo>
                    <a:pt x="115" y="37"/>
                  </a:lnTo>
                  <a:close/>
                  <a:moveTo>
                    <a:pt x="31" y="76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87" y="76"/>
                    <a:pt x="87" y="76"/>
                    <a:pt x="87" y="76"/>
                  </a:cubicBezTo>
                  <a:lnTo>
                    <a:pt x="31" y="76"/>
                  </a:lnTo>
                  <a:close/>
                </a:path>
              </a:pathLst>
            </a:custGeom>
            <a:solidFill>
              <a:srgbClr val="235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93" name="矩形 42"/>
          <p:cNvSpPr>
            <a:spLocks noChangeArrowheads="1"/>
          </p:cNvSpPr>
          <p:nvPr/>
        </p:nvSpPr>
        <p:spPr bwMode="auto">
          <a:xfrm>
            <a:off x="4313238" y="862013"/>
            <a:ext cx="35655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</a:t>
            </a:r>
            <a:r>
              <a:rPr lang="en-US" altLang="zh-CN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45" name="TextBox 15"/>
          <p:cNvSpPr txBox="1">
            <a:spLocks noChangeArrowheads="1"/>
          </p:cNvSpPr>
          <p:nvPr/>
        </p:nvSpPr>
        <p:spPr bwMode="auto">
          <a:xfrm>
            <a:off x="4217988" y="1425575"/>
            <a:ext cx="374491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此处请输入您的副标题，或者删除此文本框</a:t>
            </a:r>
          </a:p>
        </p:txBody>
      </p:sp>
      <p:sp>
        <p:nvSpPr>
          <p:cNvPr id="34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10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809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84140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TextBox 7"/>
          <p:cNvSpPr txBox="1">
            <a:spLocks noChangeArrowheads="1"/>
          </p:cNvSpPr>
          <p:nvPr/>
        </p:nvSpPr>
        <p:spPr bwMode="auto">
          <a:xfrm>
            <a:off x="3058265" y="2385477"/>
            <a:ext cx="817853" cy="132343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000" b="1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8000" b="1" dirty="0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8"/>
          <p:cNvSpPr txBox="1"/>
          <p:nvPr/>
        </p:nvSpPr>
        <p:spPr>
          <a:xfrm>
            <a:off x="3876118" y="2659559"/>
            <a:ext cx="46987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课题研究过程展示</a:t>
            </a:r>
          </a:p>
        </p:txBody>
      </p:sp>
    </p:spTree>
    <p:extLst>
      <p:ext uri="{BB962C8B-B14F-4D97-AF65-F5344CB8AC3E}">
        <p14:creationId xmlns:p14="http://schemas.microsoft.com/office/powerpoint/2010/main" val="409769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椭圆 24"/>
          <p:cNvSpPr/>
          <p:nvPr/>
        </p:nvSpPr>
        <p:spPr>
          <a:xfrm>
            <a:off x="1537264" y="1799115"/>
            <a:ext cx="1987550" cy="1987550"/>
          </a:xfrm>
          <a:prstGeom prst="ellipse">
            <a:avLst/>
          </a:prstGeom>
          <a:solidFill>
            <a:srgbClr val="1F4E79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998062" y="2407577"/>
            <a:ext cx="1068388" cy="771525"/>
            <a:chOff x="4244976" y="-839788"/>
            <a:chExt cx="1068388" cy="771525"/>
          </a:xfrm>
          <a:solidFill>
            <a:schemeClr val="bg1"/>
          </a:solidFill>
        </p:grpSpPr>
        <p:sp>
          <p:nvSpPr>
            <p:cNvPr id="27" name="Freeform 5"/>
            <p:cNvSpPr>
              <a:spLocks/>
            </p:cNvSpPr>
            <p:nvPr/>
          </p:nvSpPr>
          <p:spPr bwMode="auto">
            <a:xfrm>
              <a:off x="4343401" y="-787401"/>
              <a:ext cx="849313" cy="433388"/>
            </a:xfrm>
            <a:custGeom>
              <a:avLst/>
              <a:gdLst>
                <a:gd name="T0" fmla="*/ 224 w 224"/>
                <a:gd name="T1" fmla="*/ 92 h 114"/>
                <a:gd name="T2" fmla="*/ 203 w 224"/>
                <a:gd name="T3" fmla="*/ 114 h 114"/>
                <a:gd name="T4" fmla="*/ 21 w 224"/>
                <a:gd name="T5" fmla="*/ 114 h 114"/>
                <a:gd name="T6" fmla="*/ 0 w 224"/>
                <a:gd name="T7" fmla="*/ 92 h 114"/>
                <a:gd name="T8" fmla="*/ 0 w 224"/>
                <a:gd name="T9" fmla="*/ 22 h 114"/>
                <a:gd name="T10" fmla="*/ 21 w 224"/>
                <a:gd name="T11" fmla="*/ 0 h 114"/>
                <a:gd name="T12" fmla="*/ 203 w 224"/>
                <a:gd name="T13" fmla="*/ 0 h 114"/>
                <a:gd name="T14" fmla="*/ 224 w 224"/>
                <a:gd name="T15" fmla="*/ 22 h 114"/>
                <a:gd name="T16" fmla="*/ 224 w 224"/>
                <a:gd name="T17" fmla="*/ 9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4" h="114">
                  <a:moveTo>
                    <a:pt x="224" y="92"/>
                  </a:moveTo>
                  <a:cubicBezTo>
                    <a:pt x="224" y="105"/>
                    <a:pt x="215" y="114"/>
                    <a:pt x="203" y="114"/>
                  </a:cubicBezTo>
                  <a:cubicBezTo>
                    <a:pt x="21" y="114"/>
                    <a:pt x="21" y="114"/>
                    <a:pt x="21" y="114"/>
                  </a:cubicBezTo>
                  <a:cubicBezTo>
                    <a:pt x="9" y="114"/>
                    <a:pt x="0" y="105"/>
                    <a:pt x="0" y="9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15" y="0"/>
                    <a:pt x="224" y="10"/>
                    <a:pt x="224" y="22"/>
                  </a:cubicBezTo>
                  <a:lnTo>
                    <a:pt x="224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4244976" y="-131763"/>
              <a:ext cx="1068388" cy="63500"/>
            </a:xfrm>
            <a:custGeom>
              <a:avLst/>
              <a:gdLst>
                <a:gd name="T0" fmla="*/ 281 w 282"/>
                <a:gd name="T1" fmla="*/ 0 h 17"/>
                <a:gd name="T2" fmla="*/ 261 w 282"/>
                <a:gd name="T3" fmla="*/ 6 h 17"/>
                <a:gd name="T4" fmla="*/ 22 w 282"/>
                <a:gd name="T5" fmla="*/ 6 h 17"/>
                <a:gd name="T6" fmla="*/ 2 w 282"/>
                <a:gd name="T7" fmla="*/ 0 h 17"/>
                <a:gd name="T8" fmla="*/ 2 w 282"/>
                <a:gd name="T9" fmla="*/ 9 h 17"/>
                <a:gd name="T10" fmla="*/ 22 w 282"/>
                <a:gd name="T11" fmla="*/ 17 h 17"/>
                <a:gd name="T12" fmla="*/ 261 w 282"/>
                <a:gd name="T13" fmla="*/ 17 h 17"/>
                <a:gd name="T14" fmla="*/ 281 w 282"/>
                <a:gd name="T15" fmla="*/ 9 h 17"/>
                <a:gd name="T16" fmla="*/ 281 w 282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17">
                  <a:moveTo>
                    <a:pt x="281" y="0"/>
                  </a:moveTo>
                  <a:cubicBezTo>
                    <a:pt x="279" y="4"/>
                    <a:pt x="272" y="6"/>
                    <a:pt x="26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1" y="6"/>
                    <a:pt x="3" y="4"/>
                    <a:pt x="2" y="0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13"/>
                    <a:pt x="9" y="17"/>
                    <a:pt x="22" y="17"/>
                  </a:cubicBezTo>
                  <a:cubicBezTo>
                    <a:pt x="261" y="17"/>
                    <a:pt x="261" y="17"/>
                    <a:pt x="261" y="17"/>
                  </a:cubicBezTo>
                  <a:cubicBezTo>
                    <a:pt x="274" y="17"/>
                    <a:pt x="282" y="13"/>
                    <a:pt x="281" y="9"/>
                  </a:cubicBezTo>
                  <a:lnTo>
                    <a:pt x="2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>
              <a:off x="4244976" y="-839788"/>
              <a:ext cx="1068388" cy="708025"/>
            </a:xfrm>
            <a:custGeom>
              <a:avLst/>
              <a:gdLst>
                <a:gd name="T0" fmla="*/ 269 w 282"/>
                <a:gd name="T1" fmla="*/ 145 h 186"/>
                <a:gd name="T2" fmla="*/ 246 w 282"/>
                <a:gd name="T3" fmla="*/ 137 h 186"/>
                <a:gd name="T4" fmla="*/ 263 w 282"/>
                <a:gd name="T5" fmla="*/ 36 h 186"/>
                <a:gd name="T6" fmla="*/ 47 w 282"/>
                <a:gd name="T7" fmla="*/ 0 h 186"/>
                <a:gd name="T8" fmla="*/ 13 w 282"/>
                <a:gd name="T9" fmla="*/ 36 h 186"/>
                <a:gd name="T10" fmla="*/ 31 w 282"/>
                <a:gd name="T11" fmla="*/ 137 h 186"/>
                <a:gd name="T12" fmla="*/ 2 w 282"/>
                <a:gd name="T13" fmla="*/ 178 h 186"/>
                <a:gd name="T14" fmla="*/ 261 w 282"/>
                <a:gd name="T15" fmla="*/ 186 h 186"/>
                <a:gd name="T16" fmla="*/ 77 w 282"/>
                <a:gd name="T17" fmla="*/ 161 h 186"/>
                <a:gd name="T18" fmla="*/ 102 w 282"/>
                <a:gd name="T19" fmla="*/ 161 h 186"/>
                <a:gd name="T20" fmla="*/ 77 w 282"/>
                <a:gd name="T21" fmla="*/ 161 h 186"/>
                <a:gd name="T22" fmla="*/ 64 w 282"/>
                <a:gd name="T23" fmla="*/ 148 h 186"/>
                <a:gd name="T24" fmla="*/ 87 w 282"/>
                <a:gd name="T25" fmla="*/ 148 h 186"/>
                <a:gd name="T26" fmla="*/ 97 w 282"/>
                <a:gd name="T27" fmla="*/ 148 h 186"/>
                <a:gd name="T28" fmla="*/ 120 w 282"/>
                <a:gd name="T29" fmla="*/ 148 h 186"/>
                <a:gd name="T30" fmla="*/ 97 w 282"/>
                <a:gd name="T31" fmla="*/ 148 h 186"/>
                <a:gd name="T32" fmla="*/ 136 w 282"/>
                <a:gd name="T33" fmla="*/ 161 h 186"/>
                <a:gd name="T34" fmla="*/ 112 w 282"/>
                <a:gd name="T35" fmla="*/ 161 h 186"/>
                <a:gd name="T36" fmla="*/ 129 w 282"/>
                <a:gd name="T37" fmla="*/ 148 h 186"/>
                <a:gd name="T38" fmla="*/ 153 w 282"/>
                <a:gd name="T39" fmla="*/ 148 h 186"/>
                <a:gd name="T40" fmla="*/ 129 w 282"/>
                <a:gd name="T41" fmla="*/ 148 h 186"/>
                <a:gd name="T42" fmla="*/ 170 w 282"/>
                <a:gd name="T43" fmla="*/ 161 h 186"/>
                <a:gd name="T44" fmla="*/ 146 w 282"/>
                <a:gd name="T45" fmla="*/ 161 h 186"/>
                <a:gd name="T46" fmla="*/ 162 w 282"/>
                <a:gd name="T47" fmla="*/ 148 h 186"/>
                <a:gd name="T48" fmla="*/ 186 w 282"/>
                <a:gd name="T49" fmla="*/ 148 h 186"/>
                <a:gd name="T50" fmla="*/ 162 w 282"/>
                <a:gd name="T51" fmla="*/ 148 h 186"/>
                <a:gd name="T52" fmla="*/ 204 w 282"/>
                <a:gd name="T53" fmla="*/ 161 h 186"/>
                <a:gd name="T54" fmla="*/ 180 w 282"/>
                <a:gd name="T55" fmla="*/ 161 h 186"/>
                <a:gd name="T56" fmla="*/ 195 w 282"/>
                <a:gd name="T57" fmla="*/ 148 h 186"/>
                <a:gd name="T58" fmla="*/ 219 w 282"/>
                <a:gd name="T59" fmla="*/ 148 h 186"/>
                <a:gd name="T60" fmla="*/ 195 w 282"/>
                <a:gd name="T61" fmla="*/ 148 h 186"/>
                <a:gd name="T62" fmla="*/ 18 w 282"/>
                <a:gd name="T63" fmla="*/ 36 h 186"/>
                <a:gd name="T64" fmla="*/ 47 w 282"/>
                <a:gd name="T65" fmla="*/ 5 h 186"/>
                <a:gd name="T66" fmla="*/ 258 w 282"/>
                <a:gd name="T67" fmla="*/ 36 h 186"/>
                <a:gd name="T68" fmla="*/ 229 w 282"/>
                <a:gd name="T69" fmla="*/ 137 h 186"/>
                <a:gd name="T70" fmla="*/ 18 w 282"/>
                <a:gd name="T71" fmla="*/ 106 h 186"/>
                <a:gd name="T72" fmla="*/ 44 w 282"/>
                <a:gd name="T73" fmla="*/ 143 h 186"/>
                <a:gd name="T74" fmla="*/ 41 w 282"/>
                <a:gd name="T75" fmla="*/ 153 h 186"/>
                <a:gd name="T76" fmla="*/ 43 w 282"/>
                <a:gd name="T77" fmla="*/ 161 h 186"/>
                <a:gd name="T78" fmla="*/ 68 w 282"/>
                <a:gd name="T79" fmla="*/ 161 h 186"/>
                <a:gd name="T80" fmla="*/ 43 w 282"/>
                <a:gd name="T81" fmla="*/ 161 h 186"/>
                <a:gd name="T82" fmla="*/ 70 w 282"/>
                <a:gd name="T83" fmla="*/ 180 h 186"/>
                <a:gd name="T84" fmla="*/ 71 w 282"/>
                <a:gd name="T85" fmla="*/ 172 h 186"/>
                <a:gd name="T86" fmla="*/ 223 w 282"/>
                <a:gd name="T87" fmla="*/ 176 h 186"/>
                <a:gd name="T88" fmla="*/ 227 w 282"/>
                <a:gd name="T89" fmla="*/ 165 h 186"/>
                <a:gd name="T90" fmla="*/ 225 w 282"/>
                <a:gd name="T91" fmla="*/ 156 h 186"/>
                <a:gd name="T92" fmla="*/ 227 w 282"/>
                <a:gd name="T93" fmla="*/ 165 h 186"/>
                <a:gd name="T94" fmla="*/ 228 w 282"/>
                <a:gd name="T95" fmla="*/ 148 h 186"/>
                <a:gd name="T96" fmla="*/ 252 w 282"/>
                <a:gd name="T97" fmla="*/ 14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2" h="186">
                  <a:moveTo>
                    <a:pt x="281" y="178"/>
                  </a:moveTo>
                  <a:cubicBezTo>
                    <a:pt x="269" y="145"/>
                    <a:pt x="269" y="145"/>
                    <a:pt x="269" y="145"/>
                  </a:cubicBezTo>
                  <a:cubicBezTo>
                    <a:pt x="267" y="141"/>
                    <a:pt x="257" y="137"/>
                    <a:pt x="246" y="137"/>
                  </a:cubicBezTo>
                  <a:cubicBezTo>
                    <a:pt x="246" y="137"/>
                    <a:pt x="246" y="137"/>
                    <a:pt x="246" y="137"/>
                  </a:cubicBezTo>
                  <a:cubicBezTo>
                    <a:pt x="256" y="131"/>
                    <a:pt x="263" y="119"/>
                    <a:pt x="263" y="106"/>
                  </a:cubicBezTo>
                  <a:cubicBezTo>
                    <a:pt x="263" y="36"/>
                    <a:pt x="263" y="36"/>
                    <a:pt x="263" y="36"/>
                  </a:cubicBezTo>
                  <a:cubicBezTo>
                    <a:pt x="263" y="16"/>
                    <a:pt x="248" y="0"/>
                    <a:pt x="22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8" y="0"/>
                    <a:pt x="30" y="4"/>
                    <a:pt x="23" y="11"/>
                  </a:cubicBezTo>
                  <a:cubicBezTo>
                    <a:pt x="17" y="18"/>
                    <a:pt x="13" y="27"/>
                    <a:pt x="13" y="36"/>
                  </a:cubicBezTo>
                  <a:cubicBezTo>
                    <a:pt x="13" y="106"/>
                    <a:pt x="13" y="106"/>
                    <a:pt x="13" y="106"/>
                  </a:cubicBezTo>
                  <a:cubicBezTo>
                    <a:pt x="13" y="120"/>
                    <a:pt x="20" y="131"/>
                    <a:pt x="31" y="137"/>
                  </a:cubicBezTo>
                  <a:cubicBezTo>
                    <a:pt x="22" y="138"/>
                    <a:pt x="15" y="142"/>
                    <a:pt x="14" y="145"/>
                  </a:cubicBezTo>
                  <a:cubicBezTo>
                    <a:pt x="2" y="178"/>
                    <a:pt x="2" y="178"/>
                    <a:pt x="2" y="178"/>
                  </a:cubicBezTo>
                  <a:cubicBezTo>
                    <a:pt x="0" y="182"/>
                    <a:pt x="9" y="186"/>
                    <a:pt x="22" y="186"/>
                  </a:cubicBezTo>
                  <a:cubicBezTo>
                    <a:pt x="261" y="186"/>
                    <a:pt x="261" y="186"/>
                    <a:pt x="261" y="186"/>
                  </a:cubicBezTo>
                  <a:cubicBezTo>
                    <a:pt x="274" y="186"/>
                    <a:pt x="282" y="182"/>
                    <a:pt x="281" y="178"/>
                  </a:cubicBezTo>
                  <a:close/>
                  <a:moveTo>
                    <a:pt x="77" y="161"/>
                  </a:moveTo>
                  <a:cubicBezTo>
                    <a:pt x="78" y="158"/>
                    <a:pt x="84" y="156"/>
                    <a:pt x="90" y="156"/>
                  </a:cubicBezTo>
                  <a:cubicBezTo>
                    <a:pt x="97" y="156"/>
                    <a:pt x="102" y="158"/>
                    <a:pt x="102" y="161"/>
                  </a:cubicBezTo>
                  <a:cubicBezTo>
                    <a:pt x="102" y="163"/>
                    <a:pt x="96" y="165"/>
                    <a:pt x="89" y="165"/>
                  </a:cubicBezTo>
                  <a:cubicBezTo>
                    <a:pt x="82" y="165"/>
                    <a:pt x="77" y="163"/>
                    <a:pt x="77" y="161"/>
                  </a:cubicBezTo>
                  <a:close/>
                  <a:moveTo>
                    <a:pt x="75" y="153"/>
                  </a:moveTo>
                  <a:cubicBezTo>
                    <a:pt x="68" y="153"/>
                    <a:pt x="63" y="150"/>
                    <a:pt x="64" y="148"/>
                  </a:cubicBezTo>
                  <a:cubicBezTo>
                    <a:pt x="64" y="145"/>
                    <a:pt x="70" y="143"/>
                    <a:pt x="76" y="143"/>
                  </a:cubicBezTo>
                  <a:cubicBezTo>
                    <a:pt x="83" y="143"/>
                    <a:pt x="88" y="145"/>
                    <a:pt x="87" y="148"/>
                  </a:cubicBezTo>
                  <a:cubicBezTo>
                    <a:pt x="87" y="150"/>
                    <a:pt x="81" y="153"/>
                    <a:pt x="75" y="153"/>
                  </a:cubicBezTo>
                  <a:close/>
                  <a:moveTo>
                    <a:pt x="97" y="148"/>
                  </a:moveTo>
                  <a:cubicBezTo>
                    <a:pt x="97" y="145"/>
                    <a:pt x="102" y="143"/>
                    <a:pt x="109" y="143"/>
                  </a:cubicBezTo>
                  <a:cubicBezTo>
                    <a:pt x="115" y="143"/>
                    <a:pt x="120" y="145"/>
                    <a:pt x="120" y="148"/>
                  </a:cubicBezTo>
                  <a:cubicBezTo>
                    <a:pt x="120" y="150"/>
                    <a:pt x="115" y="153"/>
                    <a:pt x="108" y="153"/>
                  </a:cubicBezTo>
                  <a:cubicBezTo>
                    <a:pt x="101" y="153"/>
                    <a:pt x="96" y="150"/>
                    <a:pt x="97" y="148"/>
                  </a:cubicBezTo>
                  <a:close/>
                  <a:moveTo>
                    <a:pt x="124" y="156"/>
                  </a:moveTo>
                  <a:cubicBezTo>
                    <a:pt x="131" y="156"/>
                    <a:pt x="136" y="158"/>
                    <a:pt x="136" y="161"/>
                  </a:cubicBezTo>
                  <a:cubicBezTo>
                    <a:pt x="136" y="163"/>
                    <a:pt x="130" y="165"/>
                    <a:pt x="124" y="165"/>
                  </a:cubicBezTo>
                  <a:cubicBezTo>
                    <a:pt x="117" y="165"/>
                    <a:pt x="111" y="163"/>
                    <a:pt x="112" y="161"/>
                  </a:cubicBezTo>
                  <a:cubicBezTo>
                    <a:pt x="112" y="158"/>
                    <a:pt x="117" y="156"/>
                    <a:pt x="124" y="156"/>
                  </a:cubicBezTo>
                  <a:close/>
                  <a:moveTo>
                    <a:pt x="129" y="148"/>
                  </a:moveTo>
                  <a:cubicBezTo>
                    <a:pt x="130" y="145"/>
                    <a:pt x="135" y="143"/>
                    <a:pt x="141" y="143"/>
                  </a:cubicBezTo>
                  <a:cubicBezTo>
                    <a:pt x="148" y="143"/>
                    <a:pt x="153" y="145"/>
                    <a:pt x="153" y="148"/>
                  </a:cubicBezTo>
                  <a:cubicBezTo>
                    <a:pt x="153" y="150"/>
                    <a:pt x="148" y="153"/>
                    <a:pt x="141" y="153"/>
                  </a:cubicBezTo>
                  <a:cubicBezTo>
                    <a:pt x="135" y="153"/>
                    <a:pt x="129" y="150"/>
                    <a:pt x="129" y="148"/>
                  </a:cubicBezTo>
                  <a:close/>
                  <a:moveTo>
                    <a:pt x="158" y="156"/>
                  </a:moveTo>
                  <a:cubicBezTo>
                    <a:pt x="164" y="156"/>
                    <a:pt x="170" y="158"/>
                    <a:pt x="170" y="161"/>
                  </a:cubicBezTo>
                  <a:cubicBezTo>
                    <a:pt x="170" y="163"/>
                    <a:pt x="165" y="165"/>
                    <a:pt x="158" y="165"/>
                  </a:cubicBezTo>
                  <a:cubicBezTo>
                    <a:pt x="151" y="165"/>
                    <a:pt x="146" y="163"/>
                    <a:pt x="146" y="161"/>
                  </a:cubicBezTo>
                  <a:cubicBezTo>
                    <a:pt x="146" y="158"/>
                    <a:pt x="151" y="156"/>
                    <a:pt x="158" y="156"/>
                  </a:cubicBezTo>
                  <a:close/>
                  <a:moveTo>
                    <a:pt x="162" y="148"/>
                  </a:moveTo>
                  <a:cubicBezTo>
                    <a:pt x="162" y="145"/>
                    <a:pt x="167" y="143"/>
                    <a:pt x="174" y="143"/>
                  </a:cubicBezTo>
                  <a:cubicBezTo>
                    <a:pt x="180" y="143"/>
                    <a:pt x="186" y="145"/>
                    <a:pt x="186" y="148"/>
                  </a:cubicBezTo>
                  <a:cubicBezTo>
                    <a:pt x="186" y="150"/>
                    <a:pt x="181" y="153"/>
                    <a:pt x="175" y="153"/>
                  </a:cubicBezTo>
                  <a:cubicBezTo>
                    <a:pt x="168" y="153"/>
                    <a:pt x="163" y="150"/>
                    <a:pt x="162" y="148"/>
                  </a:cubicBezTo>
                  <a:close/>
                  <a:moveTo>
                    <a:pt x="191" y="156"/>
                  </a:moveTo>
                  <a:cubicBezTo>
                    <a:pt x="198" y="156"/>
                    <a:pt x="204" y="158"/>
                    <a:pt x="204" y="161"/>
                  </a:cubicBezTo>
                  <a:cubicBezTo>
                    <a:pt x="205" y="163"/>
                    <a:pt x="200" y="165"/>
                    <a:pt x="193" y="165"/>
                  </a:cubicBezTo>
                  <a:cubicBezTo>
                    <a:pt x="186" y="165"/>
                    <a:pt x="180" y="163"/>
                    <a:pt x="180" y="161"/>
                  </a:cubicBezTo>
                  <a:cubicBezTo>
                    <a:pt x="179" y="158"/>
                    <a:pt x="185" y="156"/>
                    <a:pt x="191" y="156"/>
                  </a:cubicBezTo>
                  <a:close/>
                  <a:moveTo>
                    <a:pt x="195" y="148"/>
                  </a:moveTo>
                  <a:cubicBezTo>
                    <a:pt x="195" y="145"/>
                    <a:pt x="200" y="143"/>
                    <a:pt x="206" y="143"/>
                  </a:cubicBezTo>
                  <a:cubicBezTo>
                    <a:pt x="213" y="143"/>
                    <a:pt x="218" y="145"/>
                    <a:pt x="219" y="148"/>
                  </a:cubicBezTo>
                  <a:cubicBezTo>
                    <a:pt x="220" y="150"/>
                    <a:pt x="215" y="153"/>
                    <a:pt x="208" y="153"/>
                  </a:cubicBezTo>
                  <a:cubicBezTo>
                    <a:pt x="201" y="153"/>
                    <a:pt x="196" y="150"/>
                    <a:pt x="195" y="148"/>
                  </a:cubicBezTo>
                  <a:close/>
                  <a:moveTo>
                    <a:pt x="18" y="10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8" y="28"/>
                    <a:pt x="21" y="20"/>
                    <a:pt x="26" y="14"/>
                  </a:cubicBezTo>
                  <a:cubicBezTo>
                    <a:pt x="32" y="8"/>
                    <a:pt x="39" y="5"/>
                    <a:pt x="47" y="5"/>
                  </a:cubicBezTo>
                  <a:cubicBezTo>
                    <a:pt x="229" y="5"/>
                    <a:pt x="229" y="5"/>
                    <a:pt x="229" y="5"/>
                  </a:cubicBezTo>
                  <a:cubicBezTo>
                    <a:pt x="245" y="5"/>
                    <a:pt x="258" y="19"/>
                    <a:pt x="258" y="36"/>
                  </a:cubicBezTo>
                  <a:cubicBezTo>
                    <a:pt x="258" y="106"/>
                    <a:pt x="258" y="106"/>
                    <a:pt x="258" y="106"/>
                  </a:cubicBezTo>
                  <a:cubicBezTo>
                    <a:pt x="258" y="123"/>
                    <a:pt x="245" y="137"/>
                    <a:pt x="229" y="137"/>
                  </a:cubicBezTo>
                  <a:cubicBezTo>
                    <a:pt x="47" y="137"/>
                    <a:pt x="47" y="137"/>
                    <a:pt x="47" y="137"/>
                  </a:cubicBezTo>
                  <a:cubicBezTo>
                    <a:pt x="31" y="137"/>
                    <a:pt x="18" y="123"/>
                    <a:pt x="18" y="106"/>
                  </a:cubicBezTo>
                  <a:close/>
                  <a:moveTo>
                    <a:pt x="31" y="148"/>
                  </a:moveTo>
                  <a:cubicBezTo>
                    <a:pt x="32" y="145"/>
                    <a:pt x="37" y="143"/>
                    <a:pt x="44" y="143"/>
                  </a:cubicBezTo>
                  <a:cubicBezTo>
                    <a:pt x="50" y="143"/>
                    <a:pt x="55" y="145"/>
                    <a:pt x="54" y="148"/>
                  </a:cubicBezTo>
                  <a:cubicBezTo>
                    <a:pt x="54" y="150"/>
                    <a:pt x="48" y="153"/>
                    <a:pt x="41" y="153"/>
                  </a:cubicBezTo>
                  <a:cubicBezTo>
                    <a:pt x="35" y="153"/>
                    <a:pt x="30" y="150"/>
                    <a:pt x="31" y="148"/>
                  </a:cubicBezTo>
                  <a:close/>
                  <a:moveTo>
                    <a:pt x="43" y="161"/>
                  </a:moveTo>
                  <a:cubicBezTo>
                    <a:pt x="44" y="158"/>
                    <a:pt x="50" y="156"/>
                    <a:pt x="57" y="156"/>
                  </a:cubicBezTo>
                  <a:cubicBezTo>
                    <a:pt x="63" y="156"/>
                    <a:pt x="68" y="158"/>
                    <a:pt x="68" y="161"/>
                  </a:cubicBezTo>
                  <a:cubicBezTo>
                    <a:pt x="67" y="163"/>
                    <a:pt x="61" y="165"/>
                    <a:pt x="54" y="165"/>
                  </a:cubicBezTo>
                  <a:cubicBezTo>
                    <a:pt x="48" y="165"/>
                    <a:pt x="43" y="163"/>
                    <a:pt x="43" y="161"/>
                  </a:cubicBezTo>
                  <a:close/>
                  <a:moveTo>
                    <a:pt x="213" y="180"/>
                  </a:moveTo>
                  <a:cubicBezTo>
                    <a:pt x="70" y="180"/>
                    <a:pt x="70" y="180"/>
                    <a:pt x="70" y="180"/>
                  </a:cubicBezTo>
                  <a:cubicBezTo>
                    <a:pt x="64" y="180"/>
                    <a:pt x="59" y="178"/>
                    <a:pt x="59" y="176"/>
                  </a:cubicBezTo>
                  <a:cubicBezTo>
                    <a:pt x="60" y="174"/>
                    <a:pt x="65" y="172"/>
                    <a:pt x="71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17" y="172"/>
                    <a:pt x="223" y="174"/>
                    <a:pt x="223" y="176"/>
                  </a:cubicBezTo>
                  <a:cubicBezTo>
                    <a:pt x="224" y="178"/>
                    <a:pt x="219" y="180"/>
                    <a:pt x="213" y="180"/>
                  </a:cubicBezTo>
                  <a:close/>
                  <a:moveTo>
                    <a:pt x="227" y="165"/>
                  </a:moveTo>
                  <a:cubicBezTo>
                    <a:pt x="220" y="165"/>
                    <a:pt x="214" y="163"/>
                    <a:pt x="214" y="161"/>
                  </a:cubicBezTo>
                  <a:cubicBezTo>
                    <a:pt x="213" y="158"/>
                    <a:pt x="218" y="156"/>
                    <a:pt x="225" y="156"/>
                  </a:cubicBezTo>
                  <a:cubicBezTo>
                    <a:pt x="232" y="156"/>
                    <a:pt x="238" y="158"/>
                    <a:pt x="238" y="161"/>
                  </a:cubicBezTo>
                  <a:cubicBezTo>
                    <a:pt x="239" y="163"/>
                    <a:pt x="234" y="165"/>
                    <a:pt x="227" y="165"/>
                  </a:cubicBezTo>
                  <a:close/>
                  <a:moveTo>
                    <a:pt x="241" y="153"/>
                  </a:moveTo>
                  <a:cubicBezTo>
                    <a:pt x="235" y="153"/>
                    <a:pt x="229" y="150"/>
                    <a:pt x="228" y="148"/>
                  </a:cubicBezTo>
                  <a:cubicBezTo>
                    <a:pt x="228" y="145"/>
                    <a:pt x="232" y="143"/>
                    <a:pt x="239" y="143"/>
                  </a:cubicBezTo>
                  <a:cubicBezTo>
                    <a:pt x="245" y="143"/>
                    <a:pt x="251" y="145"/>
                    <a:pt x="252" y="148"/>
                  </a:cubicBezTo>
                  <a:cubicBezTo>
                    <a:pt x="253" y="150"/>
                    <a:pt x="248" y="153"/>
                    <a:pt x="241" y="1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923276" y="1799115"/>
            <a:ext cx="1987550" cy="1987550"/>
          </a:xfrm>
          <a:prstGeom prst="ellipse">
            <a:avLst/>
          </a:prstGeom>
          <a:solidFill>
            <a:srgbClr val="235889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4724613" y="2292483"/>
            <a:ext cx="385762" cy="1001713"/>
            <a:chOff x="4550163" y="1814494"/>
            <a:chExt cx="385762" cy="1001713"/>
          </a:xfrm>
          <a:solidFill>
            <a:schemeClr val="bg1"/>
          </a:solidFill>
        </p:grpSpPr>
        <p:sp>
          <p:nvSpPr>
            <p:cNvPr id="32" name="Freeform 5"/>
            <p:cNvSpPr>
              <a:spLocks/>
            </p:cNvSpPr>
            <p:nvPr/>
          </p:nvSpPr>
          <p:spPr bwMode="auto">
            <a:xfrm>
              <a:off x="4696213" y="1814494"/>
              <a:ext cx="239712" cy="395288"/>
            </a:xfrm>
            <a:custGeom>
              <a:avLst/>
              <a:gdLst>
                <a:gd name="T0" fmla="*/ 47 w 62"/>
                <a:gd name="T1" fmla="*/ 9 h 104"/>
                <a:gd name="T2" fmla="*/ 47 w 62"/>
                <a:gd name="T3" fmla="*/ 28 h 104"/>
                <a:gd name="T4" fmla="*/ 37 w 62"/>
                <a:gd name="T5" fmla="*/ 43 h 104"/>
                <a:gd name="T6" fmla="*/ 20 w 62"/>
                <a:gd name="T7" fmla="*/ 47 h 104"/>
                <a:gd name="T8" fmla="*/ 1 w 62"/>
                <a:gd name="T9" fmla="*/ 95 h 104"/>
                <a:gd name="T10" fmla="*/ 15 w 62"/>
                <a:gd name="T11" fmla="*/ 95 h 104"/>
                <a:gd name="T12" fmla="*/ 15 w 62"/>
                <a:gd name="T13" fmla="*/ 76 h 104"/>
                <a:gd name="T14" fmla="*/ 25 w 62"/>
                <a:gd name="T15" fmla="*/ 61 h 104"/>
                <a:gd name="T16" fmla="*/ 42 w 62"/>
                <a:gd name="T17" fmla="*/ 57 h 104"/>
                <a:gd name="T18" fmla="*/ 61 w 62"/>
                <a:gd name="T19" fmla="*/ 9 h 104"/>
                <a:gd name="T20" fmla="*/ 47 w 62"/>
                <a:gd name="T21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4">
                  <a:moveTo>
                    <a:pt x="47" y="9"/>
                  </a:moveTo>
                  <a:cubicBezTo>
                    <a:pt x="47" y="15"/>
                    <a:pt x="47" y="22"/>
                    <a:pt x="47" y="28"/>
                  </a:cubicBezTo>
                  <a:cubicBezTo>
                    <a:pt x="47" y="35"/>
                    <a:pt x="43" y="40"/>
                    <a:pt x="37" y="43"/>
                  </a:cubicBezTo>
                  <a:cubicBezTo>
                    <a:pt x="32" y="46"/>
                    <a:pt x="25" y="45"/>
                    <a:pt x="20" y="47"/>
                  </a:cubicBezTo>
                  <a:cubicBezTo>
                    <a:pt x="0" y="56"/>
                    <a:pt x="1" y="76"/>
                    <a:pt x="1" y="95"/>
                  </a:cubicBezTo>
                  <a:cubicBezTo>
                    <a:pt x="1" y="104"/>
                    <a:pt x="15" y="104"/>
                    <a:pt x="15" y="95"/>
                  </a:cubicBezTo>
                  <a:cubicBezTo>
                    <a:pt x="15" y="89"/>
                    <a:pt x="15" y="82"/>
                    <a:pt x="15" y="76"/>
                  </a:cubicBezTo>
                  <a:cubicBezTo>
                    <a:pt x="15" y="69"/>
                    <a:pt x="19" y="64"/>
                    <a:pt x="25" y="61"/>
                  </a:cubicBezTo>
                  <a:cubicBezTo>
                    <a:pt x="30" y="58"/>
                    <a:pt x="37" y="59"/>
                    <a:pt x="42" y="57"/>
                  </a:cubicBezTo>
                  <a:cubicBezTo>
                    <a:pt x="62" y="48"/>
                    <a:pt x="61" y="28"/>
                    <a:pt x="61" y="9"/>
                  </a:cubicBezTo>
                  <a:cubicBezTo>
                    <a:pt x="61" y="0"/>
                    <a:pt x="47" y="0"/>
                    <a:pt x="47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3" name="Freeform 6"/>
            <p:cNvSpPr>
              <a:spLocks noEditPoints="1"/>
            </p:cNvSpPr>
            <p:nvPr/>
          </p:nvSpPr>
          <p:spPr bwMode="auto">
            <a:xfrm>
              <a:off x="4550163" y="2246294"/>
              <a:ext cx="363537" cy="569913"/>
            </a:xfrm>
            <a:custGeom>
              <a:avLst/>
              <a:gdLst>
                <a:gd name="T0" fmla="*/ 39 w 94"/>
                <a:gd name="T1" fmla="*/ 0 h 150"/>
                <a:gd name="T2" fmla="*/ 27 w 94"/>
                <a:gd name="T3" fmla="*/ 0 h 150"/>
                <a:gd name="T4" fmla="*/ 0 w 94"/>
                <a:gd name="T5" fmla="*/ 28 h 150"/>
                <a:gd name="T6" fmla="*/ 0 w 94"/>
                <a:gd name="T7" fmla="*/ 40 h 150"/>
                <a:gd name="T8" fmla="*/ 39 w 94"/>
                <a:gd name="T9" fmla="*/ 40 h 150"/>
                <a:gd name="T10" fmla="*/ 39 w 94"/>
                <a:gd name="T11" fmla="*/ 0 h 150"/>
                <a:gd name="T12" fmla="*/ 66 w 94"/>
                <a:gd name="T13" fmla="*/ 0 h 150"/>
                <a:gd name="T14" fmla="*/ 55 w 94"/>
                <a:gd name="T15" fmla="*/ 0 h 150"/>
                <a:gd name="T16" fmla="*/ 55 w 94"/>
                <a:gd name="T17" fmla="*/ 40 h 150"/>
                <a:gd name="T18" fmla="*/ 94 w 94"/>
                <a:gd name="T19" fmla="*/ 40 h 150"/>
                <a:gd name="T20" fmla="*/ 94 w 94"/>
                <a:gd name="T21" fmla="*/ 28 h 150"/>
                <a:gd name="T22" fmla="*/ 66 w 94"/>
                <a:gd name="T23" fmla="*/ 0 h 150"/>
                <a:gd name="T24" fmla="*/ 0 w 94"/>
                <a:gd name="T25" fmla="*/ 121 h 150"/>
                <a:gd name="T26" fmla="*/ 27 w 94"/>
                <a:gd name="T27" fmla="*/ 150 h 150"/>
                <a:gd name="T28" fmla="*/ 66 w 94"/>
                <a:gd name="T29" fmla="*/ 150 h 150"/>
                <a:gd name="T30" fmla="*/ 94 w 94"/>
                <a:gd name="T31" fmla="*/ 121 h 150"/>
                <a:gd name="T32" fmla="*/ 94 w 94"/>
                <a:gd name="T33" fmla="*/ 57 h 150"/>
                <a:gd name="T34" fmla="*/ 0 w 94"/>
                <a:gd name="T35" fmla="*/ 57 h 150"/>
                <a:gd name="T36" fmla="*/ 0 w 94"/>
                <a:gd name="T37" fmla="*/ 12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" h="150">
                  <a:moveTo>
                    <a:pt x="3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39" y="40"/>
                    <a:pt x="39" y="40"/>
                    <a:pt x="39" y="40"/>
                  </a:cubicBezTo>
                  <a:lnTo>
                    <a:pt x="39" y="0"/>
                  </a:lnTo>
                  <a:close/>
                  <a:moveTo>
                    <a:pt x="66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13"/>
                    <a:pt x="81" y="0"/>
                    <a:pt x="66" y="0"/>
                  </a:cubicBezTo>
                  <a:close/>
                  <a:moveTo>
                    <a:pt x="0" y="121"/>
                  </a:moveTo>
                  <a:cubicBezTo>
                    <a:pt x="0" y="137"/>
                    <a:pt x="12" y="150"/>
                    <a:pt x="27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81" y="150"/>
                    <a:pt x="94" y="137"/>
                    <a:pt x="94" y="121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0" y="1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34" name="椭圆 33"/>
          <p:cNvSpPr/>
          <p:nvPr/>
        </p:nvSpPr>
        <p:spPr>
          <a:xfrm>
            <a:off x="6307701" y="1799115"/>
            <a:ext cx="1985963" cy="1987550"/>
          </a:xfrm>
          <a:prstGeom prst="ellipse">
            <a:avLst/>
          </a:prstGeom>
          <a:solidFill>
            <a:srgbClr val="38526E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6871726" y="2417895"/>
            <a:ext cx="860424" cy="750888"/>
            <a:chOff x="2279110" y="-870520"/>
            <a:chExt cx="860424" cy="750888"/>
          </a:xfrm>
          <a:solidFill>
            <a:schemeClr val="bg1"/>
          </a:solidFill>
        </p:grpSpPr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2279110" y="-610170"/>
              <a:ext cx="754062" cy="160338"/>
            </a:xfrm>
            <a:custGeom>
              <a:avLst/>
              <a:gdLst>
                <a:gd name="T0" fmla="*/ 7 w 198"/>
                <a:gd name="T1" fmla="*/ 8 h 42"/>
                <a:gd name="T2" fmla="*/ 2 w 198"/>
                <a:gd name="T3" fmla="*/ 19 h 42"/>
                <a:gd name="T4" fmla="*/ 13 w 198"/>
                <a:gd name="T5" fmla="*/ 24 h 42"/>
                <a:gd name="T6" fmla="*/ 40 w 198"/>
                <a:gd name="T7" fmla="*/ 17 h 42"/>
                <a:gd name="T8" fmla="*/ 58 w 198"/>
                <a:gd name="T9" fmla="*/ 38 h 42"/>
                <a:gd name="T10" fmla="*/ 60 w 198"/>
                <a:gd name="T11" fmla="*/ 42 h 42"/>
                <a:gd name="T12" fmla="*/ 65 w 198"/>
                <a:gd name="T13" fmla="*/ 42 h 42"/>
                <a:gd name="T14" fmla="*/ 189 w 198"/>
                <a:gd name="T15" fmla="*/ 42 h 42"/>
                <a:gd name="T16" fmla="*/ 198 w 198"/>
                <a:gd name="T17" fmla="*/ 34 h 42"/>
                <a:gd name="T18" fmla="*/ 189 w 198"/>
                <a:gd name="T19" fmla="*/ 25 h 42"/>
                <a:gd name="T20" fmla="*/ 71 w 198"/>
                <a:gd name="T21" fmla="*/ 25 h 42"/>
                <a:gd name="T22" fmla="*/ 40 w 198"/>
                <a:gd name="T23" fmla="*/ 0 h 42"/>
                <a:gd name="T24" fmla="*/ 7 w 198"/>
                <a:gd name="T25" fmla="*/ 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8" h="42">
                  <a:moveTo>
                    <a:pt x="7" y="8"/>
                  </a:moveTo>
                  <a:cubicBezTo>
                    <a:pt x="2" y="9"/>
                    <a:pt x="0" y="14"/>
                    <a:pt x="2" y="19"/>
                  </a:cubicBezTo>
                  <a:cubicBezTo>
                    <a:pt x="4" y="23"/>
                    <a:pt x="9" y="26"/>
                    <a:pt x="13" y="24"/>
                  </a:cubicBezTo>
                  <a:cubicBezTo>
                    <a:pt x="18" y="22"/>
                    <a:pt x="32" y="17"/>
                    <a:pt x="40" y="17"/>
                  </a:cubicBezTo>
                  <a:cubicBezTo>
                    <a:pt x="43" y="17"/>
                    <a:pt x="52" y="27"/>
                    <a:pt x="58" y="38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94" y="42"/>
                    <a:pt x="198" y="39"/>
                    <a:pt x="198" y="34"/>
                  </a:cubicBezTo>
                  <a:cubicBezTo>
                    <a:pt x="198" y="29"/>
                    <a:pt x="194" y="25"/>
                    <a:pt x="189" y="25"/>
                  </a:cubicBezTo>
                  <a:cubicBezTo>
                    <a:pt x="189" y="25"/>
                    <a:pt x="80" y="25"/>
                    <a:pt x="71" y="25"/>
                  </a:cubicBezTo>
                  <a:cubicBezTo>
                    <a:pt x="65" y="16"/>
                    <a:pt x="54" y="0"/>
                    <a:pt x="40" y="0"/>
                  </a:cubicBezTo>
                  <a:cubicBezTo>
                    <a:pt x="27" y="0"/>
                    <a:pt x="9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7" name="Freeform 11"/>
            <p:cNvSpPr>
              <a:spLocks/>
            </p:cNvSpPr>
            <p:nvPr/>
          </p:nvSpPr>
          <p:spPr bwMode="auto">
            <a:xfrm>
              <a:off x="2496597" y="-373632"/>
              <a:ext cx="460375" cy="68263"/>
            </a:xfrm>
            <a:custGeom>
              <a:avLst/>
              <a:gdLst>
                <a:gd name="T0" fmla="*/ 8 w 121"/>
                <a:gd name="T1" fmla="*/ 0 h 18"/>
                <a:gd name="T2" fmla="*/ 0 w 121"/>
                <a:gd name="T3" fmla="*/ 9 h 18"/>
                <a:gd name="T4" fmla="*/ 8 w 121"/>
                <a:gd name="T5" fmla="*/ 18 h 18"/>
                <a:gd name="T6" fmla="*/ 113 w 121"/>
                <a:gd name="T7" fmla="*/ 18 h 18"/>
                <a:gd name="T8" fmla="*/ 121 w 121"/>
                <a:gd name="T9" fmla="*/ 9 h 18"/>
                <a:gd name="T10" fmla="*/ 113 w 121"/>
                <a:gd name="T11" fmla="*/ 0 h 18"/>
                <a:gd name="T12" fmla="*/ 8 w 121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18"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8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8" y="18"/>
                    <a:pt x="121" y="14"/>
                    <a:pt x="121" y="9"/>
                  </a:cubicBezTo>
                  <a:cubicBezTo>
                    <a:pt x="121" y="4"/>
                    <a:pt x="118" y="0"/>
                    <a:pt x="113" y="0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8" name="Oval 12"/>
            <p:cNvSpPr>
              <a:spLocks noChangeArrowheads="1"/>
            </p:cNvSpPr>
            <p:nvPr/>
          </p:nvSpPr>
          <p:spPr bwMode="auto">
            <a:xfrm>
              <a:off x="2526759" y="-245045"/>
              <a:ext cx="125412" cy="125413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9" name="Oval 13"/>
            <p:cNvSpPr>
              <a:spLocks noChangeArrowheads="1"/>
            </p:cNvSpPr>
            <p:nvPr/>
          </p:nvSpPr>
          <p:spPr bwMode="auto">
            <a:xfrm>
              <a:off x="2812509" y="-245045"/>
              <a:ext cx="125412" cy="125413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0" name="Freeform 14"/>
            <p:cNvSpPr>
              <a:spLocks/>
            </p:cNvSpPr>
            <p:nvPr/>
          </p:nvSpPr>
          <p:spPr bwMode="auto">
            <a:xfrm>
              <a:off x="2602959" y="-870520"/>
              <a:ext cx="536575" cy="309563"/>
            </a:xfrm>
            <a:custGeom>
              <a:avLst/>
              <a:gdLst>
                <a:gd name="T0" fmla="*/ 95 w 141"/>
                <a:gd name="T1" fmla="*/ 22 h 81"/>
                <a:gd name="T2" fmla="*/ 65 w 141"/>
                <a:gd name="T3" fmla="*/ 28 h 81"/>
                <a:gd name="T4" fmla="*/ 51 w 141"/>
                <a:gd name="T5" fmla="*/ 0 h 81"/>
                <a:gd name="T6" fmla="*/ 0 w 141"/>
                <a:gd name="T7" fmla="*/ 73 h 81"/>
                <a:gd name="T8" fmla="*/ 89 w 141"/>
                <a:gd name="T9" fmla="*/ 81 h 81"/>
                <a:gd name="T10" fmla="*/ 76 w 141"/>
                <a:gd name="T11" fmla="*/ 53 h 81"/>
                <a:gd name="T12" fmla="*/ 115 w 141"/>
                <a:gd name="T13" fmla="*/ 36 h 81"/>
                <a:gd name="T14" fmla="*/ 141 w 141"/>
                <a:gd name="T15" fmla="*/ 32 h 81"/>
                <a:gd name="T16" fmla="*/ 95 w 141"/>
                <a:gd name="T17" fmla="*/ 2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81">
                  <a:moveTo>
                    <a:pt x="95" y="22"/>
                  </a:moveTo>
                  <a:cubicBezTo>
                    <a:pt x="85" y="23"/>
                    <a:pt x="73" y="26"/>
                    <a:pt x="65" y="28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76" y="53"/>
                    <a:pt x="76" y="53"/>
                    <a:pt x="76" y="53"/>
                  </a:cubicBezTo>
                  <a:cubicBezTo>
                    <a:pt x="87" y="47"/>
                    <a:pt x="103" y="39"/>
                    <a:pt x="115" y="36"/>
                  </a:cubicBezTo>
                  <a:cubicBezTo>
                    <a:pt x="135" y="31"/>
                    <a:pt x="141" y="32"/>
                    <a:pt x="141" y="32"/>
                  </a:cubicBezTo>
                  <a:cubicBezTo>
                    <a:pt x="141" y="32"/>
                    <a:pt x="115" y="20"/>
                    <a:pt x="95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41" name="椭圆 40"/>
          <p:cNvSpPr/>
          <p:nvPr/>
        </p:nvSpPr>
        <p:spPr>
          <a:xfrm>
            <a:off x="8692126" y="1800703"/>
            <a:ext cx="1987550" cy="1985962"/>
          </a:xfrm>
          <a:prstGeom prst="ellipse">
            <a:avLst/>
          </a:prstGeom>
          <a:solidFill>
            <a:srgbClr val="2A3D52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9296652" y="2506001"/>
            <a:ext cx="779463" cy="574676"/>
            <a:chOff x="2324100" y="-965201"/>
            <a:chExt cx="779463" cy="574676"/>
          </a:xfrm>
          <a:solidFill>
            <a:schemeClr val="bg1"/>
          </a:solidFill>
        </p:grpSpPr>
        <p:sp>
          <p:nvSpPr>
            <p:cNvPr id="43" name="Freeform 18"/>
            <p:cNvSpPr>
              <a:spLocks noEditPoints="1"/>
            </p:cNvSpPr>
            <p:nvPr/>
          </p:nvSpPr>
          <p:spPr bwMode="auto">
            <a:xfrm>
              <a:off x="2324100" y="-965201"/>
              <a:ext cx="779463" cy="574676"/>
            </a:xfrm>
            <a:custGeom>
              <a:avLst/>
              <a:gdLst>
                <a:gd name="T0" fmla="*/ 182 w 205"/>
                <a:gd name="T1" fmla="*/ 0 h 150"/>
                <a:gd name="T2" fmla="*/ 23 w 205"/>
                <a:gd name="T3" fmla="*/ 0 h 150"/>
                <a:gd name="T4" fmla="*/ 0 w 205"/>
                <a:gd name="T5" fmla="*/ 23 h 150"/>
                <a:gd name="T6" fmla="*/ 0 w 205"/>
                <a:gd name="T7" fmla="*/ 101 h 150"/>
                <a:gd name="T8" fmla="*/ 23 w 205"/>
                <a:gd name="T9" fmla="*/ 124 h 150"/>
                <a:gd name="T10" fmla="*/ 132 w 205"/>
                <a:gd name="T11" fmla="*/ 124 h 150"/>
                <a:gd name="T12" fmla="*/ 172 w 205"/>
                <a:gd name="T13" fmla="*/ 150 h 150"/>
                <a:gd name="T14" fmla="*/ 161 w 205"/>
                <a:gd name="T15" fmla="*/ 124 h 150"/>
                <a:gd name="T16" fmla="*/ 182 w 205"/>
                <a:gd name="T17" fmla="*/ 124 h 150"/>
                <a:gd name="T18" fmla="*/ 205 w 205"/>
                <a:gd name="T19" fmla="*/ 101 h 150"/>
                <a:gd name="T20" fmla="*/ 205 w 205"/>
                <a:gd name="T21" fmla="*/ 23 h 150"/>
                <a:gd name="T22" fmla="*/ 182 w 205"/>
                <a:gd name="T23" fmla="*/ 0 h 150"/>
                <a:gd name="T24" fmla="*/ 192 w 205"/>
                <a:gd name="T25" fmla="*/ 101 h 150"/>
                <a:gd name="T26" fmla="*/ 182 w 205"/>
                <a:gd name="T27" fmla="*/ 110 h 150"/>
                <a:gd name="T28" fmla="*/ 23 w 205"/>
                <a:gd name="T29" fmla="*/ 110 h 150"/>
                <a:gd name="T30" fmla="*/ 13 w 205"/>
                <a:gd name="T31" fmla="*/ 101 h 150"/>
                <a:gd name="T32" fmla="*/ 13 w 205"/>
                <a:gd name="T33" fmla="*/ 23 h 150"/>
                <a:gd name="T34" fmla="*/ 23 w 205"/>
                <a:gd name="T35" fmla="*/ 13 h 150"/>
                <a:gd name="T36" fmla="*/ 182 w 205"/>
                <a:gd name="T37" fmla="*/ 13 h 150"/>
                <a:gd name="T38" fmla="*/ 192 w 205"/>
                <a:gd name="T39" fmla="*/ 23 h 150"/>
                <a:gd name="T40" fmla="*/ 192 w 205"/>
                <a:gd name="T41" fmla="*/ 10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5" h="150">
                  <a:moveTo>
                    <a:pt x="18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13"/>
                    <a:pt x="10" y="124"/>
                    <a:pt x="23" y="124"/>
                  </a:cubicBezTo>
                  <a:cubicBezTo>
                    <a:pt x="132" y="124"/>
                    <a:pt x="132" y="124"/>
                    <a:pt x="132" y="124"/>
                  </a:cubicBezTo>
                  <a:cubicBezTo>
                    <a:pt x="172" y="150"/>
                    <a:pt x="172" y="150"/>
                    <a:pt x="172" y="150"/>
                  </a:cubicBezTo>
                  <a:cubicBezTo>
                    <a:pt x="161" y="124"/>
                    <a:pt x="161" y="124"/>
                    <a:pt x="161" y="124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95" y="124"/>
                    <a:pt x="205" y="113"/>
                    <a:pt x="205" y="101"/>
                  </a:cubicBezTo>
                  <a:cubicBezTo>
                    <a:pt x="205" y="23"/>
                    <a:pt x="205" y="23"/>
                    <a:pt x="205" y="23"/>
                  </a:cubicBezTo>
                  <a:cubicBezTo>
                    <a:pt x="205" y="10"/>
                    <a:pt x="195" y="0"/>
                    <a:pt x="182" y="0"/>
                  </a:cubicBezTo>
                  <a:close/>
                  <a:moveTo>
                    <a:pt x="192" y="101"/>
                  </a:moveTo>
                  <a:cubicBezTo>
                    <a:pt x="192" y="106"/>
                    <a:pt x="188" y="110"/>
                    <a:pt x="182" y="110"/>
                  </a:cubicBezTo>
                  <a:cubicBezTo>
                    <a:pt x="23" y="110"/>
                    <a:pt x="23" y="110"/>
                    <a:pt x="23" y="110"/>
                  </a:cubicBezTo>
                  <a:cubicBezTo>
                    <a:pt x="18" y="110"/>
                    <a:pt x="13" y="106"/>
                    <a:pt x="13" y="101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17"/>
                    <a:pt x="18" y="13"/>
                    <a:pt x="23" y="13"/>
                  </a:cubicBezTo>
                  <a:cubicBezTo>
                    <a:pt x="182" y="13"/>
                    <a:pt x="182" y="13"/>
                    <a:pt x="182" y="13"/>
                  </a:cubicBezTo>
                  <a:cubicBezTo>
                    <a:pt x="188" y="13"/>
                    <a:pt x="192" y="17"/>
                    <a:pt x="192" y="23"/>
                  </a:cubicBezTo>
                  <a:lnTo>
                    <a:pt x="192" y="10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2738438" y="-784225"/>
              <a:ext cx="114300" cy="10953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5" name="Oval 20"/>
            <p:cNvSpPr>
              <a:spLocks noChangeArrowheads="1"/>
            </p:cNvSpPr>
            <p:nvPr/>
          </p:nvSpPr>
          <p:spPr bwMode="auto">
            <a:xfrm>
              <a:off x="2586038" y="-784225"/>
              <a:ext cx="109538" cy="10953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6" name="Oval 21"/>
            <p:cNvSpPr>
              <a:spLocks noChangeArrowheads="1"/>
            </p:cNvSpPr>
            <p:nvPr/>
          </p:nvSpPr>
          <p:spPr bwMode="auto">
            <a:xfrm>
              <a:off x="2433638" y="-784225"/>
              <a:ext cx="111125" cy="10953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7" name="Oval 22"/>
            <p:cNvSpPr>
              <a:spLocks noChangeArrowheads="1"/>
            </p:cNvSpPr>
            <p:nvPr/>
          </p:nvSpPr>
          <p:spPr bwMode="auto">
            <a:xfrm>
              <a:off x="2894013" y="-784225"/>
              <a:ext cx="111125" cy="10953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26635" name="矩形 28"/>
          <p:cNvSpPr>
            <a:spLocks noChangeArrowheads="1"/>
          </p:cNvSpPr>
          <p:nvPr/>
        </p:nvSpPr>
        <p:spPr bwMode="auto">
          <a:xfrm>
            <a:off x="1865876" y="1335565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 </a:t>
            </a:r>
          </a:p>
        </p:txBody>
      </p:sp>
      <p:sp>
        <p:nvSpPr>
          <p:cNvPr id="26636" name="矩形 29"/>
          <p:cNvSpPr>
            <a:spLocks noChangeArrowheads="1"/>
          </p:cNvSpPr>
          <p:nvPr/>
        </p:nvSpPr>
        <p:spPr bwMode="auto">
          <a:xfrm>
            <a:off x="4328089" y="1335565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 </a:t>
            </a:r>
          </a:p>
        </p:txBody>
      </p:sp>
      <p:sp>
        <p:nvSpPr>
          <p:cNvPr id="26637" name="矩形 30"/>
          <p:cNvSpPr>
            <a:spLocks noChangeArrowheads="1"/>
          </p:cNvSpPr>
          <p:nvPr/>
        </p:nvSpPr>
        <p:spPr bwMode="auto">
          <a:xfrm>
            <a:off x="6680764" y="1335565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 </a:t>
            </a:r>
          </a:p>
        </p:txBody>
      </p:sp>
      <p:sp>
        <p:nvSpPr>
          <p:cNvPr id="26638" name="矩形 31"/>
          <p:cNvSpPr>
            <a:spLocks noChangeArrowheads="1"/>
          </p:cNvSpPr>
          <p:nvPr/>
        </p:nvSpPr>
        <p:spPr bwMode="auto">
          <a:xfrm>
            <a:off x="9065189" y="1335565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 </a:t>
            </a:r>
          </a:p>
        </p:txBody>
      </p:sp>
      <p:sp>
        <p:nvSpPr>
          <p:cNvPr id="52" name="矩形 32"/>
          <p:cNvSpPr>
            <a:spLocks noChangeArrowheads="1"/>
          </p:cNvSpPr>
          <p:nvPr/>
        </p:nvSpPr>
        <p:spPr bwMode="auto">
          <a:xfrm>
            <a:off x="1646801" y="3823178"/>
            <a:ext cx="16954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33"/>
          <p:cNvSpPr>
            <a:spLocks noChangeArrowheads="1"/>
          </p:cNvSpPr>
          <p:nvPr/>
        </p:nvSpPr>
        <p:spPr bwMode="auto">
          <a:xfrm>
            <a:off x="4080439" y="3823178"/>
            <a:ext cx="16954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34"/>
          <p:cNvSpPr>
            <a:spLocks noChangeArrowheads="1"/>
          </p:cNvSpPr>
          <p:nvPr/>
        </p:nvSpPr>
        <p:spPr bwMode="auto">
          <a:xfrm>
            <a:off x="6512489" y="3823178"/>
            <a:ext cx="16954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35"/>
          <p:cNvSpPr>
            <a:spLocks noChangeArrowheads="1"/>
          </p:cNvSpPr>
          <p:nvPr/>
        </p:nvSpPr>
        <p:spPr bwMode="auto">
          <a:xfrm>
            <a:off x="8879451" y="3823178"/>
            <a:ext cx="16954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12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076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410902" y="3236659"/>
            <a:ext cx="1581150" cy="3841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289533" y="3236659"/>
            <a:ext cx="1581150" cy="384175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87735" y="3236659"/>
            <a:ext cx="1581150" cy="384175"/>
          </a:xfrm>
          <a:prstGeom prst="rect">
            <a:avLst/>
          </a:prstGeom>
          <a:solidFill>
            <a:srgbClr val="2A3D5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254853" y="3236659"/>
            <a:ext cx="1581150" cy="384175"/>
          </a:xfrm>
          <a:prstGeom prst="rect">
            <a:avLst/>
          </a:prstGeom>
          <a:solidFill>
            <a:srgbClr val="38526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258842" y="3236659"/>
            <a:ext cx="1581150" cy="384175"/>
          </a:xfrm>
          <a:prstGeom prst="rect">
            <a:avLst/>
          </a:prstGeom>
          <a:solidFill>
            <a:srgbClr val="2A3D5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205424" y="3236659"/>
            <a:ext cx="1581150" cy="38417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070725" y="4730497"/>
            <a:ext cx="4319588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93763" y="1820609"/>
            <a:ext cx="43180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93763" y="2523872"/>
            <a:ext cx="4092575" cy="0"/>
          </a:xfrm>
          <a:prstGeom prst="line">
            <a:avLst/>
          </a:prstGeom>
          <a:ln w="317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070725" y="4660647"/>
            <a:ext cx="4092575" cy="0"/>
          </a:xfrm>
          <a:prstGeom prst="line">
            <a:avLst/>
          </a:prstGeom>
          <a:ln w="317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26" idx="0"/>
          </p:cNvCxnSpPr>
          <p:nvPr/>
        </p:nvCxnSpPr>
        <p:spPr>
          <a:xfrm flipV="1">
            <a:off x="3080108" y="2523872"/>
            <a:ext cx="2305" cy="712787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 flipV="1">
            <a:off x="7070725" y="3649409"/>
            <a:ext cx="26988" cy="1011238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919913" y="1820609"/>
            <a:ext cx="4319587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6927287" y="2523872"/>
            <a:ext cx="4092575" cy="0"/>
          </a:xfrm>
          <a:prstGeom prst="line">
            <a:avLst/>
          </a:prstGeom>
          <a:ln w="317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29" idx="0"/>
          </p:cNvCxnSpPr>
          <p:nvPr/>
        </p:nvCxnSpPr>
        <p:spPr>
          <a:xfrm flipH="1" flipV="1">
            <a:off x="9040761" y="2523872"/>
            <a:ext cx="8656" cy="712787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928688" y="4744784"/>
            <a:ext cx="4318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毕业论文答辩的目的，就是检查毕业生是否是认真独立完成的毕业论文。更多模板：亮亮图文旗舰店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928688" y="4673347"/>
            <a:ext cx="4092575" cy="0"/>
          </a:xfrm>
          <a:prstGeom prst="line">
            <a:avLst/>
          </a:prstGeom>
          <a:ln w="317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5022850" y="3649409"/>
            <a:ext cx="0" cy="995363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13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7768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椭圆 115"/>
          <p:cNvSpPr>
            <a:spLocks noChangeArrowheads="1"/>
          </p:cNvSpPr>
          <p:nvPr/>
        </p:nvSpPr>
        <p:spPr bwMode="auto">
          <a:xfrm>
            <a:off x="559431" y="1154377"/>
            <a:ext cx="3681413" cy="3681413"/>
          </a:xfrm>
          <a:prstGeom prst="ellipse">
            <a:avLst/>
          </a:prstGeom>
          <a:solidFill>
            <a:srgbClr val="1F4E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75" name="椭圆 114"/>
          <p:cNvSpPr>
            <a:spLocks noChangeArrowheads="1"/>
          </p:cNvSpPr>
          <p:nvPr/>
        </p:nvSpPr>
        <p:spPr bwMode="auto">
          <a:xfrm>
            <a:off x="821369" y="1678252"/>
            <a:ext cx="3157537" cy="3157538"/>
          </a:xfrm>
          <a:prstGeom prst="ellipse">
            <a:avLst/>
          </a:prstGeom>
          <a:solidFill>
            <a:srgbClr val="2358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76" name="椭圆 113"/>
          <p:cNvSpPr>
            <a:spLocks noChangeArrowheads="1"/>
          </p:cNvSpPr>
          <p:nvPr/>
        </p:nvSpPr>
        <p:spPr bwMode="auto">
          <a:xfrm>
            <a:off x="1165856" y="2376752"/>
            <a:ext cx="2466975" cy="2466975"/>
          </a:xfrm>
          <a:prstGeom prst="ellipse">
            <a:avLst/>
          </a:pr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77" name="椭圆 112"/>
          <p:cNvSpPr>
            <a:spLocks noChangeArrowheads="1"/>
          </p:cNvSpPr>
          <p:nvPr/>
        </p:nvSpPr>
        <p:spPr bwMode="auto">
          <a:xfrm>
            <a:off x="1399219" y="2837127"/>
            <a:ext cx="2000250" cy="1998663"/>
          </a:xfrm>
          <a:prstGeom prst="ellipse">
            <a:avLst/>
          </a:pr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28678" name="直接连接符 116"/>
          <p:cNvCxnSpPr>
            <a:cxnSpLocks noChangeShapeType="1"/>
          </p:cNvCxnSpPr>
          <p:nvPr/>
        </p:nvCxnSpPr>
        <p:spPr bwMode="auto">
          <a:xfrm flipH="1">
            <a:off x="2372356" y="2832365"/>
            <a:ext cx="2660650" cy="0"/>
          </a:xfrm>
          <a:prstGeom prst="line">
            <a:avLst/>
          </a:prstGeom>
          <a:noFill/>
          <a:ln w="28575">
            <a:solidFill>
              <a:srgbClr val="2A3D5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9" name="任意多边形 117"/>
          <p:cNvSpPr>
            <a:spLocks/>
          </p:cNvSpPr>
          <p:nvPr/>
        </p:nvSpPr>
        <p:spPr bwMode="auto">
          <a:xfrm rot="15832319" flipV="1">
            <a:off x="5034594" y="2772040"/>
            <a:ext cx="120650" cy="120650"/>
          </a:xfrm>
          <a:custGeom>
            <a:avLst/>
            <a:gdLst>
              <a:gd name="T0" fmla="*/ 427571 w 69866"/>
              <a:gd name="T1" fmla="*/ 465537 h 69866"/>
              <a:gd name="T2" fmla="*/ 310667 w 69866"/>
              <a:gd name="T3" fmla="*/ 513960 h 69866"/>
              <a:gd name="T4" fmla="*/ 227839 w 69866"/>
              <a:gd name="T5" fmla="*/ 479650 h 69866"/>
              <a:gd name="T6" fmla="*/ 161446 w 69866"/>
              <a:gd name="T7" fmla="*/ 559508 h 69866"/>
              <a:gd name="T8" fmla="*/ 310658 w 69866"/>
              <a:gd name="T9" fmla="*/ 621315 h 69866"/>
              <a:gd name="T10" fmla="*/ 513763 w 69866"/>
              <a:gd name="T11" fmla="*/ 537187 h 69866"/>
              <a:gd name="T12" fmla="*/ 427571 w 69866"/>
              <a:gd name="T13" fmla="*/ 465537 h 69866"/>
              <a:gd name="T14" fmla="*/ 61807 w 69866"/>
              <a:gd name="T15" fmla="*/ 161446 h 69866"/>
              <a:gd name="T16" fmla="*/ 0 w 69866"/>
              <a:gd name="T17" fmla="*/ 310658 h 69866"/>
              <a:gd name="T18" fmla="*/ 84125 w 69866"/>
              <a:gd name="T19" fmla="*/ 513763 h 69866"/>
              <a:gd name="T20" fmla="*/ 155794 w 69866"/>
              <a:gd name="T21" fmla="*/ 427564 h 69866"/>
              <a:gd name="T22" fmla="*/ 107370 w 69866"/>
              <a:gd name="T23" fmla="*/ 310667 h 69866"/>
              <a:gd name="T24" fmla="*/ 141685 w 69866"/>
              <a:gd name="T25" fmla="*/ 227844 h 69866"/>
              <a:gd name="T26" fmla="*/ 61807 w 69866"/>
              <a:gd name="T27" fmla="*/ 161446 h 69866"/>
              <a:gd name="T28" fmla="*/ 537187 w 69866"/>
              <a:gd name="T29" fmla="*/ 107553 h 69866"/>
              <a:gd name="T30" fmla="*/ 465530 w 69866"/>
              <a:gd name="T31" fmla="*/ 193744 h 69866"/>
              <a:gd name="T32" fmla="*/ 513960 w 69866"/>
              <a:gd name="T33" fmla="*/ 310667 h 69866"/>
              <a:gd name="T34" fmla="*/ 479650 w 69866"/>
              <a:gd name="T35" fmla="*/ 393495 h 69866"/>
              <a:gd name="T36" fmla="*/ 559508 w 69866"/>
              <a:gd name="T37" fmla="*/ 459883 h 69866"/>
              <a:gd name="T38" fmla="*/ 621315 w 69866"/>
              <a:gd name="T39" fmla="*/ 310658 h 69866"/>
              <a:gd name="T40" fmla="*/ 537187 w 69866"/>
              <a:gd name="T41" fmla="*/ 107553 h 69866"/>
              <a:gd name="T42" fmla="*/ 310658 w 69866"/>
              <a:gd name="T43" fmla="*/ 0 h 69866"/>
              <a:gd name="T44" fmla="*/ 107541 w 69866"/>
              <a:gd name="T45" fmla="*/ 84137 h 69866"/>
              <a:gd name="T46" fmla="*/ 193747 w 69866"/>
              <a:gd name="T47" fmla="*/ 155806 h 69866"/>
              <a:gd name="T48" fmla="*/ 310667 w 69866"/>
              <a:gd name="T49" fmla="*/ 107370 h 69866"/>
              <a:gd name="T50" fmla="*/ 393478 w 69866"/>
              <a:gd name="T51" fmla="*/ 141673 h 69866"/>
              <a:gd name="T52" fmla="*/ 459871 w 69866"/>
              <a:gd name="T53" fmla="*/ 61807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8680" name="矩形 118"/>
          <p:cNvSpPr>
            <a:spLocks noChangeArrowheads="1"/>
          </p:cNvSpPr>
          <p:nvPr/>
        </p:nvSpPr>
        <p:spPr bwMode="auto">
          <a:xfrm>
            <a:off x="5134606" y="2646627"/>
            <a:ext cx="1147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8681" name="直接连接符 119"/>
          <p:cNvCxnSpPr>
            <a:cxnSpLocks noChangeShapeType="1"/>
          </p:cNvCxnSpPr>
          <p:nvPr/>
        </p:nvCxnSpPr>
        <p:spPr bwMode="auto">
          <a:xfrm flipH="1">
            <a:off x="2372356" y="2378340"/>
            <a:ext cx="2660650" cy="0"/>
          </a:xfrm>
          <a:prstGeom prst="line">
            <a:avLst/>
          </a:prstGeom>
          <a:noFill/>
          <a:ln w="28575">
            <a:solidFill>
              <a:srgbClr val="38526E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2" name="任意多边形 120"/>
          <p:cNvSpPr>
            <a:spLocks/>
          </p:cNvSpPr>
          <p:nvPr/>
        </p:nvSpPr>
        <p:spPr bwMode="auto">
          <a:xfrm rot="15832319" flipV="1">
            <a:off x="5034594" y="2318015"/>
            <a:ext cx="120650" cy="120650"/>
          </a:xfrm>
          <a:custGeom>
            <a:avLst/>
            <a:gdLst>
              <a:gd name="T0" fmla="*/ 427571 w 69866"/>
              <a:gd name="T1" fmla="*/ 465537 h 69866"/>
              <a:gd name="T2" fmla="*/ 310667 w 69866"/>
              <a:gd name="T3" fmla="*/ 513960 h 69866"/>
              <a:gd name="T4" fmla="*/ 227839 w 69866"/>
              <a:gd name="T5" fmla="*/ 479650 h 69866"/>
              <a:gd name="T6" fmla="*/ 161446 w 69866"/>
              <a:gd name="T7" fmla="*/ 559508 h 69866"/>
              <a:gd name="T8" fmla="*/ 310658 w 69866"/>
              <a:gd name="T9" fmla="*/ 621315 h 69866"/>
              <a:gd name="T10" fmla="*/ 513763 w 69866"/>
              <a:gd name="T11" fmla="*/ 537187 h 69866"/>
              <a:gd name="T12" fmla="*/ 427571 w 69866"/>
              <a:gd name="T13" fmla="*/ 465537 h 69866"/>
              <a:gd name="T14" fmla="*/ 61807 w 69866"/>
              <a:gd name="T15" fmla="*/ 161446 h 69866"/>
              <a:gd name="T16" fmla="*/ 0 w 69866"/>
              <a:gd name="T17" fmla="*/ 310658 h 69866"/>
              <a:gd name="T18" fmla="*/ 84125 w 69866"/>
              <a:gd name="T19" fmla="*/ 513763 h 69866"/>
              <a:gd name="T20" fmla="*/ 155794 w 69866"/>
              <a:gd name="T21" fmla="*/ 427564 h 69866"/>
              <a:gd name="T22" fmla="*/ 107370 w 69866"/>
              <a:gd name="T23" fmla="*/ 310667 h 69866"/>
              <a:gd name="T24" fmla="*/ 141685 w 69866"/>
              <a:gd name="T25" fmla="*/ 227844 h 69866"/>
              <a:gd name="T26" fmla="*/ 61807 w 69866"/>
              <a:gd name="T27" fmla="*/ 161446 h 69866"/>
              <a:gd name="T28" fmla="*/ 537187 w 69866"/>
              <a:gd name="T29" fmla="*/ 107553 h 69866"/>
              <a:gd name="T30" fmla="*/ 465530 w 69866"/>
              <a:gd name="T31" fmla="*/ 193744 h 69866"/>
              <a:gd name="T32" fmla="*/ 513960 w 69866"/>
              <a:gd name="T33" fmla="*/ 310667 h 69866"/>
              <a:gd name="T34" fmla="*/ 479650 w 69866"/>
              <a:gd name="T35" fmla="*/ 393495 h 69866"/>
              <a:gd name="T36" fmla="*/ 559508 w 69866"/>
              <a:gd name="T37" fmla="*/ 459883 h 69866"/>
              <a:gd name="T38" fmla="*/ 621315 w 69866"/>
              <a:gd name="T39" fmla="*/ 310658 h 69866"/>
              <a:gd name="T40" fmla="*/ 537187 w 69866"/>
              <a:gd name="T41" fmla="*/ 107553 h 69866"/>
              <a:gd name="T42" fmla="*/ 310658 w 69866"/>
              <a:gd name="T43" fmla="*/ 0 h 69866"/>
              <a:gd name="T44" fmla="*/ 107541 w 69866"/>
              <a:gd name="T45" fmla="*/ 84137 h 69866"/>
              <a:gd name="T46" fmla="*/ 193747 w 69866"/>
              <a:gd name="T47" fmla="*/ 155806 h 69866"/>
              <a:gd name="T48" fmla="*/ 310667 w 69866"/>
              <a:gd name="T49" fmla="*/ 107370 h 69866"/>
              <a:gd name="T50" fmla="*/ 393478 w 69866"/>
              <a:gd name="T51" fmla="*/ 141673 h 69866"/>
              <a:gd name="T52" fmla="*/ 459871 w 69866"/>
              <a:gd name="T53" fmla="*/ 61807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3852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8683" name="矩形 121"/>
          <p:cNvSpPr>
            <a:spLocks noChangeArrowheads="1"/>
          </p:cNvSpPr>
          <p:nvPr/>
        </p:nvSpPr>
        <p:spPr bwMode="auto">
          <a:xfrm>
            <a:off x="5134606" y="2194190"/>
            <a:ext cx="1147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3852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8684" name="直接连接符 122"/>
          <p:cNvCxnSpPr>
            <a:cxnSpLocks noChangeShapeType="1"/>
            <a:endCxn id="28675" idx="0"/>
          </p:cNvCxnSpPr>
          <p:nvPr/>
        </p:nvCxnSpPr>
        <p:spPr bwMode="auto">
          <a:xfrm flipH="1" flipV="1">
            <a:off x="2399344" y="1678252"/>
            <a:ext cx="2633662" cy="31750"/>
          </a:xfrm>
          <a:prstGeom prst="line">
            <a:avLst/>
          </a:prstGeom>
          <a:noFill/>
          <a:ln w="28575">
            <a:solidFill>
              <a:srgbClr val="5B6C83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5" name="任意多边形 123"/>
          <p:cNvSpPr>
            <a:spLocks/>
          </p:cNvSpPr>
          <p:nvPr/>
        </p:nvSpPr>
        <p:spPr bwMode="auto">
          <a:xfrm rot="15832319" flipV="1">
            <a:off x="5035388" y="1650471"/>
            <a:ext cx="119062" cy="120650"/>
          </a:xfrm>
          <a:custGeom>
            <a:avLst/>
            <a:gdLst>
              <a:gd name="T0" fmla="*/ 405499 w 69866"/>
              <a:gd name="T1" fmla="*/ 465537 h 69866"/>
              <a:gd name="T2" fmla="*/ 294632 w 69866"/>
              <a:gd name="T3" fmla="*/ 513960 h 69866"/>
              <a:gd name="T4" fmla="*/ 216076 w 69866"/>
              <a:gd name="T5" fmla="*/ 479650 h 69866"/>
              <a:gd name="T6" fmla="*/ 153107 w 69866"/>
              <a:gd name="T7" fmla="*/ 559508 h 69866"/>
              <a:gd name="T8" fmla="*/ 294623 w 69866"/>
              <a:gd name="T9" fmla="*/ 621315 h 69866"/>
              <a:gd name="T10" fmla="*/ 487245 w 69866"/>
              <a:gd name="T11" fmla="*/ 537187 h 69866"/>
              <a:gd name="T12" fmla="*/ 405499 w 69866"/>
              <a:gd name="T13" fmla="*/ 465537 h 69866"/>
              <a:gd name="T14" fmla="*/ 58618 w 69866"/>
              <a:gd name="T15" fmla="*/ 161446 h 69866"/>
              <a:gd name="T16" fmla="*/ 0 w 69866"/>
              <a:gd name="T17" fmla="*/ 310658 h 69866"/>
              <a:gd name="T18" fmla="*/ 79785 w 69866"/>
              <a:gd name="T19" fmla="*/ 513763 h 69866"/>
              <a:gd name="T20" fmla="*/ 147753 w 69866"/>
              <a:gd name="T21" fmla="*/ 427564 h 69866"/>
              <a:gd name="T22" fmla="*/ 101833 w 69866"/>
              <a:gd name="T23" fmla="*/ 310667 h 69866"/>
              <a:gd name="T24" fmla="*/ 134369 w 69866"/>
              <a:gd name="T25" fmla="*/ 227844 h 69866"/>
              <a:gd name="T26" fmla="*/ 58618 w 69866"/>
              <a:gd name="T27" fmla="*/ 161446 h 69866"/>
              <a:gd name="T28" fmla="*/ 509462 w 69866"/>
              <a:gd name="T29" fmla="*/ 107553 h 69866"/>
              <a:gd name="T30" fmla="*/ 441499 w 69866"/>
              <a:gd name="T31" fmla="*/ 193744 h 69866"/>
              <a:gd name="T32" fmla="*/ 487434 w 69866"/>
              <a:gd name="T33" fmla="*/ 310667 h 69866"/>
              <a:gd name="T34" fmla="*/ 454893 w 69866"/>
              <a:gd name="T35" fmla="*/ 393495 h 69866"/>
              <a:gd name="T36" fmla="*/ 530626 w 69866"/>
              <a:gd name="T37" fmla="*/ 459883 h 69866"/>
              <a:gd name="T38" fmla="*/ 589243 w 69866"/>
              <a:gd name="T39" fmla="*/ 310658 h 69866"/>
              <a:gd name="T40" fmla="*/ 509462 w 69866"/>
              <a:gd name="T41" fmla="*/ 107553 h 69866"/>
              <a:gd name="T42" fmla="*/ 294623 w 69866"/>
              <a:gd name="T43" fmla="*/ 0 h 69866"/>
              <a:gd name="T44" fmla="*/ 101990 w 69866"/>
              <a:gd name="T45" fmla="*/ 84137 h 69866"/>
              <a:gd name="T46" fmla="*/ 183750 w 69866"/>
              <a:gd name="T47" fmla="*/ 155806 h 69866"/>
              <a:gd name="T48" fmla="*/ 294632 w 69866"/>
              <a:gd name="T49" fmla="*/ 107370 h 69866"/>
              <a:gd name="T50" fmla="*/ 373167 w 69866"/>
              <a:gd name="T51" fmla="*/ 141673 h 69866"/>
              <a:gd name="T52" fmla="*/ 436136 w 69866"/>
              <a:gd name="T53" fmla="*/ 61807 h 69866"/>
              <a:gd name="T54" fmla="*/ 294623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8686" name="矩形 124"/>
          <p:cNvSpPr>
            <a:spLocks noChangeArrowheads="1"/>
          </p:cNvSpPr>
          <p:nvPr/>
        </p:nvSpPr>
        <p:spPr bwMode="auto">
          <a:xfrm>
            <a:off x="5134606" y="1525852"/>
            <a:ext cx="1147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B6C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8687" name="直接连接符 125"/>
          <p:cNvCxnSpPr>
            <a:cxnSpLocks noChangeShapeType="1"/>
            <a:stCxn id="28688" idx="4"/>
            <a:endCxn id="28674" idx="0"/>
          </p:cNvCxnSpPr>
          <p:nvPr/>
        </p:nvCxnSpPr>
        <p:spPr bwMode="auto">
          <a:xfrm flipH="1" flipV="1">
            <a:off x="2399344" y="1154377"/>
            <a:ext cx="2635250" cy="12700"/>
          </a:xfrm>
          <a:prstGeom prst="line">
            <a:avLst/>
          </a:prstGeom>
          <a:noFill/>
          <a:ln w="28575">
            <a:solidFill>
              <a:srgbClr val="203864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8" name="任意多边形 126"/>
          <p:cNvSpPr>
            <a:spLocks/>
          </p:cNvSpPr>
          <p:nvPr/>
        </p:nvSpPr>
        <p:spPr bwMode="auto">
          <a:xfrm rot="15832319" flipV="1">
            <a:off x="5034594" y="1100402"/>
            <a:ext cx="120650" cy="120650"/>
          </a:xfrm>
          <a:custGeom>
            <a:avLst/>
            <a:gdLst>
              <a:gd name="T0" fmla="*/ 427571 w 69866"/>
              <a:gd name="T1" fmla="*/ 465537 h 69866"/>
              <a:gd name="T2" fmla="*/ 310667 w 69866"/>
              <a:gd name="T3" fmla="*/ 513960 h 69866"/>
              <a:gd name="T4" fmla="*/ 227839 w 69866"/>
              <a:gd name="T5" fmla="*/ 479650 h 69866"/>
              <a:gd name="T6" fmla="*/ 161446 w 69866"/>
              <a:gd name="T7" fmla="*/ 559508 h 69866"/>
              <a:gd name="T8" fmla="*/ 310658 w 69866"/>
              <a:gd name="T9" fmla="*/ 621315 h 69866"/>
              <a:gd name="T10" fmla="*/ 513763 w 69866"/>
              <a:gd name="T11" fmla="*/ 537187 h 69866"/>
              <a:gd name="T12" fmla="*/ 427571 w 69866"/>
              <a:gd name="T13" fmla="*/ 465537 h 69866"/>
              <a:gd name="T14" fmla="*/ 61807 w 69866"/>
              <a:gd name="T15" fmla="*/ 161446 h 69866"/>
              <a:gd name="T16" fmla="*/ 0 w 69866"/>
              <a:gd name="T17" fmla="*/ 310658 h 69866"/>
              <a:gd name="T18" fmla="*/ 84125 w 69866"/>
              <a:gd name="T19" fmla="*/ 513763 h 69866"/>
              <a:gd name="T20" fmla="*/ 155794 w 69866"/>
              <a:gd name="T21" fmla="*/ 427564 h 69866"/>
              <a:gd name="T22" fmla="*/ 107370 w 69866"/>
              <a:gd name="T23" fmla="*/ 310667 h 69866"/>
              <a:gd name="T24" fmla="*/ 141685 w 69866"/>
              <a:gd name="T25" fmla="*/ 227844 h 69866"/>
              <a:gd name="T26" fmla="*/ 61807 w 69866"/>
              <a:gd name="T27" fmla="*/ 161446 h 69866"/>
              <a:gd name="T28" fmla="*/ 537187 w 69866"/>
              <a:gd name="T29" fmla="*/ 107553 h 69866"/>
              <a:gd name="T30" fmla="*/ 465530 w 69866"/>
              <a:gd name="T31" fmla="*/ 193744 h 69866"/>
              <a:gd name="T32" fmla="*/ 513960 w 69866"/>
              <a:gd name="T33" fmla="*/ 310667 h 69866"/>
              <a:gd name="T34" fmla="*/ 479650 w 69866"/>
              <a:gd name="T35" fmla="*/ 393495 h 69866"/>
              <a:gd name="T36" fmla="*/ 559508 w 69866"/>
              <a:gd name="T37" fmla="*/ 459883 h 69866"/>
              <a:gd name="T38" fmla="*/ 621315 w 69866"/>
              <a:gd name="T39" fmla="*/ 310658 h 69866"/>
              <a:gd name="T40" fmla="*/ 537187 w 69866"/>
              <a:gd name="T41" fmla="*/ 107553 h 69866"/>
              <a:gd name="T42" fmla="*/ 310658 w 69866"/>
              <a:gd name="T43" fmla="*/ 0 h 69866"/>
              <a:gd name="T44" fmla="*/ 107541 w 69866"/>
              <a:gd name="T45" fmla="*/ 84137 h 69866"/>
              <a:gd name="T46" fmla="*/ 193747 w 69866"/>
              <a:gd name="T47" fmla="*/ 155806 h 69866"/>
              <a:gd name="T48" fmla="*/ 310667 w 69866"/>
              <a:gd name="T49" fmla="*/ 107370 h 69866"/>
              <a:gd name="T50" fmla="*/ 393478 w 69866"/>
              <a:gd name="T51" fmla="*/ 141673 h 69866"/>
              <a:gd name="T52" fmla="*/ 459871 w 69866"/>
              <a:gd name="T53" fmla="*/ 61807 h 69866"/>
              <a:gd name="T54" fmla="*/ 310658 w 69866"/>
              <a:gd name="T55" fmla="*/ 0 h 698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9866" h="69866">
                <a:moveTo>
                  <a:pt x="48080" y="52349"/>
                </a:moveTo>
                <a:lnTo>
                  <a:pt x="34934" y="57794"/>
                </a:lnTo>
                <a:lnTo>
                  <a:pt x="25620" y="53936"/>
                </a:lnTo>
                <a:lnTo>
                  <a:pt x="18154" y="62916"/>
                </a:lnTo>
                <a:lnTo>
                  <a:pt x="34933" y="69866"/>
                </a:lnTo>
                <a:lnTo>
                  <a:pt x="57772" y="60406"/>
                </a:lnTo>
                <a:lnTo>
                  <a:pt x="48080" y="52349"/>
                </a:lnTo>
                <a:close/>
                <a:moveTo>
                  <a:pt x="6950" y="18154"/>
                </a:moveTo>
                <a:lnTo>
                  <a:pt x="0" y="34933"/>
                </a:lnTo>
                <a:lnTo>
                  <a:pt x="9460" y="57772"/>
                </a:lnTo>
                <a:lnTo>
                  <a:pt x="17519" y="48079"/>
                </a:lnTo>
                <a:lnTo>
                  <a:pt x="12074" y="34934"/>
                </a:lnTo>
                <a:lnTo>
                  <a:pt x="15932" y="25621"/>
                </a:lnTo>
                <a:lnTo>
                  <a:pt x="6950" y="18154"/>
                </a:lnTo>
                <a:close/>
                <a:moveTo>
                  <a:pt x="60406" y="12094"/>
                </a:moveTo>
                <a:lnTo>
                  <a:pt x="52348" y="21786"/>
                </a:lnTo>
                <a:lnTo>
                  <a:pt x="57794" y="34934"/>
                </a:lnTo>
                <a:lnTo>
                  <a:pt x="53936" y="44248"/>
                </a:lnTo>
                <a:lnTo>
                  <a:pt x="62916" y="51713"/>
                </a:lnTo>
                <a:lnTo>
                  <a:pt x="69866" y="34933"/>
                </a:lnTo>
                <a:lnTo>
                  <a:pt x="60406" y="12094"/>
                </a:lnTo>
                <a:close/>
                <a:moveTo>
                  <a:pt x="34933" y="0"/>
                </a:moveTo>
                <a:lnTo>
                  <a:pt x="12093" y="9461"/>
                </a:lnTo>
                <a:lnTo>
                  <a:pt x="21787" y="17520"/>
                </a:lnTo>
                <a:lnTo>
                  <a:pt x="34934" y="12074"/>
                </a:lnTo>
                <a:lnTo>
                  <a:pt x="44246" y="15931"/>
                </a:lnTo>
                <a:lnTo>
                  <a:pt x="51712" y="6950"/>
                </a:lnTo>
                <a:lnTo>
                  <a:pt x="34933" y="0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8689" name="矩形 127"/>
          <p:cNvSpPr>
            <a:spLocks noChangeArrowheads="1"/>
          </p:cNvSpPr>
          <p:nvPr/>
        </p:nvSpPr>
        <p:spPr bwMode="auto">
          <a:xfrm>
            <a:off x="5134606" y="976577"/>
            <a:ext cx="1147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8690" name="Rectangle 15"/>
          <p:cNvSpPr>
            <a:spLocks noChangeArrowheads="1"/>
          </p:cNvSpPr>
          <p:nvPr/>
        </p:nvSpPr>
        <p:spPr bwMode="auto">
          <a:xfrm>
            <a:off x="8175625" y="3159390"/>
            <a:ext cx="274638" cy="3937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691" name="Rectangle 16"/>
          <p:cNvSpPr>
            <a:spLocks noChangeArrowheads="1"/>
          </p:cNvSpPr>
          <p:nvPr/>
        </p:nvSpPr>
        <p:spPr bwMode="auto">
          <a:xfrm>
            <a:off x="9517063" y="3159390"/>
            <a:ext cx="274637" cy="3937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692" name="任意多边形 224"/>
          <p:cNvSpPr>
            <a:spLocks/>
          </p:cNvSpPr>
          <p:nvPr/>
        </p:nvSpPr>
        <p:spPr bwMode="auto">
          <a:xfrm>
            <a:off x="8175625" y="3145102"/>
            <a:ext cx="1616075" cy="1676400"/>
          </a:xfrm>
          <a:custGeom>
            <a:avLst/>
            <a:gdLst>
              <a:gd name="T0" fmla="*/ 673100 w 1616075"/>
              <a:gd name="T1" fmla="*/ 0 h 1676400"/>
              <a:gd name="T2" fmla="*/ 947738 w 1616075"/>
              <a:gd name="T3" fmla="*/ 0 h 1676400"/>
              <a:gd name="T4" fmla="*/ 947738 w 1616075"/>
              <a:gd name="T5" fmla="*/ 907562 h 1676400"/>
              <a:gd name="T6" fmla="*/ 1015097 w 1616075"/>
              <a:gd name="T7" fmla="*/ 886712 h 1676400"/>
              <a:gd name="T8" fmla="*/ 1341718 w 1616075"/>
              <a:gd name="T9" fmla="*/ 393700 h 1676400"/>
              <a:gd name="T10" fmla="*/ 1616075 w 1616075"/>
              <a:gd name="T11" fmla="*/ 393700 h 1676400"/>
              <a:gd name="T12" fmla="*/ 1122972 w 1616075"/>
              <a:gd name="T13" fmla="*/ 1139838 h 1676400"/>
              <a:gd name="T14" fmla="*/ 1008063 w 1616075"/>
              <a:gd name="T15" fmla="*/ 1175473 h 1676400"/>
              <a:gd name="T16" fmla="*/ 1008063 w 1616075"/>
              <a:gd name="T17" fmla="*/ 1676400 h 1676400"/>
              <a:gd name="T18" fmla="*/ 609600 w 1616075"/>
              <a:gd name="T19" fmla="*/ 1676400 h 1676400"/>
              <a:gd name="T20" fmla="*/ 609600 w 1616075"/>
              <a:gd name="T21" fmla="*/ 1175966 h 1676400"/>
              <a:gd name="T22" fmla="*/ 493102 w 1616075"/>
              <a:gd name="T23" fmla="*/ 1139838 h 1676400"/>
              <a:gd name="T24" fmla="*/ 0 w 1616075"/>
              <a:gd name="T25" fmla="*/ 393700 h 1676400"/>
              <a:gd name="T26" fmla="*/ 274357 w 1616075"/>
              <a:gd name="T27" fmla="*/ 393700 h 1676400"/>
              <a:gd name="T28" fmla="*/ 600978 w 1616075"/>
              <a:gd name="T29" fmla="*/ 886712 h 1676400"/>
              <a:gd name="T30" fmla="*/ 673100 w 1616075"/>
              <a:gd name="T31" fmla="*/ 909037 h 1676400"/>
              <a:gd name="T32" fmla="*/ 673100 w 1616075"/>
              <a:gd name="T33" fmla="*/ 0 h 167640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616075" h="1676400">
                <a:moveTo>
                  <a:pt x="673100" y="0"/>
                </a:moveTo>
                <a:lnTo>
                  <a:pt x="947738" y="0"/>
                </a:lnTo>
                <a:lnTo>
                  <a:pt x="947738" y="907562"/>
                </a:lnTo>
                <a:lnTo>
                  <a:pt x="1015097" y="886712"/>
                </a:lnTo>
                <a:cubicBezTo>
                  <a:pt x="1206419" y="806044"/>
                  <a:pt x="1341718" y="616818"/>
                  <a:pt x="1341718" y="393700"/>
                </a:cubicBezTo>
                <a:cubicBezTo>
                  <a:pt x="1341718" y="393700"/>
                  <a:pt x="1341718" y="393700"/>
                  <a:pt x="1616075" y="393700"/>
                </a:cubicBezTo>
                <a:cubicBezTo>
                  <a:pt x="1616075" y="729789"/>
                  <a:pt x="1413126" y="1017159"/>
                  <a:pt x="1122972" y="1139838"/>
                </a:cubicBezTo>
                <a:lnTo>
                  <a:pt x="1008063" y="1175473"/>
                </a:lnTo>
                <a:lnTo>
                  <a:pt x="1008063" y="1676400"/>
                </a:lnTo>
                <a:lnTo>
                  <a:pt x="609600" y="1676400"/>
                </a:lnTo>
                <a:lnTo>
                  <a:pt x="609600" y="1175966"/>
                </a:lnTo>
                <a:lnTo>
                  <a:pt x="493102" y="1139838"/>
                </a:lnTo>
                <a:cubicBezTo>
                  <a:pt x="202949" y="1017159"/>
                  <a:pt x="0" y="729789"/>
                  <a:pt x="0" y="393700"/>
                </a:cubicBezTo>
                <a:cubicBezTo>
                  <a:pt x="0" y="393700"/>
                  <a:pt x="0" y="393700"/>
                  <a:pt x="274357" y="393700"/>
                </a:cubicBezTo>
                <a:cubicBezTo>
                  <a:pt x="274357" y="616818"/>
                  <a:pt x="409656" y="806044"/>
                  <a:pt x="600978" y="886712"/>
                </a:cubicBezTo>
                <a:lnTo>
                  <a:pt x="673100" y="909037"/>
                </a:lnTo>
                <a:lnTo>
                  <a:pt x="673100" y="0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3" name="Freeform 18"/>
          <p:cNvSpPr>
            <a:spLocks/>
          </p:cNvSpPr>
          <p:nvPr/>
        </p:nvSpPr>
        <p:spPr bwMode="auto">
          <a:xfrm>
            <a:off x="7769225" y="2687902"/>
            <a:ext cx="1090613" cy="546100"/>
          </a:xfrm>
          <a:custGeom>
            <a:avLst/>
            <a:gdLst>
              <a:gd name="T0" fmla="*/ 2147483646 w 290"/>
              <a:gd name="T1" fmla="*/ 2147483646 h 145"/>
              <a:gd name="T2" fmla="*/ 2147483646 w 290"/>
              <a:gd name="T3" fmla="*/ 0 h 145"/>
              <a:gd name="T4" fmla="*/ 0 w 290"/>
              <a:gd name="T5" fmla="*/ 0 h 145"/>
              <a:gd name="T6" fmla="*/ 2147483646 w 290"/>
              <a:gd name="T7" fmla="*/ 2147483646 h 145"/>
              <a:gd name="T8" fmla="*/ 2147483646 w 290"/>
              <a:gd name="T9" fmla="*/ 0 h 145"/>
              <a:gd name="T10" fmla="*/ 2147483646 w 290"/>
              <a:gd name="T11" fmla="*/ 0 h 145"/>
              <a:gd name="T12" fmla="*/ 2147483646 w 290"/>
              <a:gd name="T13" fmla="*/ 2147483646 h 1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0" h="145">
                <a:moveTo>
                  <a:pt x="145" y="96"/>
                </a:moveTo>
                <a:cubicBezTo>
                  <a:pt x="92" y="96"/>
                  <a:pt x="49" y="53"/>
                  <a:pt x="4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0"/>
                  <a:pt x="65" y="145"/>
                  <a:pt x="145" y="145"/>
                </a:cubicBezTo>
                <a:cubicBezTo>
                  <a:pt x="225" y="145"/>
                  <a:pt x="290" y="80"/>
                  <a:pt x="29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0" y="53"/>
                  <a:pt x="198" y="96"/>
                  <a:pt x="145" y="96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4" name="Rectangle 19"/>
          <p:cNvSpPr>
            <a:spLocks noChangeArrowheads="1"/>
          </p:cNvSpPr>
          <p:nvPr/>
        </p:nvSpPr>
        <p:spPr bwMode="auto">
          <a:xfrm>
            <a:off x="7769225" y="2421202"/>
            <a:ext cx="184150" cy="2667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695" name="Rectangle 20"/>
          <p:cNvSpPr>
            <a:spLocks noChangeArrowheads="1"/>
          </p:cNvSpPr>
          <p:nvPr/>
        </p:nvSpPr>
        <p:spPr bwMode="auto">
          <a:xfrm>
            <a:off x="8672513" y="2421202"/>
            <a:ext cx="187325" cy="2667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696" name="Rectangle 21"/>
          <p:cNvSpPr>
            <a:spLocks noChangeArrowheads="1"/>
          </p:cNvSpPr>
          <p:nvPr/>
        </p:nvSpPr>
        <p:spPr bwMode="auto">
          <a:xfrm>
            <a:off x="8220075" y="2421202"/>
            <a:ext cx="184150" cy="666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697" name="Freeform 22"/>
          <p:cNvSpPr>
            <a:spLocks/>
          </p:cNvSpPr>
          <p:nvPr/>
        </p:nvSpPr>
        <p:spPr bwMode="auto">
          <a:xfrm>
            <a:off x="9107488" y="2687902"/>
            <a:ext cx="1095375" cy="546100"/>
          </a:xfrm>
          <a:custGeom>
            <a:avLst/>
            <a:gdLst>
              <a:gd name="T0" fmla="*/ 2147483646 w 291"/>
              <a:gd name="T1" fmla="*/ 2147483646 h 145"/>
              <a:gd name="T2" fmla="*/ 2147483646 w 291"/>
              <a:gd name="T3" fmla="*/ 0 h 145"/>
              <a:gd name="T4" fmla="*/ 0 w 291"/>
              <a:gd name="T5" fmla="*/ 0 h 145"/>
              <a:gd name="T6" fmla="*/ 2147483646 w 291"/>
              <a:gd name="T7" fmla="*/ 2147483646 h 145"/>
              <a:gd name="T8" fmla="*/ 2147483646 w 291"/>
              <a:gd name="T9" fmla="*/ 0 h 145"/>
              <a:gd name="T10" fmla="*/ 2147483646 w 291"/>
              <a:gd name="T11" fmla="*/ 0 h 145"/>
              <a:gd name="T12" fmla="*/ 2147483646 w 291"/>
              <a:gd name="T13" fmla="*/ 2147483646 h 1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1" h="145">
                <a:moveTo>
                  <a:pt x="146" y="96"/>
                </a:moveTo>
                <a:cubicBezTo>
                  <a:pt x="93" y="96"/>
                  <a:pt x="50" y="53"/>
                  <a:pt x="5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0"/>
                  <a:pt x="65" y="145"/>
                  <a:pt x="146" y="145"/>
                </a:cubicBezTo>
                <a:cubicBezTo>
                  <a:pt x="226" y="145"/>
                  <a:pt x="291" y="80"/>
                  <a:pt x="291" y="0"/>
                </a:cubicBezTo>
                <a:cubicBezTo>
                  <a:pt x="241" y="0"/>
                  <a:pt x="241" y="0"/>
                  <a:pt x="241" y="0"/>
                </a:cubicBezTo>
                <a:cubicBezTo>
                  <a:pt x="241" y="53"/>
                  <a:pt x="198" y="96"/>
                  <a:pt x="146" y="96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8" name="Rectangle 23"/>
          <p:cNvSpPr>
            <a:spLocks noChangeArrowheads="1"/>
          </p:cNvSpPr>
          <p:nvPr/>
        </p:nvSpPr>
        <p:spPr bwMode="auto">
          <a:xfrm>
            <a:off x="9107488" y="2421202"/>
            <a:ext cx="188912" cy="2667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699" name="Rectangle 24"/>
          <p:cNvSpPr>
            <a:spLocks noChangeArrowheads="1"/>
          </p:cNvSpPr>
          <p:nvPr/>
        </p:nvSpPr>
        <p:spPr bwMode="auto">
          <a:xfrm>
            <a:off x="10013950" y="2421202"/>
            <a:ext cx="188913" cy="2667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0" name="Rectangle 25"/>
          <p:cNvSpPr>
            <a:spLocks noChangeArrowheads="1"/>
          </p:cNvSpPr>
          <p:nvPr/>
        </p:nvSpPr>
        <p:spPr bwMode="auto">
          <a:xfrm>
            <a:off x="9563100" y="2421202"/>
            <a:ext cx="184150" cy="666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1" name="Freeform 26"/>
          <p:cNvSpPr>
            <a:spLocks/>
          </p:cNvSpPr>
          <p:nvPr/>
        </p:nvSpPr>
        <p:spPr bwMode="auto">
          <a:xfrm>
            <a:off x="9755188" y="2132277"/>
            <a:ext cx="706437" cy="354013"/>
          </a:xfrm>
          <a:custGeom>
            <a:avLst/>
            <a:gdLst>
              <a:gd name="T0" fmla="*/ 2147483646 w 188"/>
              <a:gd name="T1" fmla="*/ 2147483646 h 94"/>
              <a:gd name="T2" fmla="*/ 2147483646 w 188"/>
              <a:gd name="T3" fmla="*/ 0 h 94"/>
              <a:gd name="T4" fmla="*/ 0 w 188"/>
              <a:gd name="T5" fmla="*/ 0 h 94"/>
              <a:gd name="T6" fmla="*/ 2147483646 w 188"/>
              <a:gd name="T7" fmla="*/ 2147483646 h 94"/>
              <a:gd name="T8" fmla="*/ 2147483646 w 188"/>
              <a:gd name="T9" fmla="*/ 0 h 94"/>
              <a:gd name="T10" fmla="*/ 2147483646 w 188"/>
              <a:gd name="T11" fmla="*/ 0 h 94"/>
              <a:gd name="T12" fmla="*/ 2147483646 w 188"/>
              <a:gd name="T13" fmla="*/ 2147483646 h 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8" h="94">
                <a:moveTo>
                  <a:pt x="94" y="62"/>
                </a:moveTo>
                <a:cubicBezTo>
                  <a:pt x="60" y="62"/>
                  <a:pt x="32" y="34"/>
                  <a:pt x="3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2"/>
                  <a:pt x="42" y="94"/>
                  <a:pt x="94" y="94"/>
                </a:cubicBezTo>
                <a:cubicBezTo>
                  <a:pt x="146" y="94"/>
                  <a:pt x="188" y="52"/>
                  <a:pt x="188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34"/>
                  <a:pt x="128" y="62"/>
                  <a:pt x="94" y="6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2" name="Rectangle 27"/>
          <p:cNvSpPr>
            <a:spLocks noChangeArrowheads="1"/>
          </p:cNvSpPr>
          <p:nvPr/>
        </p:nvSpPr>
        <p:spPr bwMode="auto">
          <a:xfrm>
            <a:off x="9755188" y="1959240"/>
            <a:ext cx="119062" cy="173037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3" name="Rectangle 28"/>
          <p:cNvSpPr>
            <a:spLocks noChangeArrowheads="1"/>
          </p:cNvSpPr>
          <p:nvPr/>
        </p:nvSpPr>
        <p:spPr bwMode="auto">
          <a:xfrm>
            <a:off x="10340975" y="1959240"/>
            <a:ext cx="120650" cy="173037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4" name="Rectangle 29"/>
          <p:cNvSpPr>
            <a:spLocks noChangeArrowheads="1"/>
          </p:cNvSpPr>
          <p:nvPr/>
        </p:nvSpPr>
        <p:spPr bwMode="auto">
          <a:xfrm>
            <a:off x="10047288" y="1959240"/>
            <a:ext cx="120650" cy="4318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5" name="Freeform 30"/>
          <p:cNvSpPr>
            <a:spLocks/>
          </p:cNvSpPr>
          <p:nvPr/>
        </p:nvSpPr>
        <p:spPr bwMode="auto">
          <a:xfrm>
            <a:off x="7505700" y="2132277"/>
            <a:ext cx="711200" cy="354013"/>
          </a:xfrm>
          <a:custGeom>
            <a:avLst/>
            <a:gdLst>
              <a:gd name="T0" fmla="*/ 2147483646 w 189"/>
              <a:gd name="T1" fmla="*/ 2147483646 h 94"/>
              <a:gd name="T2" fmla="*/ 2147483646 w 189"/>
              <a:gd name="T3" fmla="*/ 0 h 94"/>
              <a:gd name="T4" fmla="*/ 0 w 189"/>
              <a:gd name="T5" fmla="*/ 0 h 94"/>
              <a:gd name="T6" fmla="*/ 2147483646 w 189"/>
              <a:gd name="T7" fmla="*/ 2147483646 h 94"/>
              <a:gd name="T8" fmla="*/ 2147483646 w 189"/>
              <a:gd name="T9" fmla="*/ 0 h 94"/>
              <a:gd name="T10" fmla="*/ 2147483646 w 189"/>
              <a:gd name="T11" fmla="*/ 0 h 94"/>
              <a:gd name="T12" fmla="*/ 2147483646 w 189"/>
              <a:gd name="T13" fmla="*/ 2147483646 h 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4">
                <a:moveTo>
                  <a:pt x="94" y="62"/>
                </a:moveTo>
                <a:cubicBezTo>
                  <a:pt x="60" y="62"/>
                  <a:pt x="32" y="34"/>
                  <a:pt x="3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2"/>
                  <a:pt x="42" y="94"/>
                  <a:pt x="94" y="94"/>
                </a:cubicBezTo>
                <a:cubicBezTo>
                  <a:pt x="146" y="94"/>
                  <a:pt x="189" y="52"/>
                  <a:pt x="189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34"/>
                  <a:pt x="129" y="62"/>
                  <a:pt x="94" y="6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6" name="Rectangle 31"/>
          <p:cNvSpPr>
            <a:spLocks noChangeArrowheads="1"/>
          </p:cNvSpPr>
          <p:nvPr/>
        </p:nvSpPr>
        <p:spPr bwMode="auto">
          <a:xfrm>
            <a:off x="7505700" y="1959240"/>
            <a:ext cx="120650" cy="173037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7" name="Rectangle 32"/>
          <p:cNvSpPr>
            <a:spLocks noChangeArrowheads="1"/>
          </p:cNvSpPr>
          <p:nvPr/>
        </p:nvSpPr>
        <p:spPr bwMode="auto">
          <a:xfrm>
            <a:off x="8093075" y="1959240"/>
            <a:ext cx="123825" cy="173037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8" name="Rectangle 33"/>
          <p:cNvSpPr>
            <a:spLocks noChangeArrowheads="1"/>
          </p:cNvSpPr>
          <p:nvPr/>
        </p:nvSpPr>
        <p:spPr bwMode="auto">
          <a:xfrm>
            <a:off x="7799388" y="1959240"/>
            <a:ext cx="120650" cy="4318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09" name="Freeform 34"/>
          <p:cNvSpPr>
            <a:spLocks/>
          </p:cNvSpPr>
          <p:nvPr/>
        </p:nvSpPr>
        <p:spPr bwMode="auto">
          <a:xfrm>
            <a:off x="8412163" y="2132277"/>
            <a:ext cx="706437" cy="354013"/>
          </a:xfrm>
          <a:custGeom>
            <a:avLst/>
            <a:gdLst>
              <a:gd name="T0" fmla="*/ 2147483646 w 188"/>
              <a:gd name="T1" fmla="*/ 2147483646 h 94"/>
              <a:gd name="T2" fmla="*/ 2147483646 w 188"/>
              <a:gd name="T3" fmla="*/ 0 h 94"/>
              <a:gd name="T4" fmla="*/ 0 w 188"/>
              <a:gd name="T5" fmla="*/ 0 h 94"/>
              <a:gd name="T6" fmla="*/ 2147483646 w 188"/>
              <a:gd name="T7" fmla="*/ 2147483646 h 94"/>
              <a:gd name="T8" fmla="*/ 2147483646 w 188"/>
              <a:gd name="T9" fmla="*/ 0 h 94"/>
              <a:gd name="T10" fmla="*/ 2147483646 w 188"/>
              <a:gd name="T11" fmla="*/ 0 h 94"/>
              <a:gd name="T12" fmla="*/ 2147483646 w 188"/>
              <a:gd name="T13" fmla="*/ 2147483646 h 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8" h="94">
                <a:moveTo>
                  <a:pt x="94" y="62"/>
                </a:moveTo>
                <a:cubicBezTo>
                  <a:pt x="60" y="62"/>
                  <a:pt x="32" y="34"/>
                  <a:pt x="3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2"/>
                  <a:pt x="42" y="94"/>
                  <a:pt x="94" y="94"/>
                </a:cubicBezTo>
                <a:cubicBezTo>
                  <a:pt x="146" y="94"/>
                  <a:pt x="188" y="52"/>
                  <a:pt x="188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34"/>
                  <a:pt x="129" y="62"/>
                  <a:pt x="94" y="6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0" name="Rectangle 35"/>
          <p:cNvSpPr>
            <a:spLocks noChangeArrowheads="1"/>
          </p:cNvSpPr>
          <p:nvPr/>
        </p:nvSpPr>
        <p:spPr bwMode="auto">
          <a:xfrm>
            <a:off x="8412163" y="1959240"/>
            <a:ext cx="120650" cy="173037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1" name="Rectangle 36"/>
          <p:cNvSpPr>
            <a:spLocks noChangeArrowheads="1"/>
          </p:cNvSpPr>
          <p:nvPr/>
        </p:nvSpPr>
        <p:spPr bwMode="auto">
          <a:xfrm>
            <a:off x="8999538" y="1959240"/>
            <a:ext cx="119062" cy="173037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2" name="Rectangle 37"/>
          <p:cNvSpPr>
            <a:spLocks noChangeArrowheads="1"/>
          </p:cNvSpPr>
          <p:nvPr/>
        </p:nvSpPr>
        <p:spPr bwMode="auto">
          <a:xfrm>
            <a:off x="8705850" y="1959240"/>
            <a:ext cx="120650" cy="43180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3" name="Freeform 38"/>
          <p:cNvSpPr>
            <a:spLocks/>
          </p:cNvSpPr>
          <p:nvPr/>
        </p:nvSpPr>
        <p:spPr bwMode="auto">
          <a:xfrm>
            <a:off x="9577388" y="1756040"/>
            <a:ext cx="474662" cy="236537"/>
          </a:xfrm>
          <a:custGeom>
            <a:avLst/>
            <a:gdLst>
              <a:gd name="T0" fmla="*/ 2147483646 w 126"/>
              <a:gd name="T1" fmla="*/ 2147483646 h 63"/>
              <a:gd name="T2" fmla="*/ 2147483646 w 126"/>
              <a:gd name="T3" fmla="*/ 0 h 63"/>
              <a:gd name="T4" fmla="*/ 0 w 126"/>
              <a:gd name="T5" fmla="*/ 0 h 63"/>
              <a:gd name="T6" fmla="*/ 2147483646 w 126"/>
              <a:gd name="T7" fmla="*/ 2147483646 h 63"/>
              <a:gd name="T8" fmla="*/ 2147483646 w 126"/>
              <a:gd name="T9" fmla="*/ 0 h 63"/>
              <a:gd name="T10" fmla="*/ 2147483646 w 126"/>
              <a:gd name="T11" fmla="*/ 0 h 63"/>
              <a:gd name="T12" fmla="*/ 2147483646 w 126"/>
              <a:gd name="T13" fmla="*/ 2147483646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63">
                <a:moveTo>
                  <a:pt x="63" y="42"/>
                </a:moveTo>
                <a:cubicBezTo>
                  <a:pt x="40" y="42"/>
                  <a:pt x="21" y="23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5"/>
                  <a:pt x="28" y="63"/>
                  <a:pt x="63" y="63"/>
                </a:cubicBezTo>
                <a:cubicBezTo>
                  <a:pt x="97" y="63"/>
                  <a:pt x="126" y="35"/>
                  <a:pt x="126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23"/>
                  <a:pt x="86" y="42"/>
                  <a:pt x="63" y="4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4" name="Rectangle 39"/>
          <p:cNvSpPr>
            <a:spLocks noChangeArrowheads="1"/>
          </p:cNvSpPr>
          <p:nvPr/>
        </p:nvSpPr>
        <p:spPr bwMode="auto">
          <a:xfrm>
            <a:off x="9577388" y="1643327"/>
            <a:ext cx="79375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5" name="Rectangle 40"/>
          <p:cNvSpPr>
            <a:spLocks noChangeArrowheads="1"/>
          </p:cNvSpPr>
          <p:nvPr/>
        </p:nvSpPr>
        <p:spPr bwMode="auto">
          <a:xfrm>
            <a:off x="9969500" y="1643327"/>
            <a:ext cx="82550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6" name="Rectangle 41"/>
          <p:cNvSpPr>
            <a:spLocks noChangeArrowheads="1"/>
          </p:cNvSpPr>
          <p:nvPr/>
        </p:nvSpPr>
        <p:spPr bwMode="auto">
          <a:xfrm>
            <a:off x="9774238" y="1643327"/>
            <a:ext cx="77787" cy="285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7" name="Freeform 42"/>
          <p:cNvSpPr>
            <a:spLocks/>
          </p:cNvSpPr>
          <p:nvPr/>
        </p:nvSpPr>
        <p:spPr bwMode="auto">
          <a:xfrm>
            <a:off x="10164763" y="1756040"/>
            <a:ext cx="473075" cy="236537"/>
          </a:xfrm>
          <a:custGeom>
            <a:avLst/>
            <a:gdLst>
              <a:gd name="T0" fmla="*/ 2147483646 w 126"/>
              <a:gd name="T1" fmla="*/ 2147483646 h 63"/>
              <a:gd name="T2" fmla="*/ 2147483646 w 126"/>
              <a:gd name="T3" fmla="*/ 0 h 63"/>
              <a:gd name="T4" fmla="*/ 0 w 126"/>
              <a:gd name="T5" fmla="*/ 0 h 63"/>
              <a:gd name="T6" fmla="*/ 2147483646 w 126"/>
              <a:gd name="T7" fmla="*/ 2147483646 h 63"/>
              <a:gd name="T8" fmla="*/ 2147483646 w 126"/>
              <a:gd name="T9" fmla="*/ 0 h 63"/>
              <a:gd name="T10" fmla="*/ 2147483646 w 126"/>
              <a:gd name="T11" fmla="*/ 0 h 63"/>
              <a:gd name="T12" fmla="*/ 2147483646 w 126"/>
              <a:gd name="T13" fmla="*/ 2147483646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63">
                <a:moveTo>
                  <a:pt x="63" y="42"/>
                </a:moveTo>
                <a:cubicBezTo>
                  <a:pt x="40" y="42"/>
                  <a:pt x="22" y="23"/>
                  <a:pt x="2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5"/>
                  <a:pt x="29" y="63"/>
                  <a:pt x="63" y="63"/>
                </a:cubicBezTo>
                <a:cubicBezTo>
                  <a:pt x="98" y="63"/>
                  <a:pt x="126" y="35"/>
                  <a:pt x="126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05" y="23"/>
                  <a:pt x="86" y="42"/>
                  <a:pt x="63" y="4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8" name="Rectangle 43"/>
          <p:cNvSpPr>
            <a:spLocks noChangeArrowheads="1"/>
          </p:cNvSpPr>
          <p:nvPr/>
        </p:nvSpPr>
        <p:spPr bwMode="auto">
          <a:xfrm>
            <a:off x="10164763" y="1643327"/>
            <a:ext cx="82550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19" name="Rectangle 44"/>
          <p:cNvSpPr>
            <a:spLocks noChangeArrowheads="1"/>
          </p:cNvSpPr>
          <p:nvPr/>
        </p:nvSpPr>
        <p:spPr bwMode="auto">
          <a:xfrm>
            <a:off x="10560050" y="1643327"/>
            <a:ext cx="77788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0" name="Rectangle 45"/>
          <p:cNvSpPr>
            <a:spLocks noChangeArrowheads="1"/>
          </p:cNvSpPr>
          <p:nvPr/>
        </p:nvSpPr>
        <p:spPr bwMode="auto">
          <a:xfrm>
            <a:off x="10363200" y="1643327"/>
            <a:ext cx="79375" cy="285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1" name="Freeform 46"/>
          <p:cNvSpPr>
            <a:spLocks/>
          </p:cNvSpPr>
          <p:nvPr/>
        </p:nvSpPr>
        <p:spPr bwMode="auto">
          <a:xfrm>
            <a:off x="8826500" y="1756040"/>
            <a:ext cx="469900" cy="236537"/>
          </a:xfrm>
          <a:custGeom>
            <a:avLst/>
            <a:gdLst>
              <a:gd name="T0" fmla="*/ 2147483646 w 125"/>
              <a:gd name="T1" fmla="*/ 2147483646 h 63"/>
              <a:gd name="T2" fmla="*/ 2147483646 w 125"/>
              <a:gd name="T3" fmla="*/ 0 h 63"/>
              <a:gd name="T4" fmla="*/ 0 w 125"/>
              <a:gd name="T5" fmla="*/ 0 h 63"/>
              <a:gd name="T6" fmla="*/ 2147483646 w 125"/>
              <a:gd name="T7" fmla="*/ 2147483646 h 63"/>
              <a:gd name="T8" fmla="*/ 2147483646 w 125"/>
              <a:gd name="T9" fmla="*/ 0 h 63"/>
              <a:gd name="T10" fmla="*/ 2147483646 w 125"/>
              <a:gd name="T11" fmla="*/ 0 h 63"/>
              <a:gd name="T12" fmla="*/ 2147483646 w 125"/>
              <a:gd name="T13" fmla="*/ 2147483646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5" h="63">
                <a:moveTo>
                  <a:pt x="62" y="42"/>
                </a:moveTo>
                <a:cubicBezTo>
                  <a:pt x="40" y="42"/>
                  <a:pt x="21" y="23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5"/>
                  <a:pt x="28" y="63"/>
                  <a:pt x="62" y="63"/>
                </a:cubicBezTo>
                <a:cubicBezTo>
                  <a:pt x="97" y="63"/>
                  <a:pt x="125" y="35"/>
                  <a:pt x="125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23"/>
                  <a:pt x="85" y="42"/>
                  <a:pt x="62" y="4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22" name="Rectangle 47"/>
          <p:cNvSpPr>
            <a:spLocks noChangeArrowheads="1"/>
          </p:cNvSpPr>
          <p:nvPr/>
        </p:nvSpPr>
        <p:spPr bwMode="auto">
          <a:xfrm>
            <a:off x="8826500" y="1643327"/>
            <a:ext cx="77788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3" name="Rectangle 48"/>
          <p:cNvSpPr>
            <a:spLocks noChangeArrowheads="1"/>
          </p:cNvSpPr>
          <p:nvPr/>
        </p:nvSpPr>
        <p:spPr bwMode="auto">
          <a:xfrm>
            <a:off x="9217025" y="1643327"/>
            <a:ext cx="79375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4" name="Rectangle 49"/>
          <p:cNvSpPr>
            <a:spLocks noChangeArrowheads="1"/>
          </p:cNvSpPr>
          <p:nvPr/>
        </p:nvSpPr>
        <p:spPr bwMode="auto">
          <a:xfrm>
            <a:off x="9021763" y="1643327"/>
            <a:ext cx="79375" cy="285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5" name="Freeform 50"/>
          <p:cNvSpPr>
            <a:spLocks/>
          </p:cNvSpPr>
          <p:nvPr/>
        </p:nvSpPr>
        <p:spPr bwMode="auto">
          <a:xfrm>
            <a:off x="7329488" y="1756040"/>
            <a:ext cx="473075" cy="236537"/>
          </a:xfrm>
          <a:custGeom>
            <a:avLst/>
            <a:gdLst>
              <a:gd name="T0" fmla="*/ 2147483646 w 126"/>
              <a:gd name="T1" fmla="*/ 2147483646 h 63"/>
              <a:gd name="T2" fmla="*/ 2147483646 w 126"/>
              <a:gd name="T3" fmla="*/ 0 h 63"/>
              <a:gd name="T4" fmla="*/ 0 w 126"/>
              <a:gd name="T5" fmla="*/ 0 h 63"/>
              <a:gd name="T6" fmla="*/ 2147483646 w 126"/>
              <a:gd name="T7" fmla="*/ 2147483646 h 63"/>
              <a:gd name="T8" fmla="*/ 2147483646 w 126"/>
              <a:gd name="T9" fmla="*/ 0 h 63"/>
              <a:gd name="T10" fmla="*/ 2147483646 w 126"/>
              <a:gd name="T11" fmla="*/ 0 h 63"/>
              <a:gd name="T12" fmla="*/ 2147483646 w 126"/>
              <a:gd name="T13" fmla="*/ 2147483646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63">
                <a:moveTo>
                  <a:pt x="63" y="42"/>
                </a:moveTo>
                <a:cubicBezTo>
                  <a:pt x="40" y="42"/>
                  <a:pt x="22" y="23"/>
                  <a:pt x="2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5"/>
                  <a:pt x="28" y="63"/>
                  <a:pt x="63" y="63"/>
                </a:cubicBezTo>
                <a:cubicBezTo>
                  <a:pt x="98" y="63"/>
                  <a:pt x="126" y="35"/>
                  <a:pt x="126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23"/>
                  <a:pt x="86" y="42"/>
                  <a:pt x="63" y="4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26" name="Rectangle 51"/>
          <p:cNvSpPr>
            <a:spLocks noChangeArrowheads="1"/>
          </p:cNvSpPr>
          <p:nvPr/>
        </p:nvSpPr>
        <p:spPr bwMode="auto">
          <a:xfrm>
            <a:off x="7329488" y="1643327"/>
            <a:ext cx="82550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7" name="Rectangle 52"/>
          <p:cNvSpPr>
            <a:spLocks noChangeArrowheads="1"/>
          </p:cNvSpPr>
          <p:nvPr/>
        </p:nvSpPr>
        <p:spPr bwMode="auto">
          <a:xfrm>
            <a:off x="7720013" y="1643327"/>
            <a:ext cx="82550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8" name="Rectangle 53"/>
          <p:cNvSpPr>
            <a:spLocks noChangeArrowheads="1"/>
          </p:cNvSpPr>
          <p:nvPr/>
        </p:nvSpPr>
        <p:spPr bwMode="auto">
          <a:xfrm>
            <a:off x="7524750" y="1643327"/>
            <a:ext cx="82550" cy="285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29" name="Freeform 54"/>
          <p:cNvSpPr>
            <a:spLocks/>
          </p:cNvSpPr>
          <p:nvPr/>
        </p:nvSpPr>
        <p:spPr bwMode="auto">
          <a:xfrm>
            <a:off x="7920038" y="1756040"/>
            <a:ext cx="469900" cy="236537"/>
          </a:xfrm>
          <a:custGeom>
            <a:avLst/>
            <a:gdLst>
              <a:gd name="T0" fmla="*/ 2147483646 w 125"/>
              <a:gd name="T1" fmla="*/ 2147483646 h 63"/>
              <a:gd name="T2" fmla="*/ 2147483646 w 125"/>
              <a:gd name="T3" fmla="*/ 0 h 63"/>
              <a:gd name="T4" fmla="*/ 0 w 125"/>
              <a:gd name="T5" fmla="*/ 0 h 63"/>
              <a:gd name="T6" fmla="*/ 2147483646 w 125"/>
              <a:gd name="T7" fmla="*/ 2147483646 h 63"/>
              <a:gd name="T8" fmla="*/ 2147483646 w 125"/>
              <a:gd name="T9" fmla="*/ 0 h 63"/>
              <a:gd name="T10" fmla="*/ 2147483646 w 125"/>
              <a:gd name="T11" fmla="*/ 0 h 63"/>
              <a:gd name="T12" fmla="*/ 2147483646 w 125"/>
              <a:gd name="T13" fmla="*/ 2147483646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5" h="63">
                <a:moveTo>
                  <a:pt x="63" y="42"/>
                </a:moveTo>
                <a:cubicBezTo>
                  <a:pt x="40" y="42"/>
                  <a:pt x="21" y="23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5"/>
                  <a:pt x="28" y="63"/>
                  <a:pt x="63" y="63"/>
                </a:cubicBezTo>
                <a:cubicBezTo>
                  <a:pt x="97" y="63"/>
                  <a:pt x="125" y="35"/>
                  <a:pt x="125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23"/>
                  <a:pt x="85" y="42"/>
                  <a:pt x="63" y="42"/>
                </a:cubicBezTo>
                <a:close/>
              </a:path>
            </a:pathLst>
          </a:cu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30" name="Rectangle 55"/>
          <p:cNvSpPr>
            <a:spLocks noChangeArrowheads="1"/>
          </p:cNvSpPr>
          <p:nvPr/>
        </p:nvSpPr>
        <p:spPr bwMode="auto">
          <a:xfrm>
            <a:off x="7920038" y="1643327"/>
            <a:ext cx="79375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1" name="Rectangle 56"/>
          <p:cNvSpPr>
            <a:spLocks noChangeArrowheads="1"/>
          </p:cNvSpPr>
          <p:nvPr/>
        </p:nvSpPr>
        <p:spPr bwMode="auto">
          <a:xfrm>
            <a:off x="8310563" y="1643327"/>
            <a:ext cx="79375" cy="112713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2" name="Rectangle 57"/>
          <p:cNvSpPr>
            <a:spLocks noChangeArrowheads="1"/>
          </p:cNvSpPr>
          <p:nvPr/>
        </p:nvSpPr>
        <p:spPr bwMode="auto">
          <a:xfrm>
            <a:off x="8115300" y="1643327"/>
            <a:ext cx="79375" cy="285750"/>
          </a:xfrm>
          <a:prstGeom prst="rect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3" name="Oval 59"/>
          <p:cNvSpPr>
            <a:spLocks noChangeArrowheads="1"/>
          </p:cNvSpPr>
          <p:nvPr/>
        </p:nvSpPr>
        <p:spPr bwMode="auto">
          <a:xfrm>
            <a:off x="8667750" y="3053027"/>
            <a:ext cx="628650" cy="631825"/>
          </a:xfrm>
          <a:prstGeom prst="ellipse">
            <a:avLst/>
          </a:pr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4" name="Oval 60"/>
          <p:cNvSpPr>
            <a:spLocks noChangeArrowheads="1"/>
          </p:cNvSpPr>
          <p:nvPr/>
        </p:nvSpPr>
        <p:spPr bwMode="auto">
          <a:xfrm>
            <a:off x="9390063" y="2165615"/>
            <a:ext cx="533400" cy="530225"/>
          </a:xfrm>
          <a:prstGeom prst="ellipse">
            <a:avLst/>
          </a:pr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5" name="Oval 61"/>
          <p:cNvSpPr>
            <a:spLocks noChangeArrowheads="1"/>
          </p:cNvSpPr>
          <p:nvPr/>
        </p:nvSpPr>
        <p:spPr bwMode="auto">
          <a:xfrm>
            <a:off x="7172325" y="1371865"/>
            <a:ext cx="315913" cy="315912"/>
          </a:xfrm>
          <a:prstGeom prst="ellipse">
            <a:avLst/>
          </a:pr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6" name="Oval 62"/>
          <p:cNvSpPr>
            <a:spLocks noChangeArrowheads="1"/>
          </p:cNvSpPr>
          <p:nvPr/>
        </p:nvSpPr>
        <p:spPr bwMode="auto">
          <a:xfrm>
            <a:off x="8686800" y="1371865"/>
            <a:ext cx="315913" cy="315912"/>
          </a:xfrm>
          <a:prstGeom prst="ellipse">
            <a:avLst/>
          </a:pr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7" name="Oval 63"/>
          <p:cNvSpPr>
            <a:spLocks noChangeArrowheads="1"/>
          </p:cNvSpPr>
          <p:nvPr/>
        </p:nvSpPr>
        <p:spPr bwMode="auto">
          <a:xfrm>
            <a:off x="8172450" y="1371865"/>
            <a:ext cx="311150" cy="315912"/>
          </a:xfrm>
          <a:prstGeom prst="ellipse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8" name="Oval 64"/>
          <p:cNvSpPr>
            <a:spLocks noChangeArrowheads="1"/>
          </p:cNvSpPr>
          <p:nvPr/>
        </p:nvSpPr>
        <p:spPr bwMode="auto">
          <a:xfrm>
            <a:off x="9845675" y="1371865"/>
            <a:ext cx="314325" cy="315912"/>
          </a:xfrm>
          <a:prstGeom prst="ellipse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39" name="Oval 65"/>
          <p:cNvSpPr>
            <a:spLocks noChangeArrowheads="1"/>
          </p:cNvSpPr>
          <p:nvPr/>
        </p:nvSpPr>
        <p:spPr bwMode="auto">
          <a:xfrm>
            <a:off x="10236200" y="1371865"/>
            <a:ext cx="311150" cy="315912"/>
          </a:xfrm>
          <a:prstGeom prst="ellipse">
            <a:avLst/>
          </a:prstGeom>
          <a:solidFill>
            <a:srgbClr val="2038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40" name="Oval 66"/>
          <p:cNvSpPr>
            <a:spLocks noChangeArrowheads="1"/>
          </p:cNvSpPr>
          <p:nvPr/>
        </p:nvSpPr>
        <p:spPr bwMode="auto">
          <a:xfrm>
            <a:off x="8288338" y="1684602"/>
            <a:ext cx="376237" cy="371475"/>
          </a:xfrm>
          <a:prstGeom prst="ellipse">
            <a:avLst/>
          </a:prstGeom>
          <a:solidFill>
            <a:srgbClr val="5B6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41" name="Oval 67"/>
          <p:cNvSpPr>
            <a:spLocks noChangeArrowheads="1"/>
          </p:cNvSpPr>
          <p:nvPr/>
        </p:nvSpPr>
        <p:spPr bwMode="auto">
          <a:xfrm>
            <a:off x="7694613" y="1684602"/>
            <a:ext cx="376237" cy="371475"/>
          </a:xfrm>
          <a:prstGeom prst="ellipse">
            <a:avLst/>
          </a:prstGeom>
          <a:solidFill>
            <a:srgbClr val="2A3D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/>
          </a:p>
        </p:txBody>
      </p:sp>
      <p:sp>
        <p:nvSpPr>
          <p:cNvPr id="28742" name="Freeform 74"/>
          <p:cNvSpPr>
            <a:spLocks/>
          </p:cNvSpPr>
          <p:nvPr/>
        </p:nvSpPr>
        <p:spPr bwMode="auto">
          <a:xfrm>
            <a:off x="9555163" y="2360877"/>
            <a:ext cx="87312" cy="150813"/>
          </a:xfrm>
          <a:custGeom>
            <a:avLst/>
            <a:gdLst>
              <a:gd name="T0" fmla="*/ 2147483646 w 23"/>
              <a:gd name="T1" fmla="*/ 2147483646 h 40"/>
              <a:gd name="T2" fmla="*/ 2147483646 w 23"/>
              <a:gd name="T3" fmla="*/ 2147483646 h 40"/>
              <a:gd name="T4" fmla="*/ 2147483646 w 23"/>
              <a:gd name="T5" fmla="*/ 2147483646 h 40"/>
              <a:gd name="T6" fmla="*/ 2147483646 w 23"/>
              <a:gd name="T7" fmla="*/ 2147483646 h 40"/>
              <a:gd name="T8" fmla="*/ 2147483646 w 23"/>
              <a:gd name="T9" fmla="*/ 2147483646 h 40"/>
              <a:gd name="T10" fmla="*/ 2147483646 w 23"/>
              <a:gd name="T11" fmla="*/ 2147483646 h 40"/>
              <a:gd name="T12" fmla="*/ 2147483646 w 23"/>
              <a:gd name="T13" fmla="*/ 0 h 40"/>
              <a:gd name="T14" fmla="*/ 2147483646 w 23"/>
              <a:gd name="T15" fmla="*/ 0 h 40"/>
              <a:gd name="T16" fmla="*/ 2147483646 w 23"/>
              <a:gd name="T17" fmla="*/ 2147483646 h 40"/>
              <a:gd name="T18" fmla="*/ 2147483646 w 23"/>
              <a:gd name="T19" fmla="*/ 2147483646 h 40"/>
              <a:gd name="T20" fmla="*/ 2147483646 w 23"/>
              <a:gd name="T21" fmla="*/ 2147483646 h 40"/>
              <a:gd name="T22" fmla="*/ 2147483646 w 23"/>
              <a:gd name="T23" fmla="*/ 2147483646 h 40"/>
              <a:gd name="T24" fmla="*/ 2147483646 w 23"/>
              <a:gd name="T25" fmla="*/ 2147483646 h 40"/>
              <a:gd name="T26" fmla="*/ 2147483646 w 23"/>
              <a:gd name="T27" fmla="*/ 2147483646 h 40"/>
              <a:gd name="T28" fmla="*/ 2147483646 w 23"/>
              <a:gd name="T29" fmla="*/ 2147483646 h 40"/>
              <a:gd name="T30" fmla="*/ 2147483646 w 23"/>
              <a:gd name="T31" fmla="*/ 2147483646 h 40"/>
              <a:gd name="T32" fmla="*/ 2147483646 w 23"/>
              <a:gd name="T33" fmla="*/ 2147483646 h 40"/>
              <a:gd name="T34" fmla="*/ 2147483646 w 23"/>
              <a:gd name="T35" fmla="*/ 2147483646 h 40"/>
              <a:gd name="T36" fmla="*/ 2147483646 w 23"/>
              <a:gd name="T37" fmla="*/ 2147483646 h 40"/>
              <a:gd name="T38" fmla="*/ 2147483646 w 23"/>
              <a:gd name="T39" fmla="*/ 2147483646 h 40"/>
              <a:gd name="T40" fmla="*/ 2147483646 w 23"/>
              <a:gd name="T41" fmla="*/ 2147483646 h 40"/>
              <a:gd name="T42" fmla="*/ 0 w 23"/>
              <a:gd name="T43" fmla="*/ 2147483646 h 40"/>
              <a:gd name="T44" fmla="*/ 2147483646 w 23"/>
              <a:gd name="T45" fmla="*/ 2147483646 h 40"/>
              <a:gd name="T46" fmla="*/ 2147483646 w 23"/>
              <a:gd name="T47" fmla="*/ 2147483646 h 40"/>
              <a:gd name="T48" fmla="*/ 2147483646 w 23"/>
              <a:gd name="T49" fmla="*/ 2147483646 h 4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3" h="40">
                <a:moveTo>
                  <a:pt x="8" y="33"/>
                </a:moveTo>
                <a:cubicBezTo>
                  <a:pt x="10" y="33"/>
                  <a:pt x="12" y="33"/>
                  <a:pt x="14" y="31"/>
                </a:cubicBezTo>
                <a:cubicBezTo>
                  <a:pt x="15" y="30"/>
                  <a:pt x="16" y="29"/>
                  <a:pt x="16" y="27"/>
                </a:cubicBezTo>
                <a:cubicBezTo>
                  <a:pt x="16" y="24"/>
                  <a:pt x="15" y="23"/>
                  <a:pt x="13" y="22"/>
                </a:cubicBezTo>
                <a:cubicBezTo>
                  <a:pt x="12" y="21"/>
                  <a:pt x="10" y="20"/>
                  <a:pt x="7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0"/>
                  <a:pt x="2" y="0"/>
                  <a:pt x="2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7"/>
                  <a:pt x="21" y="7"/>
                  <a:pt x="21" y="7"/>
                </a:cubicBezTo>
                <a:cubicBezTo>
                  <a:pt x="9" y="7"/>
                  <a:pt x="9" y="7"/>
                  <a:pt x="9" y="7"/>
                </a:cubicBezTo>
                <a:cubicBezTo>
                  <a:pt x="9" y="14"/>
                  <a:pt x="9" y="14"/>
                  <a:pt x="9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3" y="14"/>
                  <a:pt x="14" y="15"/>
                  <a:pt x="16" y="15"/>
                </a:cubicBezTo>
                <a:cubicBezTo>
                  <a:pt x="17" y="16"/>
                  <a:pt x="18" y="17"/>
                  <a:pt x="19" y="18"/>
                </a:cubicBezTo>
                <a:cubicBezTo>
                  <a:pt x="20" y="19"/>
                  <a:pt x="21" y="20"/>
                  <a:pt x="22" y="21"/>
                </a:cubicBezTo>
                <a:cubicBezTo>
                  <a:pt x="22" y="23"/>
                  <a:pt x="23" y="25"/>
                  <a:pt x="23" y="26"/>
                </a:cubicBezTo>
                <a:cubicBezTo>
                  <a:pt x="23" y="29"/>
                  <a:pt x="22" y="31"/>
                  <a:pt x="22" y="32"/>
                </a:cubicBezTo>
                <a:cubicBezTo>
                  <a:pt x="21" y="34"/>
                  <a:pt x="20" y="35"/>
                  <a:pt x="19" y="36"/>
                </a:cubicBezTo>
                <a:cubicBezTo>
                  <a:pt x="17" y="37"/>
                  <a:pt x="16" y="38"/>
                  <a:pt x="14" y="39"/>
                </a:cubicBezTo>
                <a:cubicBezTo>
                  <a:pt x="12" y="39"/>
                  <a:pt x="10" y="40"/>
                  <a:pt x="8" y="40"/>
                </a:cubicBezTo>
                <a:cubicBezTo>
                  <a:pt x="7" y="40"/>
                  <a:pt x="5" y="39"/>
                  <a:pt x="3" y="39"/>
                </a:cubicBezTo>
                <a:cubicBezTo>
                  <a:pt x="2" y="39"/>
                  <a:pt x="1" y="39"/>
                  <a:pt x="0" y="38"/>
                </a:cubicBezTo>
                <a:cubicBezTo>
                  <a:pt x="2" y="32"/>
                  <a:pt x="2" y="32"/>
                  <a:pt x="2" y="32"/>
                </a:cubicBezTo>
                <a:cubicBezTo>
                  <a:pt x="2" y="32"/>
                  <a:pt x="3" y="33"/>
                  <a:pt x="4" y="33"/>
                </a:cubicBezTo>
                <a:cubicBezTo>
                  <a:pt x="5" y="33"/>
                  <a:pt x="7" y="33"/>
                  <a:pt x="8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43" name="Freeform 75"/>
          <p:cNvSpPr>
            <a:spLocks/>
          </p:cNvSpPr>
          <p:nvPr/>
        </p:nvSpPr>
        <p:spPr bwMode="auto">
          <a:xfrm>
            <a:off x="9678988" y="2360877"/>
            <a:ext cx="87312" cy="150813"/>
          </a:xfrm>
          <a:custGeom>
            <a:avLst/>
            <a:gdLst>
              <a:gd name="T0" fmla="*/ 2147483646 w 23"/>
              <a:gd name="T1" fmla="*/ 2147483646 h 40"/>
              <a:gd name="T2" fmla="*/ 2147483646 w 23"/>
              <a:gd name="T3" fmla="*/ 2147483646 h 40"/>
              <a:gd name="T4" fmla="*/ 2147483646 w 23"/>
              <a:gd name="T5" fmla="*/ 2147483646 h 40"/>
              <a:gd name="T6" fmla="*/ 2147483646 w 23"/>
              <a:gd name="T7" fmla="*/ 2147483646 h 40"/>
              <a:gd name="T8" fmla="*/ 2147483646 w 23"/>
              <a:gd name="T9" fmla="*/ 2147483646 h 40"/>
              <a:gd name="T10" fmla="*/ 2147483646 w 23"/>
              <a:gd name="T11" fmla="*/ 2147483646 h 40"/>
              <a:gd name="T12" fmla="*/ 2147483646 w 23"/>
              <a:gd name="T13" fmla="*/ 0 h 40"/>
              <a:gd name="T14" fmla="*/ 2147483646 w 23"/>
              <a:gd name="T15" fmla="*/ 0 h 40"/>
              <a:gd name="T16" fmla="*/ 2147483646 w 23"/>
              <a:gd name="T17" fmla="*/ 2147483646 h 40"/>
              <a:gd name="T18" fmla="*/ 2147483646 w 23"/>
              <a:gd name="T19" fmla="*/ 2147483646 h 40"/>
              <a:gd name="T20" fmla="*/ 2147483646 w 23"/>
              <a:gd name="T21" fmla="*/ 2147483646 h 40"/>
              <a:gd name="T22" fmla="*/ 2147483646 w 23"/>
              <a:gd name="T23" fmla="*/ 2147483646 h 40"/>
              <a:gd name="T24" fmla="*/ 2147483646 w 23"/>
              <a:gd name="T25" fmla="*/ 2147483646 h 40"/>
              <a:gd name="T26" fmla="*/ 2147483646 w 23"/>
              <a:gd name="T27" fmla="*/ 2147483646 h 40"/>
              <a:gd name="T28" fmla="*/ 2147483646 w 23"/>
              <a:gd name="T29" fmla="*/ 2147483646 h 40"/>
              <a:gd name="T30" fmla="*/ 2147483646 w 23"/>
              <a:gd name="T31" fmla="*/ 2147483646 h 40"/>
              <a:gd name="T32" fmla="*/ 2147483646 w 23"/>
              <a:gd name="T33" fmla="*/ 2147483646 h 40"/>
              <a:gd name="T34" fmla="*/ 2147483646 w 23"/>
              <a:gd name="T35" fmla="*/ 2147483646 h 40"/>
              <a:gd name="T36" fmla="*/ 2147483646 w 23"/>
              <a:gd name="T37" fmla="*/ 2147483646 h 40"/>
              <a:gd name="T38" fmla="*/ 2147483646 w 23"/>
              <a:gd name="T39" fmla="*/ 2147483646 h 40"/>
              <a:gd name="T40" fmla="*/ 2147483646 w 23"/>
              <a:gd name="T41" fmla="*/ 2147483646 h 40"/>
              <a:gd name="T42" fmla="*/ 0 w 23"/>
              <a:gd name="T43" fmla="*/ 2147483646 h 40"/>
              <a:gd name="T44" fmla="*/ 2147483646 w 23"/>
              <a:gd name="T45" fmla="*/ 2147483646 h 40"/>
              <a:gd name="T46" fmla="*/ 2147483646 w 23"/>
              <a:gd name="T47" fmla="*/ 2147483646 h 40"/>
              <a:gd name="T48" fmla="*/ 2147483646 w 23"/>
              <a:gd name="T49" fmla="*/ 2147483646 h 4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3" h="40">
                <a:moveTo>
                  <a:pt x="8" y="33"/>
                </a:moveTo>
                <a:cubicBezTo>
                  <a:pt x="11" y="33"/>
                  <a:pt x="13" y="33"/>
                  <a:pt x="14" y="31"/>
                </a:cubicBezTo>
                <a:cubicBezTo>
                  <a:pt x="15" y="30"/>
                  <a:pt x="16" y="29"/>
                  <a:pt x="16" y="27"/>
                </a:cubicBezTo>
                <a:cubicBezTo>
                  <a:pt x="16" y="24"/>
                  <a:pt x="15" y="23"/>
                  <a:pt x="14" y="22"/>
                </a:cubicBezTo>
                <a:cubicBezTo>
                  <a:pt x="12" y="21"/>
                  <a:pt x="10" y="20"/>
                  <a:pt x="7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0"/>
                  <a:pt x="3" y="0"/>
                  <a:pt x="3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"/>
                  <a:pt x="22" y="7"/>
                  <a:pt x="22" y="7"/>
                </a:cubicBezTo>
                <a:cubicBezTo>
                  <a:pt x="9" y="7"/>
                  <a:pt x="9" y="7"/>
                  <a:pt x="9" y="7"/>
                </a:cubicBezTo>
                <a:cubicBezTo>
                  <a:pt x="9" y="14"/>
                  <a:pt x="9" y="14"/>
                  <a:pt x="9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3" y="14"/>
                  <a:pt x="15" y="15"/>
                  <a:pt x="16" y="15"/>
                </a:cubicBezTo>
                <a:cubicBezTo>
                  <a:pt x="18" y="16"/>
                  <a:pt x="19" y="17"/>
                  <a:pt x="20" y="18"/>
                </a:cubicBezTo>
                <a:cubicBezTo>
                  <a:pt x="21" y="19"/>
                  <a:pt x="22" y="20"/>
                  <a:pt x="22" y="21"/>
                </a:cubicBezTo>
                <a:cubicBezTo>
                  <a:pt x="23" y="23"/>
                  <a:pt x="23" y="25"/>
                  <a:pt x="23" y="26"/>
                </a:cubicBezTo>
                <a:cubicBezTo>
                  <a:pt x="23" y="29"/>
                  <a:pt x="23" y="31"/>
                  <a:pt x="22" y="32"/>
                </a:cubicBezTo>
                <a:cubicBezTo>
                  <a:pt x="21" y="34"/>
                  <a:pt x="20" y="35"/>
                  <a:pt x="19" y="36"/>
                </a:cubicBezTo>
                <a:cubicBezTo>
                  <a:pt x="18" y="37"/>
                  <a:pt x="16" y="38"/>
                  <a:pt x="14" y="39"/>
                </a:cubicBezTo>
                <a:cubicBezTo>
                  <a:pt x="12" y="39"/>
                  <a:pt x="11" y="40"/>
                  <a:pt x="8" y="40"/>
                </a:cubicBezTo>
                <a:cubicBezTo>
                  <a:pt x="7" y="40"/>
                  <a:pt x="5" y="39"/>
                  <a:pt x="4" y="39"/>
                </a:cubicBezTo>
                <a:cubicBezTo>
                  <a:pt x="2" y="39"/>
                  <a:pt x="1" y="39"/>
                  <a:pt x="0" y="38"/>
                </a:cubicBezTo>
                <a:cubicBezTo>
                  <a:pt x="2" y="32"/>
                  <a:pt x="2" y="32"/>
                  <a:pt x="2" y="32"/>
                </a:cubicBezTo>
                <a:cubicBezTo>
                  <a:pt x="3" y="32"/>
                  <a:pt x="4" y="33"/>
                  <a:pt x="5" y="33"/>
                </a:cubicBezTo>
                <a:cubicBezTo>
                  <a:pt x="6" y="33"/>
                  <a:pt x="7" y="33"/>
                  <a:pt x="8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44" name="Freeform 76"/>
          <p:cNvSpPr>
            <a:spLocks/>
          </p:cNvSpPr>
          <p:nvPr/>
        </p:nvSpPr>
        <p:spPr bwMode="auto">
          <a:xfrm>
            <a:off x="7785100" y="1794140"/>
            <a:ext cx="85725" cy="146050"/>
          </a:xfrm>
          <a:custGeom>
            <a:avLst/>
            <a:gdLst>
              <a:gd name="T0" fmla="*/ 2147483646 w 23"/>
              <a:gd name="T1" fmla="*/ 2147483646 h 39"/>
              <a:gd name="T2" fmla="*/ 2147483646 w 23"/>
              <a:gd name="T3" fmla="*/ 2147483646 h 39"/>
              <a:gd name="T4" fmla="*/ 2147483646 w 23"/>
              <a:gd name="T5" fmla="*/ 2147483646 h 39"/>
              <a:gd name="T6" fmla="*/ 2147483646 w 23"/>
              <a:gd name="T7" fmla="*/ 2147483646 h 39"/>
              <a:gd name="T8" fmla="*/ 2147483646 w 23"/>
              <a:gd name="T9" fmla="*/ 2147483646 h 39"/>
              <a:gd name="T10" fmla="*/ 2147483646 w 23"/>
              <a:gd name="T11" fmla="*/ 2147483646 h 39"/>
              <a:gd name="T12" fmla="*/ 2147483646 w 23"/>
              <a:gd name="T13" fmla="*/ 2147483646 h 39"/>
              <a:gd name="T14" fmla="*/ 2147483646 w 23"/>
              <a:gd name="T15" fmla="*/ 2147483646 h 39"/>
              <a:gd name="T16" fmla="*/ 2147483646 w 23"/>
              <a:gd name="T17" fmla="*/ 2147483646 h 39"/>
              <a:gd name="T18" fmla="*/ 2147483646 w 23"/>
              <a:gd name="T19" fmla="*/ 2147483646 h 39"/>
              <a:gd name="T20" fmla="*/ 0 w 23"/>
              <a:gd name="T21" fmla="*/ 2147483646 h 39"/>
              <a:gd name="T22" fmla="*/ 0 w 23"/>
              <a:gd name="T23" fmla="*/ 2147483646 h 39"/>
              <a:gd name="T24" fmla="*/ 2147483646 w 23"/>
              <a:gd name="T25" fmla="*/ 2147483646 h 39"/>
              <a:gd name="T26" fmla="*/ 2147483646 w 23"/>
              <a:gd name="T27" fmla="*/ 2147483646 h 39"/>
              <a:gd name="T28" fmla="*/ 2147483646 w 23"/>
              <a:gd name="T29" fmla="*/ 2147483646 h 39"/>
              <a:gd name="T30" fmla="*/ 2147483646 w 23"/>
              <a:gd name="T31" fmla="*/ 2147483646 h 39"/>
              <a:gd name="T32" fmla="*/ 2147483646 w 23"/>
              <a:gd name="T33" fmla="*/ 2147483646 h 39"/>
              <a:gd name="T34" fmla="*/ 2147483646 w 23"/>
              <a:gd name="T35" fmla="*/ 2147483646 h 39"/>
              <a:gd name="T36" fmla="*/ 2147483646 w 23"/>
              <a:gd name="T37" fmla="*/ 2147483646 h 39"/>
              <a:gd name="T38" fmla="*/ 2147483646 w 23"/>
              <a:gd name="T39" fmla="*/ 2147483646 h 39"/>
              <a:gd name="T40" fmla="*/ 2147483646 w 23"/>
              <a:gd name="T41" fmla="*/ 2147483646 h 39"/>
              <a:gd name="T42" fmla="*/ 2147483646 w 23"/>
              <a:gd name="T43" fmla="*/ 2147483646 h 39"/>
              <a:gd name="T44" fmla="*/ 0 w 23"/>
              <a:gd name="T45" fmla="*/ 2147483646 h 39"/>
              <a:gd name="T46" fmla="*/ 2147483646 w 23"/>
              <a:gd name="T47" fmla="*/ 2147483646 h 39"/>
              <a:gd name="T48" fmla="*/ 2147483646 w 23"/>
              <a:gd name="T49" fmla="*/ 0 h 39"/>
              <a:gd name="T50" fmla="*/ 2147483646 w 23"/>
              <a:gd name="T51" fmla="*/ 0 h 39"/>
              <a:gd name="T52" fmla="*/ 2147483646 w 23"/>
              <a:gd name="T53" fmla="*/ 2147483646 h 39"/>
              <a:gd name="T54" fmla="*/ 2147483646 w 23"/>
              <a:gd name="T55" fmla="*/ 2147483646 h 39"/>
              <a:gd name="T56" fmla="*/ 2147483646 w 23"/>
              <a:gd name="T57" fmla="*/ 2147483646 h 39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23" h="39">
                <a:moveTo>
                  <a:pt x="22" y="10"/>
                </a:moveTo>
                <a:cubicBezTo>
                  <a:pt x="22" y="12"/>
                  <a:pt x="21" y="14"/>
                  <a:pt x="21" y="15"/>
                </a:cubicBezTo>
                <a:cubicBezTo>
                  <a:pt x="20" y="17"/>
                  <a:pt x="19" y="19"/>
                  <a:pt x="18" y="21"/>
                </a:cubicBezTo>
                <a:cubicBezTo>
                  <a:pt x="17" y="23"/>
                  <a:pt x="16" y="25"/>
                  <a:pt x="15" y="26"/>
                </a:cubicBezTo>
                <a:cubicBezTo>
                  <a:pt x="13" y="28"/>
                  <a:pt x="12" y="30"/>
                  <a:pt x="11" y="31"/>
                </a:cubicBezTo>
                <a:cubicBezTo>
                  <a:pt x="8" y="33"/>
                  <a:pt x="8" y="33"/>
                  <a:pt x="8" y="33"/>
                </a:cubicBezTo>
                <a:cubicBezTo>
                  <a:pt x="8" y="34"/>
                  <a:pt x="8" y="34"/>
                  <a:pt x="8" y="34"/>
                </a:cubicBezTo>
                <a:cubicBezTo>
                  <a:pt x="12" y="33"/>
                  <a:pt x="12" y="33"/>
                  <a:pt x="12" y="33"/>
                </a:cubicBezTo>
                <a:cubicBezTo>
                  <a:pt x="23" y="33"/>
                  <a:pt x="23" y="33"/>
                  <a:pt x="23" y="33"/>
                </a:cubicBezTo>
                <a:cubicBezTo>
                  <a:pt x="23" y="39"/>
                  <a:pt x="23" y="39"/>
                  <a:pt x="23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4"/>
                  <a:pt x="1" y="33"/>
                  <a:pt x="2" y="32"/>
                </a:cubicBezTo>
                <a:cubicBezTo>
                  <a:pt x="4" y="31"/>
                  <a:pt x="5" y="29"/>
                  <a:pt x="6" y="28"/>
                </a:cubicBezTo>
                <a:cubicBezTo>
                  <a:pt x="7" y="27"/>
                  <a:pt x="8" y="25"/>
                  <a:pt x="9" y="24"/>
                </a:cubicBezTo>
                <a:cubicBezTo>
                  <a:pt x="10" y="22"/>
                  <a:pt x="11" y="21"/>
                  <a:pt x="12" y="19"/>
                </a:cubicBezTo>
                <a:cubicBezTo>
                  <a:pt x="13" y="18"/>
                  <a:pt x="13" y="16"/>
                  <a:pt x="14" y="15"/>
                </a:cubicBezTo>
                <a:cubicBezTo>
                  <a:pt x="14" y="14"/>
                  <a:pt x="15" y="12"/>
                  <a:pt x="15" y="11"/>
                </a:cubicBezTo>
                <a:cubicBezTo>
                  <a:pt x="15" y="10"/>
                  <a:pt x="14" y="8"/>
                  <a:pt x="13" y="7"/>
                </a:cubicBezTo>
                <a:cubicBezTo>
                  <a:pt x="13" y="6"/>
                  <a:pt x="11" y="6"/>
                  <a:pt x="9" y="6"/>
                </a:cubicBezTo>
                <a:cubicBezTo>
                  <a:pt x="8" y="6"/>
                  <a:pt x="7" y="6"/>
                  <a:pt x="6" y="7"/>
                </a:cubicBezTo>
                <a:cubicBezTo>
                  <a:pt x="4" y="7"/>
                  <a:pt x="3" y="8"/>
                  <a:pt x="3" y="9"/>
                </a:cubicBezTo>
                <a:cubicBezTo>
                  <a:pt x="0" y="4"/>
                  <a:pt x="0" y="4"/>
                  <a:pt x="0" y="4"/>
                </a:cubicBezTo>
                <a:cubicBezTo>
                  <a:pt x="1" y="2"/>
                  <a:pt x="3" y="1"/>
                  <a:pt x="5" y="1"/>
                </a:cubicBezTo>
                <a:cubicBezTo>
                  <a:pt x="6" y="0"/>
                  <a:pt x="9" y="0"/>
                  <a:pt x="11" y="0"/>
                </a:cubicBezTo>
                <a:cubicBezTo>
                  <a:pt x="13" y="0"/>
                  <a:pt x="14" y="0"/>
                  <a:pt x="15" y="0"/>
                </a:cubicBezTo>
                <a:cubicBezTo>
                  <a:pt x="17" y="1"/>
                  <a:pt x="18" y="1"/>
                  <a:pt x="19" y="2"/>
                </a:cubicBezTo>
                <a:cubicBezTo>
                  <a:pt x="20" y="3"/>
                  <a:pt x="20" y="4"/>
                  <a:pt x="21" y="5"/>
                </a:cubicBezTo>
                <a:cubicBezTo>
                  <a:pt x="22" y="7"/>
                  <a:pt x="22" y="8"/>
                  <a:pt x="22" y="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45" name="Freeform 77"/>
          <p:cNvSpPr>
            <a:spLocks noEditPoints="1"/>
          </p:cNvSpPr>
          <p:nvPr/>
        </p:nvSpPr>
        <p:spPr bwMode="auto">
          <a:xfrm>
            <a:off x="7897813" y="1794140"/>
            <a:ext cx="107950" cy="146050"/>
          </a:xfrm>
          <a:custGeom>
            <a:avLst/>
            <a:gdLst>
              <a:gd name="T0" fmla="*/ 2147483646 w 68"/>
              <a:gd name="T1" fmla="*/ 2147483646 h 92"/>
              <a:gd name="T2" fmla="*/ 2147483646 w 68"/>
              <a:gd name="T3" fmla="*/ 2147483646 h 92"/>
              <a:gd name="T4" fmla="*/ 2147483646 w 68"/>
              <a:gd name="T5" fmla="*/ 2147483646 h 92"/>
              <a:gd name="T6" fmla="*/ 2147483646 w 68"/>
              <a:gd name="T7" fmla="*/ 2147483646 h 92"/>
              <a:gd name="T8" fmla="*/ 2147483646 w 68"/>
              <a:gd name="T9" fmla="*/ 2147483646 h 92"/>
              <a:gd name="T10" fmla="*/ 0 w 68"/>
              <a:gd name="T11" fmla="*/ 2147483646 h 92"/>
              <a:gd name="T12" fmla="*/ 0 w 68"/>
              <a:gd name="T13" fmla="*/ 2147483646 h 92"/>
              <a:gd name="T14" fmla="*/ 2147483646 w 68"/>
              <a:gd name="T15" fmla="*/ 0 h 92"/>
              <a:gd name="T16" fmla="*/ 2147483646 w 68"/>
              <a:gd name="T17" fmla="*/ 0 h 92"/>
              <a:gd name="T18" fmla="*/ 2147483646 w 68"/>
              <a:gd name="T19" fmla="*/ 2147483646 h 92"/>
              <a:gd name="T20" fmla="*/ 2147483646 w 68"/>
              <a:gd name="T21" fmla="*/ 2147483646 h 92"/>
              <a:gd name="T22" fmla="*/ 2147483646 w 68"/>
              <a:gd name="T23" fmla="*/ 2147483646 h 92"/>
              <a:gd name="T24" fmla="*/ 2147483646 w 68"/>
              <a:gd name="T25" fmla="*/ 2147483646 h 92"/>
              <a:gd name="T26" fmla="*/ 2147483646 w 68"/>
              <a:gd name="T27" fmla="*/ 2147483646 h 92"/>
              <a:gd name="T28" fmla="*/ 2147483646 w 68"/>
              <a:gd name="T29" fmla="*/ 2147483646 h 92"/>
              <a:gd name="T30" fmla="*/ 2147483646 w 68"/>
              <a:gd name="T31" fmla="*/ 2147483646 h 92"/>
              <a:gd name="T32" fmla="*/ 2147483646 w 68"/>
              <a:gd name="T33" fmla="*/ 2147483646 h 92"/>
              <a:gd name="T34" fmla="*/ 2147483646 w 68"/>
              <a:gd name="T35" fmla="*/ 2147483646 h 92"/>
              <a:gd name="T36" fmla="*/ 2147483646 w 68"/>
              <a:gd name="T37" fmla="*/ 2147483646 h 92"/>
              <a:gd name="T38" fmla="*/ 2147483646 w 68"/>
              <a:gd name="T39" fmla="*/ 2147483646 h 9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92">
                <a:moveTo>
                  <a:pt x="68" y="66"/>
                </a:moveTo>
                <a:lnTo>
                  <a:pt x="54" y="66"/>
                </a:lnTo>
                <a:lnTo>
                  <a:pt x="54" y="92"/>
                </a:lnTo>
                <a:lnTo>
                  <a:pt x="40" y="92"/>
                </a:lnTo>
                <a:lnTo>
                  <a:pt x="40" y="66"/>
                </a:lnTo>
                <a:lnTo>
                  <a:pt x="0" y="66"/>
                </a:lnTo>
                <a:lnTo>
                  <a:pt x="0" y="56"/>
                </a:lnTo>
                <a:lnTo>
                  <a:pt x="42" y="0"/>
                </a:lnTo>
                <a:lnTo>
                  <a:pt x="54" y="0"/>
                </a:lnTo>
                <a:lnTo>
                  <a:pt x="54" y="52"/>
                </a:lnTo>
                <a:lnTo>
                  <a:pt x="68" y="52"/>
                </a:lnTo>
                <a:lnTo>
                  <a:pt x="68" y="66"/>
                </a:lnTo>
                <a:close/>
                <a:moveTo>
                  <a:pt x="40" y="33"/>
                </a:moveTo>
                <a:lnTo>
                  <a:pt x="40" y="21"/>
                </a:lnTo>
                <a:lnTo>
                  <a:pt x="35" y="30"/>
                </a:lnTo>
                <a:lnTo>
                  <a:pt x="21" y="49"/>
                </a:lnTo>
                <a:lnTo>
                  <a:pt x="16" y="54"/>
                </a:lnTo>
                <a:lnTo>
                  <a:pt x="23" y="52"/>
                </a:lnTo>
                <a:lnTo>
                  <a:pt x="40" y="52"/>
                </a:lnTo>
                <a:lnTo>
                  <a:pt x="40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8746" name="Group 74"/>
          <p:cNvGrpSpPr>
            <a:grpSpLocks/>
          </p:cNvGrpSpPr>
          <p:nvPr/>
        </p:nvGrpSpPr>
        <p:grpSpPr bwMode="auto">
          <a:xfrm>
            <a:off x="9863138" y="787665"/>
            <a:ext cx="1147762" cy="528637"/>
            <a:chOff x="0" y="0"/>
            <a:chExt cx="1148708" cy="528422"/>
          </a:xfrm>
        </p:grpSpPr>
        <p:sp>
          <p:nvSpPr>
            <p:cNvPr id="28799" name="Freeform 10"/>
            <p:cNvSpPr>
              <a:spLocks/>
            </p:cNvSpPr>
            <p:nvPr/>
          </p:nvSpPr>
          <p:spPr bwMode="auto">
            <a:xfrm>
              <a:off x="148003" y="215685"/>
              <a:ext cx="153988" cy="312737"/>
            </a:xfrm>
            <a:custGeom>
              <a:avLst/>
              <a:gdLst>
                <a:gd name="T0" fmla="*/ 2147483646 w 97"/>
                <a:gd name="T1" fmla="*/ 2147483646 h 197"/>
                <a:gd name="T2" fmla="*/ 0 w 97"/>
                <a:gd name="T3" fmla="*/ 0 h 197"/>
                <a:gd name="T4" fmla="*/ 0 w 97"/>
                <a:gd name="T5" fmla="*/ 2147483646 h 197"/>
                <a:gd name="T6" fmla="*/ 2147483646 w 97"/>
                <a:gd name="T7" fmla="*/ 2147483646 h 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197">
                  <a:moveTo>
                    <a:pt x="97" y="100"/>
                  </a:moveTo>
                  <a:lnTo>
                    <a:pt x="0" y="0"/>
                  </a:lnTo>
                  <a:lnTo>
                    <a:pt x="0" y="197"/>
                  </a:lnTo>
                  <a:lnTo>
                    <a:pt x="97" y="100"/>
                  </a:lnTo>
                  <a:close/>
                </a:path>
              </a:pathLst>
            </a:custGeom>
            <a:solidFill>
              <a:srgbClr val="203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00" name="矩形 213"/>
            <p:cNvSpPr>
              <a:spLocks noChangeArrowheads="1"/>
            </p:cNvSpPr>
            <p:nvPr/>
          </p:nvSpPr>
          <p:spPr bwMode="auto">
            <a:xfrm>
              <a:off x="0" y="0"/>
              <a:ext cx="1148708" cy="36933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8747" name="Group 77"/>
          <p:cNvGrpSpPr>
            <a:grpSpLocks/>
          </p:cNvGrpSpPr>
          <p:nvPr/>
        </p:nvGrpSpPr>
        <p:grpSpPr bwMode="auto">
          <a:xfrm>
            <a:off x="7189788" y="805127"/>
            <a:ext cx="1147762" cy="528638"/>
            <a:chOff x="0" y="0"/>
            <a:chExt cx="1148708" cy="528422"/>
          </a:xfrm>
        </p:grpSpPr>
        <p:sp>
          <p:nvSpPr>
            <p:cNvPr id="28797" name="Freeform 10"/>
            <p:cNvSpPr>
              <a:spLocks/>
            </p:cNvSpPr>
            <p:nvPr/>
          </p:nvSpPr>
          <p:spPr bwMode="auto">
            <a:xfrm>
              <a:off x="148003" y="215685"/>
              <a:ext cx="153988" cy="312737"/>
            </a:xfrm>
            <a:custGeom>
              <a:avLst/>
              <a:gdLst>
                <a:gd name="T0" fmla="*/ 2147483646 w 97"/>
                <a:gd name="T1" fmla="*/ 2147483646 h 197"/>
                <a:gd name="T2" fmla="*/ 0 w 97"/>
                <a:gd name="T3" fmla="*/ 0 h 197"/>
                <a:gd name="T4" fmla="*/ 0 w 97"/>
                <a:gd name="T5" fmla="*/ 2147483646 h 197"/>
                <a:gd name="T6" fmla="*/ 2147483646 w 97"/>
                <a:gd name="T7" fmla="*/ 2147483646 h 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197">
                  <a:moveTo>
                    <a:pt x="97" y="100"/>
                  </a:moveTo>
                  <a:lnTo>
                    <a:pt x="0" y="0"/>
                  </a:lnTo>
                  <a:lnTo>
                    <a:pt x="0" y="197"/>
                  </a:lnTo>
                  <a:lnTo>
                    <a:pt x="97" y="100"/>
                  </a:lnTo>
                  <a:close/>
                </a:path>
              </a:pathLst>
            </a:custGeom>
            <a:solidFill>
              <a:srgbClr val="5B6C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8" name="矩形 216"/>
            <p:cNvSpPr>
              <a:spLocks noChangeArrowheads="1"/>
            </p:cNvSpPr>
            <p:nvPr/>
          </p:nvSpPr>
          <p:spPr bwMode="auto">
            <a:xfrm>
              <a:off x="0" y="0"/>
              <a:ext cx="1148708" cy="369332"/>
            </a:xfrm>
            <a:prstGeom prst="rect">
              <a:avLst/>
            </a:prstGeom>
            <a:solidFill>
              <a:srgbClr val="5B6C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sp>
        <p:nvSpPr>
          <p:cNvPr id="28748" name="矩形 223"/>
          <p:cNvSpPr>
            <a:spLocks noChangeArrowheads="1"/>
          </p:cNvSpPr>
          <p:nvPr/>
        </p:nvSpPr>
        <p:spPr bwMode="auto">
          <a:xfrm>
            <a:off x="8739188" y="3159390"/>
            <a:ext cx="506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49" name="矩形 226"/>
          <p:cNvSpPr>
            <a:spLocks noChangeArrowheads="1"/>
          </p:cNvSpPr>
          <p:nvPr/>
        </p:nvSpPr>
        <p:spPr bwMode="auto">
          <a:xfrm>
            <a:off x="9779000" y="3621352"/>
            <a:ext cx="857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grpSp>
        <p:nvGrpSpPr>
          <p:cNvPr id="28750" name="Group 88"/>
          <p:cNvGrpSpPr>
            <a:grpSpLocks/>
          </p:cNvGrpSpPr>
          <p:nvPr/>
        </p:nvGrpSpPr>
        <p:grpSpPr bwMode="auto">
          <a:xfrm>
            <a:off x="9702800" y="3864240"/>
            <a:ext cx="835025" cy="130175"/>
            <a:chOff x="0" y="0"/>
            <a:chExt cx="835025" cy="130024"/>
          </a:xfrm>
        </p:grpSpPr>
        <p:cxnSp>
          <p:nvCxnSpPr>
            <p:cNvPr id="28795" name="直接连接符 227"/>
            <p:cNvCxnSpPr>
              <a:cxnSpLocks noChangeShapeType="1"/>
            </p:cNvCxnSpPr>
            <p:nvPr/>
          </p:nvCxnSpPr>
          <p:spPr bwMode="auto">
            <a:xfrm flipH="1">
              <a:off x="117475" y="0"/>
              <a:ext cx="717550" cy="0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96" name="直接连接符 230"/>
            <p:cNvCxnSpPr>
              <a:cxnSpLocks noChangeShapeType="1"/>
            </p:cNvCxnSpPr>
            <p:nvPr/>
          </p:nvCxnSpPr>
          <p:spPr bwMode="auto">
            <a:xfrm flipH="1">
              <a:off x="0" y="7928"/>
              <a:ext cx="117475" cy="122096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51" name="Group 91"/>
          <p:cNvGrpSpPr>
            <a:grpSpLocks/>
          </p:cNvGrpSpPr>
          <p:nvPr/>
        </p:nvGrpSpPr>
        <p:grpSpPr bwMode="auto">
          <a:xfrm>
            <a:off x="7273925" y="3627702"/>
            <a:ext cx="854075" cy="127000"/>
            <a:chOff x="0" y="0"/>
            <a:chExt cx="855169" cy="127881"/>
          </a:xfrm>
        </p:grpSpPr>
        <p:cxnSp>
          <p:nvCxnSpPr>
            <p:cNvPr id="28793" name="直接连接符 235"/>
            <p:cNvCxnSpPr>
              <a:cxnSpLocks noChangeShapeType="1"/>
            </p:cNvCxnSpPr>
            <p:nvPr/>
          </p:nvCxnSpPr>
          <p:spPr bwMode="auto">
            <a:xfrm flipH="1">
              <a:off x="0" y="0"/>
              <a:ext cx="716880" cy="0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94" name="直接连接符 236"/>
            <p:cNvCxnSpPr>
              <a:cxnSpLocks noChangeShapeType="1"/>
            </p:cNvCxnSpPr>
            <p:nvPr/>
          </p:nvCxnSpPr>
          <p:spPr bwMode="auto">
            <a:xfrm>
              <a:off x="723238" y="0"/>
              <a:ext cx="131931" cy="127881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752" name="矩形 241"/>
          <p:cNvSpPr>
            <a:spLocks noChangeArrowheads="1"/>
          </p:cNvSpPr>
          <p:nvPr/>
        </p:nvSpPr>
        <p:spPr bwMode="auto">
          <a:xfrm>
            <a:off x="7221538" y="3391165"/>
            <a:ext cx="8572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grpSp>
        <p:nvGrpSpPr>
          <p:cNvPr id="28753" name="Group 95"/>
          <p:cNvGrpSpPr>
            <a:grpSpLocks/>
          </p:cNvGrpSpPr>
          <p:nvPr/>
        </p:nvGrpSpPr>
        <p:grpSpPr bwMode="auto">
          <a:xfrm>
            <a:off x="6794500" y="2519627"/>
            <a:ext cx="855663" cy="128588"/>
            <a:chOff x="0" y="0"/>
            <a:chExt cx="855169" cy="127881"/>
          </a:xfrm>
        </p:grpSpPr>
        <p:cxnSp>
          <p:nvCxnSpPr>
            <p:cNvPr id="28791" name="直接连接符 243"/>
            <p:cNvCxnSpPr>
              <a:cxnSpLocks noChangeShapeType="1"/>
            </p:cNvCxnSpPr>
            <p:nvPr/>
          </p:nvCxnSpPr>
          <p:spPr bwMode="auto">
            <a:xfrm flipH="1">
              <a:off x="0" y="0"/>
              <a:ext cx="717136" cy="0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92" name="直接连接符 244"/>
            <p:cNvCxnSpPr>
              <a:cxnSpLocks noChangeShapeType="1"/>
            </p:cNvCxnSpPr>
            <p:nvPr/>
          </p:nvCxnSpPr>
          <p:spPr bwMode="auto">
            <a:xfrm>
              <a:off x="723482" y="0"/>
              <a:ext cx="131687" cy="127881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754" name="矩形 245"/>
          <p:cNvSpPr>
            <a:spLocks noChangeArrowheads="1"/>
          </p:cNvSpPr>
          <p:nvPr/>
        </p:nvSpPr>
        <p:spPr bwMode="auto">
          <a:xfrm>
            <a:off x="6743700" y="2284677"/>
            <a:ext cx="857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8755" name="矩形 246"/>
          <p:cNvSpPr>
            <a:spLocks noChangeArrowheads="1"/>
          </p:cNvSpPr>
          <p:nvPr/>
        </p:nvSpPr>
        <p:spPr bwMode="auto">
          <a:xfrm>
            <a:off x="10255250" y="2648215"/>
            <a:ext cx="857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grpSp>
        <p:nvGrpSpPr>
          <p:cNvPr id="28756" name="Group 100"/>
          <p:cNvGrpSpPr>
            <a:grpSpLocks/>
          </p:cNvGrpSpPr>
          <p:nvPr/>
        </p:nvGrpSpPr>
        <p:grpSpPr bwMode="auto">
          <a:xfrm>
            <a:off x="10180638" y="2891102"/>
            <a:ext cx="835025" cy="130175"/>
            <a:chOff x="0" y="0"/>
            <a:chExt cx="835025" cy="130024"/>
          </a:xfrm>
        </p:grpSpPr>
        <p:cxnSp>
          <p:nvCxnSpPr>
            <p:cNvPr id="28789" name="直接连接符 248"/>
            <p:cNvCxnSpPr>
              <a:cxnSpLocks noChangeShapeType="1"/>
            </p:cNvCxnSpPr>
            <p:nvPr/>
          </p:nvCxnSpPr>
          <p:spPr bwMode="auto">
            <a:xfrm flipH="1">
              <a:off x="117475" y="0"/>
              <a:ext cx="717550" cy="0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90" name="直接连接符 249"/>
            <p:cNvCxnSpPr>
              <a:cxnSpLocks noChangeShapeType="1"/>
            </p:cNvCxnSpPr>
            <p:nvPr/>
          </p:nvCxnSpPr>
          <p:spPr bwMode="auto">
            <a:xfrm flipH="1">
              <a:off x="0" y="7929"/>
              <a:ext cx="117475" cy="122095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757" name="矩形 250"/>
          <p:cNvSpPr>
            <a:spLocks noChangeArrowheads="1"/>
          </p:cNvSpPr>
          <p:nvPr/>
        </p:nvSpPr>
        <p:spPr bwMode="auto">
          <a:xfrm>
            <a:off x="10760075" y="1370277"/>
            <a:ext cx="8572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grpSp>
        <p:nvGrpSpPr>
          <p:cNvPr id="28758" name="Group 104"/>
          <p:cNvGrpSpPr>
            <a:grpSpLocks/>
          </p:cNvGrpSpPr>
          <p:nvPr/>
        </p:nvGrpSpPr>
        <p:grpSpPr bwMode="auto">
          <a:xfrm>
            <a:off x="10685463" y="1613165"/>
            <a:ext cx="835025" cy="130175"/>
            <a:chOff x="0" y="0"/>
            <a:chExt cx="835025" cy="130024"/>
          </a:xfrm>
        </p:grpSpPr>
        <p:cxnSp>
          <p:nvCxnSpPr>
            <p:cNvPr id="28787" name="直接连接符 252"/>
            <p:cNvCxnSpPr>
              <a:cxnSpLocks noChangeShapeType="1"/>
            </p:cNvCxnSpPr>
            <p:nvPr/>
          </p:nvCxnSpPr>
          <p:spPr bwMode="auto">
            <a:xfrm flipH="1">
              <a:off x="117475" y="0"/>
              <a:ext cx="717550" cy="0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88" name="直接连接符 253"/>
            <p:cNvCxnSpPr>
              <a:cxnSpLocks noChangeShapeType="1"/>
            </p:cNvCxnSpPr>
            <p:nvPr/>
          </p:nvCxnSpPr>
          <p:spPr bwMode="auto">
            <a:xfrm flipH="1">
              <a:off x="0" y="7928"/>
              <a:ext cx="117475" cy="122096"/>
            </a:xfrm>
            <a:prstGeom prst="line">
              <a:avLst/>
            </a:prstGeom>
            <a:noFill/>
            <a:ln w="9525">
              <a:solidFill>
                <a:srgbClr val="203864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2" name="矩形 199"/>
          <p:cNvSpPr>
            <a:spLocks noChangeArrowheads="1"/>
          </p:cNvSpPr>
          <p:nvPr/>
        </p:nvSpPr>
        <p:spPr bwMode="auto">
          <a:xfrm>
            <a:off x="7416800" y="5378715"/>
            <a:ext cx="4062413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60" name="矩形 200"/>
          <p:cNvSpPr>
            <a:spLocks noChangeArrowheads="1"/>
          </p:cNvSpPr>
          <p:nvPr/>
        </p:nvSpPr>
        <p:spPr bwMode="auto">
          <a:xfrm>
            <a:off x="7416800" y="4935802"/>
            <a:ext cx="12112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8761" name="直接连接符 201"/>
          <p:cNvCxnSpPr>
            <a:cxnSpLocks noChangeShapeType="1"/>
          </p:cNvCxnSpPr>
          <p:nvPr/>
        </p:nvCxnSpPr>
        <p:spPr bwMode="auto">
          <a:xfrm flipH="1">
            <a:off x="7477125" y="5319977"/>
            <a:ext cx="1173163" cy="0"/>
          </a:xfrm>
          <a:prstGeom prst="line">
            <a:avLst/>
          </a:prstGeom>
          <a:noFill/>
          <a:ln w="6350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矩形 206"/>
          <p:cNvSpPr>
            <a:spLocks noChangeArrowheads="1"/>
          </p:cNvSpPr>
          <p:nvPr/>
        </p:nvSpPr>
        <p:spPr bwMode="auto">
          <a:xfrm>
            <a:off x="1362706" y="5378715"/>
            <a:ext cx="40640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63" name="矩形 207"/>
          <p:cNvSpPr>
            <a:spLocks noChangeArrowheads="1"/>
          </p:cNvSpPr>
          <p:nvPr/>
        </p:nvSpPr>
        <p:spPr bwMode="auto">
          <a:xfrm>
            <a:off x="1362706" y="4935802"/>
            <a:ext cx="12112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cxnSp>
        <p:nvCxnSpPr>
          <p:cNvPr id="28764" name="直接连接符 208"/>
          <p:cNvCxnSpPr>
            <a:cxnSpLocks noChangeShapeType="1"/>
          </p:cNvCxnSpPr>
          <p:nvPr/>
        </p:nvCxnSpPr>
        <p:spPr bwMode="auto">
          <a:xfrm flipH="1">
            <a:off x="1423031" y="5319977"/>
            <a:ext cx="1173163" cy="0"/>
          </a:xfrm>
          <a:prstGeom prst="line">
            <a:avLst/>
          </a:prstGeom>
          <a:noFill/>
          <a:ln w="6350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14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5439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84140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TextBox 7"/>
          <p:cNvSpPr txBox="1">
            <a:spLocks noChangeArrowheads="1"/>
          </p:cNvSpPr>
          <p:nvPr/>
        </p:nvSpPr>
        <p:spPr bwMode="auto">
          <a:xfrm>
            <a:off x="3058265" y="2385477"/>
            <a:ext cx="817853" cy="132343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000" b="1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8000" b="1" dirty="0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8"/>
          <p:cNvSpPr txBox="1"/>
          <p:nvPr/>
        </p:nvSpPr>
        <p:spPr>
          <a:xfrm>
            <a:off x="3876118" y="2659559"/>
            <a:ext cx="46987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课题研究结果报告</a:t>
            </a:r>
          </a:p>
        </p:txBody>
      </p:sp>
    </p:spTree>
    <p:extLst>
      <p:ext uri="{BB962C8B-B14F-4D97-AF65-F5344CB8AC3E}">
        <p14:creationId xmlns:p14="http://schemas.microsoft.com/office/powerpoint/2010/main" val="2639003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3" name="图表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1640199"/>
              </p:ext>
            </p:extLst>
          </p:nvPr>
        </p:nvGraphicFramePr>
        <p:xfrm>
          <a:off x="4999038" y="2017587"/>
          <a:ext cx="2220912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图表" r:id="rId3" imgW="2225233" imgH="2408129" progId="">
                  <p:embed/>
                </p:oleObj>
              </mc:Choice>
              <mc:Fallback>
                <p:oleObj name="图表" r:id="rId3" imgW="2225233" imgH="2408129" progId="">
                  <p:embed/>
                  <p:pic>
                    <p:nvPicPr>
                      <p:cNvPr id="0" name="Picture 1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2017587"/>
                        <a:ext cx="2220912" cy="239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图表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086559"/>
              </p:ext>
            </p:extLst>
          </p:nvPr>
        </p:nvGraphicFramePr>
        <p:xfrm>
          <a:off x="1168400" y="2017587"/>
          <a:ext cx="2220913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图表" r:id="rId5" imgW="2225233" imgH="2408129" progId="">
                  <p:embed/>
                </p:oleObj>
              </mc:Choice>
              <mc:Fallback>
                <p:oleObj name="图表" r:id="rId5" imgW="2225233" imgH="2408129" progId="">
                  <p:embed/>
                  <p:pic>
                    <p:nvPicPr>
                      <p:cNvPr id="0" name="Picture 1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2017587"/>
                        <a:ext cx="2220913" cy="239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图表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957521"/>
              </p:ext>
            </p:extLst>
          </p:nvPr>
        </p:nvGraphicFramePr>
        <p:xfrm>
          <a:off x="8774113" y="2017587"/>
          <a:ext cx="2219325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图表" r:id="rId7" imgW="2225233" imgH="2408129" progId="">
                  <p:embed/>
                </p:oleObj>
              </mc:Choice>
              <mc:Fallback>
                <p:oleObj name="图表" r:id="rId7" imgW="2225233" imgH="2408129" progId="">
                  <p:embed/>
                  <p:pic>
                    <p:nvPicPr>
                      <p:cNvPr id="0" name="Picture 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4113" y="2017587"/>
                        <a:ext cx="2219325" cy="239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矩形 29"/>
          <p:cNvSpPr>
            <a:spLocks noChangeArrowheads="1"/>
          </p:cNvSpPr>
          <p:nvPr/>
        </p:nvSpPr>
        <p:spPr bwMode="auto">
          <a:xfrm>
            <a:off x="1676400" y="2906587"/>
            <a:ext cx="1244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endParaRPr lang="zh-CN" altLang="en-US" sz="4000">
              <a:solidFill>
                <a:srgbClr val="203864"/>
              </a:solidFill>
            </a:endParaRPr>
          </a:p>
        </p:txBody>
      </p:sp>
      <p:sp>
        <p:nvSpPr>
          <p:cNvPr id="30727" name="矩形 30"/>
          <p:cNvSpPr>
            <a:spLocks noChangeArrowheads="1"/>
          </p:cNvSpPr>
          <p:nvPr/>
        </p:nvSpPr>
        <p:spPr bwMode="auto">
          <a:xfrm>
            <a:off x="5508625" y="2906587"/>
            <a:ext cx="12430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endParaRPr lang="zh-CN" altLang="en-US" sz="4000">
              <a:solidFill>
                <a:srgbClr val="203864"/>
              </a:solidFill>
            </a:endParaRPr>
          </a:p>
        </p:txBody>
      </p:sp>
      <p:sp>
        <p:nvSpPr>
          <p:cNvPr id="30728" name="矩形 30"/>
          <p:cNvSpPr>
            <a:spLocks noChangeArrowheads="1"/>
          </p:cNvSpPr>
          <p:nvPr/>
        </p:nvSpPr>
        <p:spPr bwMode="auto">
          <a:xfrm>
            <a:off x="9251950" y="2906587"/>
            <a:ext cx="1244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endParaRPr lang="zh-CN" altLang="en-US" sz="4000">
              <a:solidFill>
                <a:srgbClr val="203864"/>
              </a:solidFill>
            </a:endParaRPr>
          </a:p>
        </p:txBody>
      </p:sp>
      <p:sp>
        <p:nvSpPr>
          <p:cNvPr id="30729" name="矩形 30"/>
          <p:cNvSpPr>
            <a:spLocks noChangeArrowheads="1"/>
          </p:cNvSpPr>
          <p:nvPr/>
        </p:nvSpPr>
        <p:spPr bwMode="auto">
          <a:xfrm>
            <a:off x="1276350" y="4265487"/>
            <a:ext cx="2030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</a:p>
        </p:txBody>
      </p:sp>
      <p:sp>
        <p:nvSpPr>
          <p:cNvPr id="30730" name="矩形 31"/>
          <p:cNvSpPr>
            <a:spLocks noChangeArrowheads="1"/>
          </p:cNvSpPr>
          <p:nvPr/>
        </p:nvSpPr>
        <p:spPr bwMode="auto">
          <a:xfrm>
            <a:off x="5080000" y="4267075"/>
            <a:ext cx="203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</a:p>
        </p:txBody>
      </p:sp>
      <p:sp>
        <p:nvSpPr>
          <p:cNvPr id="30731" name="矩形 32"/>
          <p:cNvSpPr>
            <a:spLocks noChangeArrowheads="1"/>
          </p:cNvSpPr>
          <p:nvPr/>
        </p:nvSpPr>
        <p:spPr bwMode="auto">
          <a:xfrm>
            <a:off x="8939213" y="4265487"/>
            <a:ext cx="2030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2A3D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</a:p>
        </p:txBody>
      </p:sp>
      <p:sp>
        <p:nvSpPr>
          <p:cNvPr id="43" name="矩形 33"/>
          <p:cNvSpPr>
            <a:spLocks noChangeArrowheads="1"/>
          </p:cNvSpPr>
          <p:nvPr/>
        </p:nvSpPr>
        <p:spPr bwMode="auto">
          <a:xfrm>
            <a:off x="1036638" y="4956050"/>
            <a:ext cx="2509837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34"/>
          <p:cNvSpPr>
            <a:spLocks noChangeArrowheads="1"/>
          </p:cNvSpPr>
          <p:nvPr/>
        </p:nvSpPr>
        <p:spPr bwMode="auto">
          <a:xfrm>
            <a:off x="4840288" y="4957637"/>
            <a:ext cx="2511425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35"/>
          <p:cNvSpPr>
            <a:spLocks noChangeArrowheads="1"/>
          </p:cNvSpPr>
          <p:nvPr/>
        </p:nvSpPr>
        <p:spPr bwMode="auto">
          <a:xfrm>
            <a:off x="8699500" y="4956050"/>
            <a:ext cx="2509838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35" name="TextBox 15"/>
          <p:cNvSpPr txBox="1">
            <a:spLocks noChangeArrowheads="1"/>
          </p:cNvSpPr>
          <p:nvPr/>
        </p:nvSpPr>
        <p:spPr bwMode="auto">
          <a:xfrm>
            <a:off x="2978150" y="751147"/>
            <a:ext cx="62388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r>
              <a:rPr lang="en-US" altLang="zh-CN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32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选题结果</a:t>
            </a:r>
          </a:p>
        </p:txBody>
      </p:sp>
      <p:sp>
        <p:nvSpPr>
          <p:cNvPr id="49" name="TextBox 15"/>
          <p:cNvSpPr txBox="1">
            <a:spLocks noChangeArrowheads="1"/>
          </p:cNvSpPr>
          <p:nvPr/>
        </p:nvSpPr>
        <p:spPr bwMode="auto">
          <a:xfrm>
            <a:off x="4217988" y="1265497"/>
            <a:ext cx="374491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此处请输入您的副标题，或者删除此文本框</a:t>
            </a:r>
          </a:p>
        </p:txBody>
      </p:sp>
      <p:sp>
        <p:nvSpPr>
          <p:cNvPr id="16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16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84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281238" y="2687638"/>
            <a:ext cx="365125" cy="1557337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469900" y="4335463"/>
            <a:ext cx="11239500" cy="2060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748" name="文本框 48"/>
          <p:cNvSpPr txBox="1">
            <a:spLocks noChangeArrowheads="1"/>
          </p:cNvSpPr>
          <p:nvPr/>
        </p:nvSpPr>
        <p:spPr bwMode="auto">
          <a:xfrm>
            <a:off x="2214563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49" name="文本框 49"/>
          <p:cNvSpPr txBox="1">
            <a:spLocks noChangeArrowheads="1"/>
          </p:cNvSpPr>
          <p:nvPr/>
        </p:nvSpPr>
        <p:spPr bwMode="auto">
          <a:xfrm>
            <a:off x="2879725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0" name="文本框 50"/>
          <p:cNvSpPr txBox="1">
            <a:spLocks noChangeArrowheads="1"/>
          </p:cNvSpPr>
          <p:nvPr/>
        </p:nvSpPr>
        <p:spPr bwMode="auto">
          <a:xfrm>
            <a:off x="3544888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1" name="文本框 51"/>
          <p:cNvSpPr txBox="1">
            <a:spLocks noChangeArrowheads="1"/>
          </p:cNvSpPr>
          <p:nvPr/>
        </p:nvSpPr>
        <p:spPr bwMode="auto">
          <a:xfrm>
            <a:off x="4210050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2" name="文本框 52"/>
          <p:cNvSpPr txBox="1">
            <a:spLocks noChangeArrowheads="1"/>
          </p:cNvSpPr>
          <p:nvPr/>
        </p:nvSpPr>
        <p:spPr bwMode="auto">
          <a:xfrm>
            <a:off x="4875213" y="4373563"/>
            <a:ext cx="5000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3" name="文本框 53"/>
          <p:cNvSpPr txBox="1">
            <a:spLocks noChangeArrowheads="1"/>
          </p:cNvSpPr>
          <p:nvPr/>
        </p:nvSpPr>
        <p:spPr bwMode="auto">
          <a:xfrm>
            <a:off x="5540375" y="4373563"/>
            <a:ext cx="500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4" name="文本框 54"/>
          <p:cNvSpPr txBox="1">
            <a:spLocks noChangeArrowheads="1"/>
          </p:cNvSpPr>
          <p:nvPr/>
        </p:nvSpPr>
        <p:spPr bwMode="auto">
          <a:xfrm>
            <a:off x="6205538" y="4373563"/>
            <a:ext cx="5000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5" name="文本框 55"/>
          <p:cNvSpPr txBox="1">
            <a:spLocks noChangeArrowheads="1"/>
          </p:cNvSpPr>
          <p:nvPr/>
        </p:nvSpPr>
        <p:spPr bwMode="auto">
          <a:xfrm>
            <a:off x="6870700" y="4373563"/>
            <a:ext cx="500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6" name="文本框 56"/>
          <p:cNvSpPr txBox="1">
            <a:spLocks noChangeArrowheads="1"/>
          </p:cNvSpPr>
          <p:nvPr/>
        </p:nvSpPr>
        <p:spPr bwMode="auto">
          <a:xfrm>
            <a:off x="7535863" y="4373563"/>
            <a:ext cx="5000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7" name="文本框 57"/>
          <p:cNvSpPr txBox="1">
            <a:spLocks noChangeArrowheads="1"/>
          </p:cNvSpPr>
          <p:nvPr/>
        </p:nvSpPr>
        <p:spPr bwMode="auto">
          <a:xfrm>
            <a:off x="8202613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8" name="文本框 58"/>
          <p:cNvSpPr txBox="1">
            <a:spLocks noChangeArrowheads="1"/>
          </p:cNvSpPr>
          <p:nvPr/>
        </p:nvSpPr>
        <p:spPr bwMode="auto">
          <a:xfrm>
            <a:off x="8867775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9" name="文本框 59"/>
          <p:cNvSpPr txBox="1">
            <a:spLocks noChangeArrowheads="1"/>
          </p:cNvSpPr>
          <p:nvPr/>
        </p:nvSpPr>
        <p:spPr bwMode="auto">
          <a:xfrm>
            <a:off x="9532938" y="4373563"/>
            <a:ext cx="4984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60" name="文本框 60"/>
          <p:cNvSpPr txBox="1">
            <a:spLocks noChangeArrowheads="1"/>
          </p:cNvSpPr>
          <p:nvPr/>
        </p:nvSpPr>
        <p:spPr bwMode="auto">
          <a:xfrm>
            <a:off x="1525588" y="5021263"/>
            <a:ext cx="1852612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3600">
                <a:solidFill>
                  <a:srgbClr val="FFFFFF"/>
                </a:solidFill>
                <a:latin typeface="Impact" panose="020B0806030902050204" pitchFamily="34" charset="0"/>
                <a:ea typeface="黑体" panose="02010609060101010101" pitchFamily="49" charset="-122"/>
              </a:rPr>
              <a:t>TOTAL</a:t>
            </a:r>
            <a:endParaRPr lang="zh-CN" altLang="en-US" sz="3600">
              <a:solidFill>
                <a:srgbClr val="FFFFFF"/>
              </a:solidFill>
              <a:latin typeface="Impact" panose="020B0806030902050204" pitchFamily="34" charset="0"/>
              <a:ea typeface="黑体" panose="02010609060101010101" pitchFamily="49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536950" y="5021263"/>
            <a:ext cx="1908175" cy="788987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1,920,000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62" name="文本框 62"/>
          <p:cNvSpPr txBox="1">
            <a:spLocks noChangeArrowheads="1"/>
          </p:cNvSpPr>
          <p:nvPr/>
        </p:nvSpPr>
        <p:spPr bwMode="auto">
          <a:xfrm>
            <a:off x="5711825" y="4964113"/>
            <a:ext cx="5494338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毕业论文答辩的目的，就是检查毕业生是否是认真独立完成的毕业论文，考察毕业生综合分析能力，理论联系实际能力，专业方面的潜在能力。答辩老师结合毕业生现场答辩情况评定答辩成绩。 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5507038" y="5086350"/>
            <a:ext cx="0" cy="792163"/>
          </a:xfrm>
          <a:prstGeom prst="line">
            <a:avLst/>
          </a:prstGeom>
          <a:ln w="41275">
            <a:solidFill>
              <a:srgbClr val="FFFFFF">
                <a:alpha val="6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KSO_Shape"/>
          <p:cNvSpPr/>
          <p:nvPr/>
        </p:nvSpPr>
        <p:spPr>
          <a:xfrm>
            <a:off x="8227783" y="2737056"/>
            <a:ext cx="565287" cy="446577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70</a:t>
            </a:r>
            <a:endParaRPr lang="zh-CN" altLang="en-US" sz="1600" b="1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6" name="KSO_Shape"/>
          <p:cNvSpPr/>
          <p:nvPr/>
        </p:nvSpPr>
        <p:spPr>
          <a:xfrm>
            <a:off x="6206015" y="952487"/>
            <a:ext cx="565287" cy="446577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240</a:t>
            </a:r>
            <a:endParaRPr lang="zh-CN" altLang="en-US" sz="1600" b="1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946400" y="3019425"/>
            <a:ext cx="365125" cy="1225550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3611563" y="2230438"/>
            <a:ext cx="365125" cy="2014537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4276725" y="2813050"/>
            <a:ext cx="365125" cy="1431925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4943475" y="1916113"/>
            <a:ext cx="363538" cy="2328862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5608638" y="2532063"/>
            <a:ext cx="365125" cy="1712912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6273800" y="1565275"/>
            <a:ext cx="365125" cy="2679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6938963" y="2432050"/>
            <a:ext cx="365125" cy="1812925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7604125" y="2087563"/>
            <a:ext cx="365125" cy="2157412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8270875" y="3470275"/>
            <a:ext cx="363538" cy="774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8936038" y="2606675"/>
            <a:ext cx="363537" cy="1638300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9601200" y="2206625"/>
            <a:ext cx="365125" cy="2038350"/>
          </a:xfrm>
          <a:prstGeom prst="rect">
            <a:avLst/>
          </a:prstGeom>
          <a:solidFill>
            <a:srgbClr val="5B6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17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65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460298" y="4332954"/>
            <a:ext cx="11239500" cy="2060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2771" name="组合 16"/>
          <p:cNvGrpSpPr>
            <a:grpSpLocks/>
          </p:cNvGrpSpPr>
          <p:nvPr/>
        </p:nvGrpSpPr>
        <p:grpSpPr bwMode="auto">
          <a:xfrm>
            <a:off x="1082598" y="983432"/>
            <a:ext cx="1497013" cy="1497013"/>
            <a:chOff x="811213" y="1901825"/>
            <a:chExt cx="1992312" cy="1990725"/>
          </a:xfrm>
        </p:grpSpPr>
        <p:sp>
          <p:nvSpPr>
            <p:cNvPr id="32828" name="Oval 5"/>
            <p:cNvSpPr>
              <a:spLocks noChangeArrowheads="1"/>
            </p:cNvSpPr>
            <p:nvPr/>
          </p:nvSpPr>
          <p:spPr bwMode="auto">
            <a:xfrm>
              <a:off x="811213" y="1901825"/>
              <a:ext cx="1992312" cy="1990725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9" name="Freeform 6"/>
            <p:cNvSpPr>
              <a:spLocks/>
            </p:cNvSpPr>
            <p:nvPr/>
          </p:nvSpPr>
          <p:spPr bwMode="auto">
            <a:xfrm>
              <a:off x="1246188" y="2247900"/>
              <a:ext cx="1104900" cy="573088"/>
            </a:xfrm>
            <a:custGeom>
              <a:avLst/>
              <a:gdLst>
                <a:gd name="T0" fmla="*/ 0 w 696"/>
                <a:gd name="T1" fmla="*/ 2147483646 h 361"/>
                <a:gd name="T2" fmla="*/ 2147483646 w 696"/>
                <a:gd name="T3" fmla="*/ 0 h 361"/>
                <a:gd name="T4" fmla="*/ 2147483646 w 696"/>
                <a:gd name="T5" fmla="*/ 2147483646 h 361"/>
                <a:gd name="T6" fmla="*/ 0 w 696"/>
                <a:gd name="T7" fmla="*/ 2147483646 h 3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6" h="361">
                  <a:moveTo>
                    <a:pt x="0" y="361"/>
                  </a:moveTo>
                  <a:lnTo>
                    <a:pt x="347" y="0"/>
                  </a:lnTo>
                  <a:lnTo>
                    <a:pt x="696" y="361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0" name="Freeform 7"/>
            <p:cNvSpPr>
              <a:spLocks/>
            </p:cNvSpPr>
            <p:nvPr/>
          </p:nvSpPr>
          <p:spPr bwMode="auto">
            <a:xfrm>
              <a:off x="1471613" y="2414588"/>
              <a:ext cx="635000" cy="301625"/>
            </a:xfrm>
            <a:custGeom>
              <a:avLst/>
              <a:gdLst>
                <a:gd name="T0" fmla="*/ 0 w 400"/>
                <a:gd name="T1" fmla="*/ 2147483646 h 190"/>
                <a:gd name="T2" fmla="*/ 2147483646 w 400"/>
                <a:gd name="T3" fmla="*/ 0 h 190"/>
                <a:gd name="T4" fmla="*/ 2147483646 w 400"/>
                <a:gd name="T5" fmla="*/ 2147483646 h 190"/>
                <a:gd name="T6" fmla="*/ 0 w 400"/>
                <a:gd name="T7" fmla="*/ 2147483646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0" h="190">
                  <a:moveTo>
                    <a:pt x="0" y="190"/>
                  </a:moveTo>
                  <a:lnTo>
                    <a:pt x="200" y="0"/>
                  </a:lnTo>
                  <a:lnTo>
                    <a:pt x="400" y="190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1" name="Rectangle 8"/>
            <p:cNvSpPr>
              <a:spLocks noChangeArrowheads="1"/>
            </p:cNvSpPr>
            <p:nvPr/>
          </p:nvSpPr>
          <p:spPr bwMode="auto">
            <a:xfrm>
              <a:off x="1295400" y="2840038"/>
              <a:ext cx="279400" cy="4127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2" name="Rectangle 9"/>
            <p:cNvSpPr>
              <a:spLocks noChangeArrowheads="1"/>
            </p:cNvSpPr>
            <p:nvPr/>
          </p:nvSpPr>
          <p:spPr bwMode="auto">
            <a:xfrm>
              <a:off x="1657350" y="2840038"/>
              <a:ext cx="279400" cy="4127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3" name="Rectangle 10"/>
            <p:cNvSpPr>
              <a:spLocks noChangeArrowheads="1"/>
            </p:cNvSpPr>
            <p:nvPr/>
          </p:nvSpPr>
          <p:spPr bwMode="auto">
            <a:xfrm>
              <a:off x="2019300" y="2840038"/>
              <a:ext cx="279400" cy="4127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4" name="Rectangle 11"/>
            <p:cNvSpPr>
              <a:spLocks noChangeArrowheads="1"/>
            </p:cNvSpPr>
            <p:nvPr/>
          </p:nvSpPr>
          <p:spPr bwMode="auto">
            <a:xfrm>
              <a:off x="1295400" y="2900363"/>
              <a:ext cx="279400" cy="4127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5" name="Rectangle 12"/>
            <p:cNvSpPr>
              <a:spLocks noChangeArrowheads="1"/>
            </p:cNvSpPr>
            <p:nvPr/>
          </p:nvSpPr>
          <p:spPr bwMode="auto">
            <a:xfrm>
              <a:off x="1657350" y="2900363"/>
              <a:ext cx="279400" cy="4127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6" name="Rectangle 13"/>
            <p:cNvSpPr>
              <a:spLocks noChangeArrowheads="1"/>
            </p:cNvSpPr>
            <p:nvPr/>
          </p:nvSpPr>
          <p:spPr bwMode="auto">
            <a:xfrm>
              <a:off x="2019300" y="2900363"/>
              <a:ext cx="279400" cy="4127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7" name="Rectangle 14"/>
            <p:cNvSpPr>
              <a:spLocks noChangeArrowheads="1"/>
            </p:cNvSpPr>
            <p:nvPr/>
          </p:nvSpPr>
          <p:spPr bwMode="auto">
            <a:xfrm>
              <a:off x="1295400" y="3322638"/>
              <a:ext cx="279400" cy="3810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8" name="Rectangle 15"/>
            <p:cNvSpPr>
              <a:spLocks noChangeArrowheads="1"/>
            </p:cNvSpPr>
            <p:nvPr/>
          </p:nvSpPr>
          <p:spPr bwMode="auto">
            <a:xfrm>
              <a:off x="1657350" y="3322638"/>
              <a:ext cx="279400" cy="3810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39" name="Rectangle 16"/>
            <p:cNvSpPr>
              <a:spLocks noChangeArrowheads="1"/>
            </p:cNvSpPr>
            <p:nvPr/>
          </p:nvSpPr>
          <p:spPr bwMode="auto">
            <a:xfrm>
              <a:off x="2019300" y="3322638"/>
              <a:ext cx="279400" cy="3810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0" name="Rectangle 17"/>
            <p:cNvSpPr>
              <a:spLocks noChangeArrowheads="1"/>
            </p:cNvSpPr>
            <p:nvPr/>
          </p:nvSpPr>
          <p:spPr bwMode="auto">
            <a:xfrm>
              <a:off x="1295400" y="3382963"/>
              <a:ext cx="279400" cy="3810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1" name="Rectangle 18"/>
            <p:cNvSpPr>
              <a:spLocks noChangeArrowheads="1"/>
            </p:cNvSpPr>
            <p:nvPr/>
          </p:nvSpPr>
          <p:spPr bwMode="auto">
            <a:xfrm>
              <a:off x="1657350" y="3382963"/>
              <a:ext cx="279400" cy="3810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2" name="Rectangle 19"/>
            <p:cNvSpPr>
              <a:spLocks noChangeArrowheads="1"/>
            </p:cNvSpPr>
            <p:nvPr/>
          </p:nvSpPr>
          <p:spPr bwMode="auto">
            <a:xfrm>
              <a:off x="2019300" y="3382963"/>
              <a:ext cx="279400" cy="38100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3" name="Rectangle 20"/>
            <p:cNvSpPr>
              <a:spLocks noChangeArrowheads="1"/>
            </p:cNvSpPr>
            <p:nvPr/>
          </p:nvSpPr>
          <p:spPr bwMode="auto">
            <a:xfrm>
              <a:off x="1355725" y="2933700"/>
              <a:ext cx="139700" cy="37782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4" name="Rectangle 21"/>
            <p:cNvSpPr>
              <a:spLocks noChangeArrowheads="1"/>
            </p:cNvSpPr>
            <p:nvPr/>
          </p:nvSpPr>
          <p:spPr bwMode="auto">
            <a:xfrm>
              <a:off x="1728788" y="2933700"/>
              <a:ext cx="139700" cy="37782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5" name="Rectangle 22"/>
            <p:cNvSpPr>
              <a:spLocks noChangeArrowheads="1"/>
            </p:cNvSpPr>
            <p:nvPr/>
          </p:nvSpPr>
          <p:spPr bwMode="auto">
            <a:xfrm>
              <a:off x="2090738" y="2933700"/>
              <a:ext cx="139700" cy="37782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6" name="Rectangle 23"/>
            <p:cNvSpPr>
              <a:spLocks noChangeArrowheads="1"/>
            </p:cNvSpPr>
            <p:nvPr/>
          </p:nvSpPr>
          <p:spPr bwMode="auto">
            <a:xfrm>
              <a:off x="1260475" y="3435350"/>
              <a:ext cx="1052512" cy="34925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7" name="Rectangle 24"/>
            <p:cNvSpPr>
              <a:spLocks noChangeArrowheads="1"/>
            </p:cNvSpPr>
            <p:nvPr/>
          </p:nvSpPr>
          <p:spPr bwMode="auto">
            <a:xfrm>
              <a:off x="1246188" y="3484563"/>
              <a:ext cx="1090612" cy="52388"/>
            </a:xfrm>
            <a:prstGeom prst="rect">
              <a:avLst/>
            </a:prstGeom>
            <a:solidFill>
              <a:srgbClr val="FF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772" name="组合 4"/>
          <p:cNvGrpSpPr>
            <a:grpSpLocks/>
          </p:cNvGrpSpPr>
          <p:nvPr/>
        </p:nvGrpSpPr>
        <p:grpSpPr bwMode="auto">
          <a:xfrm>
            <a:off x="3925811" y="983432"/>
            <a:ext cx="1497012" cy="1497013"/>
            <a:chOff x="4006850" y="1838325"/>
            <a:chExt cx="1992313" cy="1990725"/>
          </a:xfrm>
        </p:grpSpPr>
        <p:sp>
          <p:nvSpPr>
            <p:cNvPr id="32816" name="Oval 42"/>
            <p:cNvSpPr>
              <a:spLocks noChangeArrowheads="1"/>
            </p:cNvSpPr>
            <p:nvPr/>
          </p:nvSpPr>
          <p:spPr bwMode="auto">
            <a:xfrm>
              <a:off x="4006850" y="1838325"/>
              <a:ext cx="1992313" cy="1990725"/>
            </a:xfrm>
            <a:prstGeom prst="ellipse">
              <a:avLst/>
            </a:prstGeom>
            <a:solidFill>
              <a:srgbClr val="235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7" name="Freeform 43"/>
            <p:cNvSpPr>
              <a:spLocks/>
            </p:cNvSpPr>
            <p:nvPr/>
          </p:nvSpPr>
          <p:spPr bwMode="auto">
            <a:xfrm>
              <a:off x="5119688" y="2559050"/>
              <a:ext cx="490538" cy="595313"/>
            </a:xfrm>
            <a:custGeom>
              <a:avLst/>
              <a:gdLst>
                <a:gd name="T0" fmla="*/ 2147483646 w 309"/>
                <a:gd name="T1" fmla="*/ 2147483646 h 375"/>
                <a:gd name="T2" fmla="*/ 2147483646 w 309"/>
                <a:gd name="T3" fmla="*/ 2147483646 h 375"/>
                <a:gd name="T4" fmla="*/ 0 w 309"/>
                <a:gd name="T5" fmla="*/ 2147483646 h 375"/>
                <a:gd name="T6" fmla="*/ 2147483646 w 309"/>
                <a:gd name="T7" fmla="*/ 0 h 375"/>
                <a:gd name="T8" fmla="*/ 2147483646 w 309"/>
                <a:gd name="T9" fmla="*/ 2147483646 h 3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375">
                  <a:moveTo>
                    <a:pt x="309" y="28"/>
                  </a:moveTo>
                  <a:lnTo>
                    <a:pt x="36" y="375"/>
                  </a:lnTo>
                  <a:lnTo>
                    <a:pt x="0" y="347"/>
                  </a:lnTo>
                  <a:lnTo>
                    <a:pt x="273" y="0"/>
                  </a:lnTo>
                  <a:lnTo>
                    <a:pt x="30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8" name="Freeform 44"/>
            <p:cNvSpPr>
              <a:spLocks/>
            </p:cNvSpPr>
            <p:nvPr/>
          </p:nvSpPr>
          <p:spPr bwMode="auto">
            <a:xfrm>
              <a:off x="4765675" y="2562225"/>
              <a:ext cx="444500" cy="627063"/>
            </a:xfrm>
            <a:custGeom>
              <a:avLst/>
              <a:gdLst>
                <a:gd name="T0" fmla="*/ 2147483646 w 280"/>
                <a:gd name="T1" fmla="*/ 2147483646 h 395"/>
                <a:gd name="T2" fmla="*/ 0 w 280"/>
                <a:gd name="T3" fmla="*/ 2147483646 h 395"/>
                <a:gd name="T4" fmla="*/ 2147483646 w 280"/>
                <a:gd name="T5" fmla="*/ 0 h 395"/>
                <a:gd name="T6" fmla="*/ 2147483646 w 280"/>
                <a:gd name="T7" fmla="*/ 2147483646 h 395"/>
                <a:gd name="T8" fmla="*/ 2147483646 w 280"/>
                <a:gd name="T9" fmla="*/ 2147483646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0" h="395">
                  <a:moveTo>
                    <a:pt x="242" y="395"/>
                  </a:moveTo>
                  <a:lnTo>
                    <a:pt x="0" y="24"/>
                  </a:lnTo>
                  <a:lnTo>
                    <a:pt x="38" y="0"/>
                  </a:lnTo>
                  <a:lnTo>
                    <a:pt x="280" y="371"/>
                  </a:lnTo>
                  <a:lnTo>
                    <a:pt x="242" y="3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9" name="Freeform 45"/>
            <p:cNvSpPr>
              <a:spLocks/>
            </p:cNvSpPr>
            <p:nvPr/>
          </p:nvSpPr>
          <p:spPr bwMode="auto">
            <a:xfrm>
              <a:off x="4297363" y="2646363"/>
              <a:ext cx="504825" cy="579438"/>
            </a:xfrm>
            <a:custGeom>
              <a:avLst/>
              <a:gdLst>
                <a:gd name="T0" fmla="*/ 0 w 318"/>
                <a:gd name="T1" fmla="*/ 2147483646 h 365"/>
                <a:gd name="T2" fmla="*/ 2147483646 w 318"/>
                <a:gd name="T3" fmla="*/ 0 h 365"/>
                <a:gd name="T4" fmla="*/ 2147483646 w 318"/>
                <a:gd name="T5" fmla="*/ 2147483646 h 365"/>
                <a:gd name="T6" fmla="*/ 2147483646 w 318"/>
                <a:gd name="T7" fmla="*/ 2147483646 h 365"/>
                <a:gd name="T8" fmla="*/ 0 w 318"/>
                <a:gd name="T9" fmla="*/ 2147483646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8" h="365">
                  <a:moveTo>
                    <a:pt x="0" y="337"/>
                  </a:moveTo>
                  <a:lnTo>
                    <a:pt x="285" y="0"/>
                  </a:lnTo>
                  <a:lnTo>
                    <a:pt x="318" y="28"/>
                  </a:lnTo>
                  <a:lnTo>
                    <a:pt x="33" y="365"/>
                  </a:lnTo>
                  <a:lnTo>
                    <a:pt x="0" y="3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Oval 46"/>
            <p:cNvSpPr>
              <a:spLocks noChangeArrowheads="1"/>
            </p:cNvSpPr>
            <p:nvPr/>
          </p:nvSpPr>
          <p:spPr bwMode="auto">
            <a:xfrm>
              <a:off x="4264025" y="2917825"/>
              <a:ext cx="346075" cy="3460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1" name="Oval 47"/>
            <p:cNvSpPr>
              <a:spLocks noChangeArrowheads="1"/>
            </p:cNvSpPr>
            <p:nvPr/>
          </p:nvSpPr>
          <p:spPr bwMode="auto">
            <a:xfrm>
              <a:off x="4357688" y="2995613"/>
              <a:ext cx="153988" cy="155575"/>
            </a:xfrm>
            <a:prstGeom prst="ellipse">
              <a:avLst/>
            </a:prstGeom>
            <a:solidFill>
              <a:srgbClr val="235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2" name="Oval 48"/>
            <p:cNvSpPr>
              <a:spLocks noChangeArrowheads="1"/>
            </p:cNvSpPr>
            <p:nvPr/>
          </p:nvSpPr>
          <p:spPr bwMode="auto">
            <a:xfrm>
              <a:off x="4640263" y="2449513"/>
              <a:ext cx="347663" cy="3476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3" name="Oval 49"/>
            <p:cNvSpPr>
              <a:spLocks noChangeArrowheads="1"/>
            </p:cNvSpPr>
            <p:nvPr/>
          </p:nvSpPr>
          <p:spPr bwMode="auto">
            <a:xfrm>
              <a:off x="5002213" y="2947988"/>
              <a:ext cx="347663" cy="3460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4" name="Oval 50"/>
            <p:cNvSpPr>
              <a:spLocks noChangeArrowheads="1"/>
            </p:cNvSpPr>
            <p:nvPr/>
          </p:nvSpPr>
          <p:spPr bwMode="auto">
            <a:xfrm>
              <a:off x="5387975" y="2397125"/>
              <a:ext cx="347663" cy="3460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5" name="Oval 51"/>
            <p:cNvSpPr>
              <a:spLocks noChangeArrowheads="1"/>
            </p:cNvSpPr>
            <p:nvPr/>
          </p:nvSpPr>
          <p:spPr bwMode="auto">
            <a:xfrm>
              <a:off x="4735513" y="2547938"/>
              <a:ext cx="158750" cy="153988"/>
            </a:xfrm>
            <a:prstGeom prst="ellipse">
              <a:avLst/>
            </a:prstGeom>
            <a:solidFill>
              <a:srgbClr val="235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6" name="Oval 52"/>
            <p:cNvSpPr>
              <a:spLocks noChangeArrowheads="1"/>
            </p:cNvSpPr>
            <p:nvPr/>
          </p:nvSpPr>
          <p:spPr bwMode="auto">
            <a:xfrm>
              <a:off x="5097463" y="3041650"/>
              <a:ext cx="158750" cy="153988"/>
            </a:xfrm>
            <a:prstGeom prst="ellipse">
              <a:avLst/>
            </a:prstGeom>
            <a:solidFill>
              <a:srgbClr val="235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27" name="Oval 53"/>
            <p:cNvSpPr>
              <a:spLocks noChangeArrowheads="1"/>
            </p:cNvSpPr>
            <p:nvPr/>
          </p:nvSpPr>
          <p:spPr bwMode="auto">
            <a:xfrm>
              <a:off x="5481638" y="2490788"/>
              <a:ext cx="158750" cy="158750"/>
            </a:xfrm>
            <a:prstGeom prst="ellipse">
              <a:avLst/>
            </a:prstGeom>
            <a:solidFill>
              <a:srgbClr val="235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2773" name="组合 6"/>
          <p:cNvGrpSpPr>
            <a:grpSpLocks/>
          </p:cNvGrpSpPr>
          <p:nvPr/>
        </p:nvGrpSpPr>
        <p:grpSpPr bwMode="auto">
          <a:xfrm>
            <a:off x="9610648" y="988195"/>
            <a:ext cx="1506538" cy="1508125"/>
            <a:chOff x="9339263" y="1700213"/>
            <a:chExt cx="2005012" cy="2006600"/>
          </a:xfrm>
        </p:grpSpPr>
        <p:sp>
          <p:nvSpPr>
            <p:cNvPr id="32805" name="Oval 57"/>
            <p:cNvSpPr>
              <a:spLocks noChangeArrowheads="1"/>
            </p:cNvSpPr>
            <p:nvPr/>
          </p:nvSpPr>
          <p:spPr bwMode="auto">
            <a:xfrm>
              <a:off x="9339263" y="1700213"/>
              <a:ext cx="2005012" cy="2006600"/>
            </a:xfrm>
            <a:prstGeom prst="ellipse">
              <a:avLst/>
            </a:prstGeom>
            <a:solidFill>
              <a:srgbClr val="2A3D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6" name="Freeform 58"/>
            <p:cNvSpPr>
              <a:spLocks/>
            </p:cNvSpPr>
            <p:nvPr/>
          </p:nvSpPr>
          <p:spPr bwMode="auto">
            <a:xfrm>
              <a:off x="9767888" y="2193926"/>
              <a:ext cx="265112" cy="271463"/>
            </a:xfrm>
            <a:custGeom>
              <a:avLst/>
              <a:gdLst>
                <a:gd name="T0" fmla="*/ 2147483646 w 167"/>
                <a:gd name="T1" fmla="*/ 2147483646 h 171"/>
                <a:gd name="T2" fmla="*/ 2147483646 w 167"/>
                <a:gd name="T3" fmla="*/ 2147483646 h 171"/>
                <a:gd name="T4" fmla="*/ 2147483646 w 167"/>
                <a:gd name="T5" fmla="*/ 2147483646 h 171"/>
                <a:gd name="T6" fmla="*/ 2147483646 w 167"/>
                <a:gd name="T7" fmla="*/ 2147483646 h 171"/>
                <a:gd name="T8" fmla="*/ 0 w 167"/>
                <a:gd name="T9" fmla="*/ 2147483646 h 171"/>
                <a:gd name="T10" fmla="*/ 2147483646 w 167"/>
                <a:gd name="T11" fmla="*/ 2147483646 h 171"/>
                <a:gd name="T12" fmla="*/ 2147483646 w 167"/>
                <a:gd name="T13" fmla="*/ 0 h 171"/>
                <a:gd name="T14" fmla="*/ 2147483646 w 167"/>
                <a:gd name="T15" fmla="*/ 2147483646 h 171"/>
                <a:gd name="T16" fmla="*/ 2147483646 w 167"/>
                <a:gd name="T17" fmla="*/ 2147483646 h 171"/>
                <a:gd name="T18" fmla="*/ 2147483646 w 167"/>
                <a:gd name="T19" fmla="*/ 2147483646 h 171"/>
                <a:gd name="T20" fmla="*/ 2147483646 w 167"/>
                <a:gd name="T21" fmla="*/ 2147483646 h 1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7" h="171">
                  <a:moveTo>
                    <a:pt x="167" y="131"/>
                  </a:moveTo>
                  <a:lnTo>
                    <a:pt x="107" y="124"/>
                  </a:lnTo>
                  <a:lnTo>
                    <a:pt x="69" y="171"/>
                  </a:lnTo>
                  <a:lnTo>
                    <a:pt x="57" y="112"/>
                  </a:lnTo>
                  <a:lnTo>
                    <a:pt x="0" y="91"/>
                  </a:lnTo>
                  <a:lnTo>
                    <a:pt x="53" y="60"/>
                  </a:lnTo>
                  <a:lnTo>
                    <a:pt x="57" y="0"/>
                  </a:lnTo>
                  <a:lnTo>
                    <a:pt x="102" y="41"/>
                  </a:lnTo>
                  <a:lnTo>
                    <a:pt x="159" y="26"/>
                  </a:lnTo>
                  <a:lnTo>
                    <a:pt x="136" y="81"/>
                  </a:lnTo>
                  <a:lnTo>
                    <a:pt x="167" y="13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Freeform 59"/>
            <p:cNvSpPr>
              <a:spLocks/>
            </p:cNvSpPr>
            <p:nvPr/>
          </p:nvSpPr>
          <p:spPr bwMode="auto">
            <a:xfrm>
              <a:off x="10688638" y="2379663"/>
              <a:ext cx="153987" cy="161925"/>
            </a:xfrm>
            <a:custGeom>
              <a:avLst/>
              <a:gdLst>
                <a:gd name="T0" fmla="*/ 2147483646 w 97"/>
                <a:gd name="T1" fmla="*/ 2147483646 h 102"/>
                <a:gd name="T2" fmla="*/ 2147483646 w 97"/>
                <a:gd name="T3" fmla="*/ 2147483646 h 102"/>
                <a:gd name="T4" fmla="*/ 2147483646 w 97"/>
                <a:gd name="T5" fmla="*/ 2147483646 h 102"/>
                <a:gd name="T6" fmla="*/ 2147483646 w 97"/>
                <a:gd name="T7" fmla="*/ 2147483646 h 102"/>
                <a:gd name="T8" fmla="*/ 0 w 97"/>
                <a:gd name="T9" fmla="*/ 2147483646 h 102"/>
                <a:gd name="T10" fmla="*/ 2147483646 w 97"/>
                <a:gd name="T11" fmla="*/ 2147483646 h 102"/>
                <a:gd name="T12" fmla="*/ 2147483646 w 97"/>
                <a:gd name="T13" fmla="*/ 0 h 102"/>
                <a:gd name="T14" fmla="*/ 2147483646 w 97"/>
                <a:gd name="T15" fmla="*/ 2147483646 h 102"/>
                <a:gd name="T16" fmla="*/ 2147483646 w 97"/>
                <a:gd name="T17" fmla="*/ 2147483646 h 102"/>
                <a:gd name="T18" fmla="*/ 2147483646 w 97"/>
                <a:gd name="T19" fmla="*/ 2147483646 h 102"/>
                <a:gd name="T20" fmla="*/ 2147483646 w 97"/>
                <a:gd name="T21" fmla="*/ 2147483646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7" h="102">
                  <a:moveTo>
                    <a:pt x="97" y="78"/>
                  </a:moveTo>
                  <a:lnTo>
                    <a:pt x="62" y="76"/>
                  </a:lnTo>
                  <a:lnTo>
                    <a:pt x="40" y="102"/>
                  </a:lnTo>
                  <a:lnTo>
                    <a:pt x="33" y="69"/>
                  </a:lnTo>
                  <a:lnTo>
                    <a:pt x="0" y="54"/>
                  </a:lnTo>
                  <a:lnTo>
                    <a:pt x="31" y="35"/>
                  </a:lnTo>
                  <a:lnTo>
                    <a:pt x="33" y="0"/>
                  </a:lnTo>
                  <a:lnTo>
                    <a:pt x="59" y="23"/>
                  </a:lnTo>
                  <a:lnTo>
                    <a:pt x="92" y="16"/>
                  </a:lnTo>
                  <a:lnTo>
                    <a:pt x="78" y="50"/>
                  </a:lnTo>
                  <a:lnTo>
                    <a:pt x="97" y="7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Freeform 60"/>
            <p:cNvSpPr>
              <a:spLocks/>
            </p:cNvSpPr>
            <p:nvPr/>
          </p:nvSpPr>
          <p:spPr bwMode="auto">
            <a:xfrm>
              <a:off x="10548938" y="2262188"/>
              <a:ext cx="87312" cy="90488"/>
            </a:xfrm>
            <a:custGeom>
              <a:avLst/>
              <a:gdLst>
                <a:gd name="T0" fmla="*/ 2147483646 w 55"/>
                <a:gd name="T1" fmla="*/ 2147483646 h 57"/>
                <a:gd name="T2" fmla="*/ 2147483646 w 55"/>
                <a:gd name="T3" fmla="*/ 2147483646 h 57"/>
                <a:gd name="T4" fmla="*/ 2147483646 w 55"/>
                <a:gd name="T5" fmla="*/ 2147483646 h 57"/>
                <a:gd name="T6" fmla="*/ 2147483646 w 55"/>
                <a:gd name="T7" fmla="*/ 2147483646 h 57"/>
                <a:gd name="T8" fmla="*/ 0 w 55"/>
                <a:gd name="T9" fmla="*/ 2147483646 h 57"/>
                <a:gd name="T10" fmla="*/ 2147483646 w 55"/>
                <a:gd name="T11" fmla="*/ 2147483646 h 57"/>
                <a:gd name="T12" fmla="*/ 2147483646 w 55"/>
                <a:gd name="T13" fmla="*/ 0 h 57"/>
                <a:gd name="T14" fmla="*/ 2147483646 w 55"/>
                <a:gd name="T15" fmla="*/ 2147483646 h 57"/>
                <a:gd name="T16" fmla="*/ 2147483646 w 55"/>
                <a:gd name="T17" fmla="*/ 2147483646 h 57"/>
                <a:gd name="T18" fmla="*/ 2147483646 w 55"/>
                <a:gd name="T19" fmla="*/ 2147483646 h 57"/>
                <a:gd name="T20" fmla="*/ 2147483646 w 55"/>
                <a:gd name="T21" fmla="*/ 2147483646 h 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57">
                  <a:moveTo>
                    <a:pt x="55" y="45"/>
                  </a:moveTo>
                  <a:lnTo>
                    <a:pt x="36" y="43"/>
                  </a:lnTo>
                  <a:lnTo>
                    <a:pt x="24" y="57"/>
                  </a:lnTo>
                  <a:lnTo>
                    <a:pt x="19" y="38"/>
                  </a:lnTo>
                  <a:lnTo>
                    <a:pt x="0" y="31"/>
                  </a:lnTo>
                  <a:lnTo>
                    <a:pt x="17" y="21"/>
                  </a:lnTo>
                  <a:lnTo>
                    <a:pt x="19" y="0"/>
                  </a:lnTo>
                  <a:lnTo>
                    <a:pt x="33" y="14"/>
                  </a:lnTo>
                  <a:lnTo>
                    <a:pt x="52" y="10"/>
                  </a:lnTo>
                  <a:lnTo>
                    <a:pt x="45" y="29"/>
                  </a:lnTo>
                  <a:lnTo>
                    <a:pt x="55" y="45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Freeform 61"/>
            <p:cNvSpPr>
              <a:spLocks/>
            </p:cNvSpPr>
            <p:nvPr/>
          </p:nvSpPr>
          <p:spPr bwMode="auto">
            <a:xfrm>
              <a:off x="10050463" y="2114551"/>
              <a:ext cx="155575" cy="158750"/>
            </a:xfrm>
            <a:custGeom>
              <a:avLst/>
              <a:gdLst>
                <a:gd name="T0" fmla="*/ 2147483646 w 98"/>
                <a:gd name="T1" fmla="*/ 2147483646 h 100"/>
                <a:gd name="T2" fmla="*/ 2147483646 w 98"/>
                <a:gd name="T3" fmla="*/ 2147483646 h 100"/>
                <a:gd name="T4" fmla="*/ 2147483646 w 98"/>
                <a:gd name="T5" fmla="*/ 2147483646 h 100"/>
                <a:gd name="T6" fmla="*/ 2147483646 w 98"/>
                <a:gd name="T7" fmla="*/ 2147483646 h 100"/>
                <a:gd name="T8" fmla="*/ 0 w 98"/>
                <a:gd name="T9" fmla="*/ 2147483646 h 100"/>
                <a:gd name="T10" fmla="*/ 2147483646 w 98"/>
                <a:gd name="T11" fmla="*/ 2147483646 h 100"/>
                <a:gd name="T12" fmla="*/ 2147483646 w 98"/>
                <a:gd name="T13" fmla="*/ 0 h 100"/>
                <a:gd name="T14" fmla="*/ 2147483646 w 98"/>
                <a:gd name="T15" fmla="*/ 2147483646 h 100"/>
                <a:gd name="T16" fmla="*/ 2147483646 w 98"/>
                <a:gd name="T17" fmla="*/ 2147483646 h 100"/>
                <a:gd name="T18" fmla="*/ 2147483646 w 98"/>
                <a:gd name="T19" fmla="*/ 2147483646 h 100"/>
                <a:gd name="T20" fmla="*/ 2147483646 w 98"/>
                <a:gd name="T21" fmla="*/ 2147483646 h 1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8" h="100">
                  <a:moveTo>
                    <a:pt x="98" y="79"/>
                  </a:moveTo>
                  <a:lnTo>
                    <a:pt x="62" y="74"/>
                  </a:lnTo>
                  <a:lnTo>
                    <a:pt x="41" y="100"/>
                  </a:lnTo>
                  <a:lnTo>
                    <a:pt x="34" y="67"/>
                  </a:lnTo>
                  <a:lnTo>
                    <a:pt x="0" y="53"/>
                  </a:lnTo>
                  <a:lnTo>
                    <a:pt x="31" y="36"/>
                  </a:lnTo>
                  <a:lnTo>
                    <a:pt x="34" y="0"/>
                  </a:lnTo>
                  <a:lnTo>
                    <a:pt x="60" y="24"/>
                  </a:lnTo>
                  <a:lnTo>
                    <a:pt x="93" y="15"/>
                  </a:lnTo>
                  <a:lnTo>
                    <a:pt x="79" y="48"/>
                  </a:lnTo>
                  <a:lnTo>
                    <a:pt x="98" y="79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Freeform 62"/>
            <p:cNvSpPr>
              <a:spLocks/>
            </p:cNvSpPr>
            <p:nvPr/>
          </p:nvSpPr>
          <p:spPr bwMode="auto">
            <a:xfrm>
              <a:off x="10137775" y="2368551"/>
              <a:ext cx="419100" cy="165100"/>
            </a:xfrm>
            <a:custGeom>
              <a:avLst/>
              <a:gdLst>
                <a:gd name="T0" fmla="*/ 2147483646 w 264"/>
                <a:gd name="T1" fmla="*/ 0 h 104"/>
                <a:gd name="T2" fmla="*/ 2147483646 w 264"/>
                <a:gd name="T3" fmla="*/ 0 h 104"/>
                <a:gd name="T4" fmla="*/ 2147483646 w 264"/>
                <a:gd name="T5" fmla="*/ 2147483646 h 104"/>
                <a:gd name="T6" fmla="*/ 0 w 264"/>
                <a:gd name="T7" fmla="*/ 2147483646 h 104"/>
                <a:gd name="T8" fmla="*/ 2147483646 w 264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4" h="104">
                  <a:moveTo>
                    <a:pt x="33" y="0"/>
                  </a:moveTo>
                  <a:lnTo>
                    <a:pt x="228" y="0"/>
                  </a:lnTo>
                  <a:lnTo>
                    <a:pt x="264" y="104"/>
                  </a:lnTo>
                  <a:lnTo>
                    <a:pt x="0" y="10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Freeform 63"/>
            <p:cNvSpPr>
              <a:spLocks/>
            </p:cNvSpPr>
            <p:nvPr/>
          </p:nvSpPr>
          <p:spPr bwMode="auto">
            <a:xfrm>
              <a:off x="9855200" y="2579688"/>
              <a:ext cx="474662" cy="165100"/>
            </a:xfrm>
            <a:custGeom>
              <a:avLst/>
              <a:gdLst>
                <a:gd name="T0" fmla="*/ 2147483646 w 299"/>
                <a:gd name="T1" fmla="*/ 0 h 104"/>
                <a:gd name="T2" fmla="*/ 2147483646 w 299"/>
                <a:gd name="T3" fmla="*/ 0 h 104"/>
                <a:gd name="T4" fmla="*/ 2147483646 w 299"/>
                <a:gd name="T5" fmla="*/ 2147483646 h 104"/>
                <a:gd name="T6" fmla="*/ 0 w 299"/>
                <a:gd name="T7" fmla="*/ 2147483646 h 104"/>
                <a:gd name="T8" fmla="*/ 2147483646 w 299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" h="104">
                  <a:moveTo>
                    <a:pt x="36" y="0"/>
                  </a:moveTo>
                  <a:lnTo>
                    <a:pt x="259" y="0"/>
                  </a:lnTo>
                  <a:lnTo>
                    <a:pt x="299" y="104"/>
                  </a:lnTo>
                  <a:lnTo>
                    <a:pt x="0" y="10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Freeform 64"/>
            <p:cNvSpPr>
              <a:spLocks/>
            </p:cNvSpPr>
            <p:nvPr/>
          </p:nvSpPr>
          <p:spPr bwMode="auto">
            <a:xfrm>
              <a:off x="10356850" y="2579688"/>
              <a:ext cx="477837" cy="165100"/>
            </a:xfrm>
            <a:custGeom>
              <a:avLst/>
              <a:gdLst>
                <a:gd name="T0" fmla="*/ 2147483646 w 301"/>
                <a:gd name="T1" fmla="*/ 0 h 104"/>
                <a:gd name="T2" fmla="*/ 2147483646 w 301"/>
                <a:gd name="T3" fmla="*/ 0 h 104"/>
                <a:gd name="T4" fmla="*/ 2147483646 w 301"/>
                <a:gd name="T5" fmla="*/ 2147483646 h 104"/>
                <a:gd name="T6" fmla="*/ 0 w 301"/>
                <a:gd name="T7" fmla="*/ 2147483646 h 104"/>
                <a:gd name="T8" fmla="*/ 2147483646 w 301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1" h="104">
                  <a:moveTo>
                    <a:pt x="38" y="0"/>
                  </a:moveTo>
                  <a:lnTo>
                    <a:pt x="261" y="0"/>
                  </a:lnTo>
                  <a:lnTo>
                    <a:pt x="301" y="104"/>
                  </a:lnTo>
                  <a:lnTo>
                    <a:pt x="0" y="10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Freeform 65"/>
            <p:cNvSpPr>
              <a:spLocks/>
            </p:cNvSpPr>
            <p:nvPr/>
          </p:nvSpPr>
          <p:spPr bwMode="auto">
            <a:xfrm>
              <a:off x="9605963" y="2801938"/>
              <a:ext cx="479425" cy="166688"/>
            </a:xfrm>
            <a:custGeom>
              <a:avLst/>
              <a:gdLst>
                <a:gd name="T0" fmla="*/ 2147483646 w 302"/>
                <a:gd name="T1" fmla="*/ 0 h 105"/>
                <a:gd name="T2" fmla="*/ 2147483646 w 302"/>
                <a:gd name="T3" fmla="*/ 0 h 105"/>
                <a:gd name="T4" fmla="*/ 2147483646 w 302"/>
                <a:gd name="T5" fmla="*/ 2147483646 h 105"/>
                <a:gd name="T6" fmla="*/ 0 w 302"/>
                <a:gd name="T7" fmla="*/ 2147483646 h 105"/>
                <a:gd name="T8" fmla="*/ 2147483646 w 302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2" h="105">
                  <a:moveTo>
                    <a:pt x="38" y="0"/>
                  </a:moveTo>
                  <a:lnTo>
                    <a:pt x="261" y="0"/>
                  </a:lnTo>
                  <a:lnTo>
                    <a:pt x="302" y="105"/>
                  </a:lnTo>
                  <a:lnTo>
                    <a:pt x="0" y="10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Freeform 66"/>
            <p:cNvSpPr>
              <a:spLocks/>
            </p:cNvSpPr>
            <p:nvPr/>
          </p:nvSpPr>
          <p:spPr bwMode="auto">
            <a:xfrm>
              <a:off x="10104438" y="2801938"/>
              <a:ext cx="477837" cy="166688"/>
            </a:xfrm>
            <a:custGeom>
              <a:avLst/>
              <a:gdLst>
                <a:gd name="T0" fmla="*/ 2147483646 w 301"/>
                <a:gd name="T1" fmla="*/ 0 h 105"/>
                <a:gd name="T2" fmla="*/ 2147483646 w 301"/>
                <a:gd name="T3" fmla="*/ 0 h 105"/>
                <a:gd name="T4" fmla="*/ 2147483646 w 301"/>
                <a:gd name="T5" fmla="*/ 2147483646 h 105"/>
                <a:gd name="T6" fmla="*/ 0 w 301"/>
                <a:gd name="T7" fmla="*/ 2147483646 h 105"/>
                <a:gd name="T8" fmla="*/ 2147483646 w 301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1" h="105">
                  <a:moveTo>
                    <a:pt x="38" y="0"/>
                  </a:moveTo>
                  <a:lnTo>
                    <a:pt x="261" y="0"/>
                  </a:lnTo>
                  <a:lnTo>
                    <a:pt x="301" y="105"/>
                  </a:lnTo>
                  <a:lnTo>
                    <a:pt x="0" y="10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Freeform 67"/>
            <p:cNvSpPr>
              <a:spLocks/>
            </p:cNvSpPr>
            <p:nvPr/>
          </p:nvSpPr>
          <p:spPr bwMode="auto">
            <a:xfrm>
              <a:off x="10601325" y="2801938"/>
              <a:ext cx="479425" cy="166688"/>
            </a:xfrm>
            <a:custGeom>
              <a:avLst/>
              <a:gdLst>
                <a:gd name="T0" fmla="*/ 2147483646 w 302"/>
                <a:gd name="T1" fmla="*/ 0 h 105"/>
                <a:gd name="T2" fmla="*/ 2147483646 w 302"/>
                <a:gd name="T3" fmla="*/ 0 h 105"/>
                <a:gd name="T4" fmla="*/ 2147483646 w 302"/>
                <a:gd name="T5" fmla="*/ 2147483646 h 105"/>
                <a:gd name="T6" fmla="*/ 0 w 302"/>
                <a:gd name="T7" fmla="*/ 2147483646 h 105"/>
                <a:gd name="T8" fmla="*/ 2147483646 w 302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2" h="105">
                  <a:moveTo>
                    <a:pt x="38" y="0"/>
                  </a:moveTo>
                  <a:lnTo>
                    <a:pt x="261" y="0"/>
                  </a:lnTo>
                  <a:lnTo>
                    <a:pt x="302" y="105"/>
                  </a:lnTo>
                  <a:lnTo>
                    <a:pt x="0" y="10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774" name="组合 5"/>
          <p:cNvGrpSpPr>
            <a:grpSpLocks/>
          </p:cNvGrpSpPr>
          <p:nvPr/>
        </p:nvGrpSpPr>
        <p:grpSpPr bwMode="auto">
          <a:xfrm>
            <a:off x="6767436" y="983432"/>
            <a:ext cx="1498600" cy="1498600"/>
            <a:chOff x="6816725" y="1885156"/>
            <a:chExt cx="1990725" cy="1992313"/>
          </a:xfrm>
        </p:grpSpPr>
        <p:sp>
          <p:nvSpPr>
            <p:cNvPr id="32799" name="Oval 103"/>
            <p:cNvSpPr>
              <a:spLocks noChangeArrowheads="1"/>
            </p:cNvSpPr>
            <p:nvPr/>
          </p:nvSpPr>
          <p:spPr bwMode="auto">
            <a:xfrm>
              <a:off x="6816725" y="1885156"/>
              <a:ext cx="1990725" cy="1992313"/>
            </a:xfrm>
            <a:prstGeom prst="ellipse">
              <a:avLst/>
            </a:prstGeom>
            <a:solidFill>
              <a:srgbClr val="3852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0" name="Rectangle 104"/>
            <p:cNvSpPr>
              <a:spLocks noChangeArrowheads="1"/>
            </p:cNvSpPr>
            <p:nvPr/>
          </p:nvSpPr>
          <p:spPr bwMode="auto">
            <a:xfrm>
              <a:off x="7383463" y="3145631"/>
              <a:ext cx="839788" cy="106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1" name="Rectangle 105"/>
            <p:cNvSpPr>
              <a:spLocks noChangeArrowheads="1"/>
            </p:cNvSpPr>
            <p:nvPr/>
          </p:nvSpPr>
          <p:spPr bwMode="auto">
            <a:xfrm>
              <a:off x="7458075" y="2799556"/>
              <a:ext cx="106363" cy="301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2" name="Rectangle 106"/>
            <p:cNvSpPr>
              <a:spLocks noChangeArrowheads="1"/>
            </p:cNvSpPr>
            <p:nvPr/>
          </p:nvSpPr>
          <p:spPr bwMode="auto">
            <a:xfrm>
              <a:off x="7654925" y="2742406"/>
              <a:ext cx="104775" cy="3587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3" name="Rectangle 107"/>
            <p:cNvSpPr>
              <a:spLocks noChangeArrowheads="1"/>
            </p:cNvSpPr>
            <p:nvPr/>
          </p:nvSpPr>
          <p:spPr bwMode="auto">
            <a:xfrm>
              <a:off x="7835900" y="2655094"/>
              <a:ext cx="104775" cy="446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4" name="Rectangle 108"/>
            <p:cNvSpPr>
              <a:spLocks noChangeArrowheads="1"/>
            </p:cNvSpPr>
            <p:nvPr/>
          </p:nvSpPr>
          <p:spPr bwMode="auto">
            <a:xfrm>
              <a:off x="8027988" y="2561431"/>
              <a:ext cx="104775" cy="5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2775" name="矩形 117"/>
          <p:cNvSpPr>
            <a:spLocks noChangeArrowheads="1"/>
          </p:cNvSpPr>
          <p:nvPr/>
        </p:nvSpPr>
        <p:spPr bwMode="auto">
          <a:xfrm>
            <a:off x="1090536" y="2502670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71" name="矩形 124"/>
          <p:cNvSpPr>
            <a:spLocks noChangeArrowheads="1"/>
          </p:cNvSpPr>
          <p:nvPr/>
        </p:nvSpPr>
        <p:spPr bwMode="auto">
          <a:xfrm>
            <a:off x="641273" y="2983682"/>
            <a:ext cx="23415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125"/>
          <p:cNvSpPr>
            <a:spLocks noChangeArrowheads="1"/>
          </p:cNvSpPr>
          <p:nvPr/>
        </p:nvSpPr>
        <p:spPr bwMode="auto">
          <a:xfrm>
            <a:off x="3467023" y="2996382"/>
            <a:ext cx="24177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126"/>
          <p:cNvSpPr>
            <a:spLocks noChangeArrowheads="1"/>
          </p:cNvSpPr>
          <p:nvPr/>
        </p:nvSpPr>
        <p:spPr bwMode="auto">
          <a:xfrm>
            <a:off x="6349923" y="2996382"/>
            <a:ext cx="238283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127"/>
          <p:cNvSpPr>
            <a:spLocks noChangeArrowheads="1"/>
          </p:cNvSpPr>
          <p:nvPr/>
        </p:nvSpPr>
        <p:spPr bwMode="auto">
          <a:xfrm>
            <a:off x="9169323" y="2996382"/>
            <a:ext cx="23907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0" name="矩形 128"/>
          <p:cNvSpPr>
            <a:spLocks noChangeArrowheads="1"/>
          </p:cNvSpPr>
          <p:nvPr/>
        </p:nvSpPr>
        <p:spPr bwMode="auto">
          <a:xfrm>
            <a:off x="3990898" y="2502670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32781" name="矩形 129"/>
          <p:cNvSpPr>
            <a:spLocks noChangeArrowheads="1"/>
          </p:cNvSpPr>
          <p:nvPr/>
        </p:nvSpPr>
        <p:spPr bwMode="auto">
          <a:xfrm>
            <a:off x="6824586" y="2502670"/>
            <a:ext cx="1414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32782" name="矩形 130"/>
          <p:cNvSpPr>
            <a:spLocks noChangeArrowheads="1"/>
          </p:cNvSpPr>
          <p:nvPr/>
        </p:nvSpPr>
        <p:spPr bwMode="auto">
          <a:xfrm>
            <a:off x="9724948" y="2502670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32783" name="矩形 132"/>
          <p:cNvSpPr>
            <a:spLocks noChangeArrowheads="1"/>
          </p:cNvSpPr>
          <p:nvPr/>
        </p:nvSpPr>
        <p:spPr bwMode="auto">
          <a:xfrm>
            <a:off x="1438198" y="4574254"/>
            <a:ext cx="2646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点击此处添加标题</a:t>
            </a:r>
          </a:p>
        </p:txBody>
      </p:sp>
      <p:cxnSp>
        <p:nvCxnSpPr>
          <p:cNvPr id="80" name="直接连接符 79"/>
          <p:cNvCxnSpPr/>
          <p:nvPr/>
        </p:nvCxnSpPr>
        <p:spPr>
          <a:xfrm>
            <a:off x="1498523" y="5052092"/>
            <a:ext cx="25257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85" name="文本框 80"/>
          <p:cNvSpPr txBox="1">
            <a:spLocks noChangeArrowheads="1"/>
          </p:cNvSpPr>
          <p:nvPr/>
        </p:nvSpPr>
        <p:spPr bwMode="auto">
          <a:xfrm>
            <a:off x="1390573" y="5206079"/>
            <a:ext cx="94869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毕业论文答辩的目的，就是检查毕业生是否是认真独立完成的毕业论文，考察毕业生综合分析能力，理论联系实际能力，专业方面的潜在能力。答辩老师结合毕业生现场答辩情况评定答辩成绩。 </a:t>
            </a:r>
          </a:p>
        </p:txBody>
      </p:sp>
      <p:sp>
        <p:nvSpPr>
          <p:cNvPr id="67" name="矩形 4"/>
          <p:cNvSpPr>
            <a:spLocks noChangeArrowheads="1"/>
          </p:cNvSpPr>
          <p:nvPr/>
        </p:nvSpPr>
        <p:spPr bwMode="auto">
          <a:xfrm>
            <a:off x="5976433" y="6464846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D2915A7-5646-4ED0-A7A2-CDAAC71530CE}" type="slidenum">
              <a:rPr lang="zh-CN" altLang="en-US" sz="160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eaLnBrk="1" hangingPunct="1"/>
              <a:t>18</a:t>
            </a:fld>
            <a:endParaRPr lang="zh-CN" altLang="en-US" sz="1600" dirty="0">
              <a:solidFill>
                <a:srgbClr val="1F4E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204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0"/>
          <p:cNvSpPr>
            <a:spLocks/>
          </p:cNvSpPr>
          <p:nvPr/>
        </p:nvSpPr>
        <p:spPr bwMode="auto">
          <a:xfrm>
            <a:off x="63499" y="84140"/>
            <a:ext cx="11972925" cy="6659562"/>
          </a:xfrm>
          <a:custGeom>
            <a:avLst/>
            <a:gdLst>
              <a:gd name="T0" fmla="*/ 48 w 7542"/>
              <a:gd name="T1" fmla="*/ 2345 h 4195"/>
              <a:gd name="T2" fmla="*/ 48 w 7542"/>
              <a:gd name="T3" fmla="*/ 3693 h 4195"/>
              <a:gd name="T4" fmla="*/ 239 w 7542"/>
              <a:gd name="T5" fmla="*/ 3884 h 4195"/>
              <a:gd name="T6" fmla="*/ 239 w 7542"/>
              <a:gd name="T7" fmla="*/ 4012 h 4195"/>
              <a:gd name="T8" fmla="*/ 374 w 7542"/>
              <a:gd name="T9" fmla="*/ 4012 h 4195"/>
              <a:gd name="T10" fmla="*/ 461 w 7542"/>
              <a:gd name="T11" fmla="*/ 4108 h 4195"/>
              <a:gd name="T12" fmla="*/ 3692 w 7542"/>
              <a:gd name="T13" fmla="*/ 4108 h 4195"/>
              <a:gd name="T14" fmla="*/ 3811 w 7542"/>
              <a:gd name="T15" fmla="*/ 4195 h 4195"/>
              <a:gd name="T16" fmla="*/ 3938 w 7542"/>
              <a:gd name="T17" fmla="*/ 4108 h 4195"/>
              <a:gd name="T18" fmla="*/ 7081 w 7542"/>
              <a:gd name="T19" fmla="*/ 4108 h 4195"/>
              <a:gd name="T20" fmla="*/ 7168 w 7542"/>
              <a:gd name="T21" fmla="*/ 4012 h 4195"/>
              <a:gd name="T22" fmla="*/ 7304 w 7542"/>
              <a:gd name="T23" fmla="*/ 4012 h 4195"/>
              <a:gd name="T24" fmla="*/ 7304 w 7542"/>
              <a:gd name="T25" fmla="*/ 3884 h 4195"/>
              <a:gd name="T26" fmla="*/ 7495 w 7542"/>
              <a:gd name="T27" fmla="*/ 3693 h 4195"/>
              <a:gd name="T28" fmla="*/ 7495 w 7542"/>
              <a:gd name="T29" fmla="*/ 2345 h 4195"/>
              <a:gd name="T30" fmla="*/ 7542 w 7542"/>
              <a:gd name="T31" fmla="*/ 2273 h 4195"/>
              <a:gd name="T32" fmla="*/ 7495 w 7542"/>
              <a:gd name="T33" fmla="*/ 2209 h 4195"/>
              <a:gd name="T34" fmla="*/ 7495 w 7542"/>
              <a:gd name="T35" fmla="*/ 503 h 4195"/>
              <a:gd name="T36" fmla="*/ 7304 w 7542"/>
              <a:gd name="T37" fmla="*/ 311 h 4195"/>
              <a:gd name="T38" fmla="*/ 7304 w 7542"/>
              <a:gd name="T39" fmla="*/ 184 h 4195"/>
              <a:gd name="T40" fmla="*/ 7168 w 7542"/>
              <a:gd name="T41" fmla="*/ 184 h 4195"/>
              <a:gd name="T42" fmla="*/ 7081 w 7542"/>
              <a:gd name="T43" fmla="*/ 88 h 4195"/>
              <a:gd name="T44" fmla="*/ 3938 w 7542"/>
              <a:gd name="T45" fmla="*/ 88 h 4195"/>
              <a:gd name="T46" fmla="*/ 3811 w 7542"/>
              <a:gd name="T47" fmla="*/ 0 h 4195"/>
              <a:gd name="T48" fmla="*/ 3684 w 7542"/>
              <a:gd name="T49" fmla="*/ 88 h 4195"/>
              <a:gd name="T50" fmla="*/ 461 w 7542"/>
              <a:gd name="T51" fmla="*/ 88 h 4195"/>
              <a:gd name="T52" fmla="*/ 374 w 7542"/>
              <a:gd name="T53" fmla="*/ 184 h 4195"/>
              <a:gd name="T54" fmla="*/ 239 w 7542"/>
              <a:gd name="T55" fmla="*/ 184 h 4195"/>
              <a:gd name="T56" fmla="*/ 239 w 7542"/>
              <a:gd name="T57" fmla="*/ 311 h 4195"/>
              <a:gd name="T58" fmla="*/ 48 w 7542"/>
              <a:gd name="T59" fmla="*/ 503 h 4195"/>
              <a:gd name="T60" fmla="*/ 48 w 7542"/>
              <a:gd name="T61" fmla="*/ 2209 h 4195"/>
              <a:gd name="T62" fmla="*/ 0 w 7542"/>
              <a:gd name="T63" fmla="*/ 2273 h 4195"/>
              <a:gd name="T64" fmla="*/ 95 w 7542"/>
              <a:gd name="T65" fmla="*/ 2401 h 4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542" h="4195">
                <a:moveTo>
                  <a:pt x="48" y="2345"/>
                </a:moveTo>
                <a:lnTo>
                  <a:pt x="48" y="3693"/>
                </a:lnTo>
                <a:lnTo>
                  <a:pt x="239" y="3884"/>
                </a:lnTo>
                <a:lnTo>
                  <a:pt x="239" y="4012"/>
                </a:lnTo>
                <a:lnTo>
                  <a:pt x="374" y="4012"/>
                </a:lnTo>
                <a:lnTo>
                  <a:pt x="461" y="4108"/>
                </a:lnTo>
                <a:lnTo>
                  <a:pt x="3692" y="4108"/>
                </a:lnTo>
                <a:lnTo>
                  <a:pt x="3811" y="4195"/>
                </a:lnTo>
                <a:lnTo>
                  <a:pt x="3938" y="4108"/>
                </a:lnTo>
                <a:lnTo>
                  <a:pt x="7081" y="4108"/>
                </a:lnTo>
                <a:lnTo>
                  <a:pt x="7168" y="4012"/>
                </a:lnTo>
                <a:lnTo>
                  <a:pt x="7304" y="4012"/>
                </a:lnTo>
                <a:lnTo>
                  <a:pt x="7304" y="3884"/>
                </a:lnTo>
                <a:lnTo>
                  <a:pt x="7495" y="3693"/>
                </a:lnTo>
                <a:lnTo>
                  <a:pt x="7495" y="2345"/>
                </a:lnTo>
                <a:lnTo>
                  <a:pt x="7542" y="2273"/>
                </a:lnTo>
                <a:lnTo>
                  <a:pt x="7495" y="2209"/>
                </a:lnTo>
                <a:lnTo>
                  <a:pt x="7495" y="503"/>
                </a:lnTo>
                <a:lnTo>
                  <a:pt x="7304" y="311"/>
                </a:lnTo>
                <a:lnTo>
                  <a:pt x="7304" y="184"/>
                </a:lnTo>
                <a:lnTo>
                  <a:pt x="7168" y="184"/>
                </a:lnTo>
                <a:lnTo>
                  <a:pt x="7081" y="88"/>
                </a:lnTo>
                <a:lnTo>
                  <a:pt x="3938" y="88"/>
                </a:lnTo>
                <a:lnTo>
                  <a:pt x="3811" y="0"/>
                </a:lnTo>
                <a:lnTo>
                  <a:pt x="3684" y="88"/>
                </a:lnTo>
                <a:lnTo>
                  <a:pt x="461" y="88"/>
                </a:lnTo>
                <a:lnTo>
                  <a:pt x="374" y="184"/>
                </a:lnTo>
                <a:lnTo>
                  <a:pt x="239" y="184"/>
                </a:lnTo>
                <a:lnTo>
                  <a:pt x="239" y="311"/>
                </a:lnTo>
                <a:lnTo>
                  <a:pt x="48" y="503"/>
                </a:lnTo>
                <a:lnTo>
                  <a:pt x="48" y="2209"/>
                </a:lnTo>
                <a:lnTo>
                  <a:pt x="0" y="2273"/>
                </a:lnTo>
                <a:lnTo>
                  <a:pt x="95" y="2401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1F4E7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524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0 w 48"/>
              <a:gd name="T3" fmla="*/ 32 h 72"/>
              <a:gd name="T4" fmla="*/ 24 w 48"/>
              <a:gd name="T5" fmla="*/ 72 h 72"/>
              <a:gd name="T6" fmla="*/ 48 w 48"/>
              <a:gd name="T7" fmla="*/ 32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0" y="32"/>
                </a:lnTo>
                <a:lnTo>
                  <a:pt x="24" y="72"/>
                </a:lnTo>
                <a:lnTo>
                  <a:pt x="48" y="32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77812" y="3921127"/>
            <a:ext cx="88900" cy="101600"/>
          </a:xfrm>
          <a:custGeom>
            <a:avLst/>
            <a:gdLst>
              <a:gd name="T0" fmla="*/ 0 w 56"/>
              <a:gd name="T1" fmla="*/ 64 h 64"/>
              <a:gd name="T2" fmla="*/ 8 w 56"/>
              <a:gd name="T3" fmla="*/ 64 h 64"/>
              <a:gd name="T4" fmla="*/ 56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0" y="64"/>
                </a:moveTo>
                <a:lnTo>
                  <a:pt x="8" y="64"/>
                </a:lnTo>
                <a:lnTo>
                  <a:pt x="56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214312" y="3895727"/>
            <a:ext cx="0" cy="21145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214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77812" y="3552827"/>
            <a:ext cx="165100" cy="2533650"/>
          </a:xfrm>
          <a:custGeom>
            <a:avLst/>
            <a:gdLst>
              <a:gd name="T0" fmla="*/ 0 w 104"/>
              <a:gd name="T1" fmla="*/ 1596 h 1596"/>
              <a:gd name="T2" fmla="*/ 0 w 104"/>
              <a:gd name="T3" fmla="*/ 232 h 1596"/>
              <a:gd name="T4" fmla="*/ 104 w 104"/>
              <a:gd name="T5" fmla="*/ 88 h 1596"/>
              <a:gd name="T6" fmla="*/ 48 w 104"/>
              <a:gd name="T7" fmla="*/ 0 h 1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596">
                <a:moveTo>
                  <a:pt x="0" y="1596"/>
                </a:moveTo>
                <a:lnTo>
                  <a:pt x="0" y="232"/>
                </a:lnTo>
                <a:lnTo>
                  <a:pt x="104" y="88"/>
                </a:lnTo>
                <a:lnTo>
                  <a:pt x="48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139699" y="742952"/>
            <a:ext cx="138113" cy="3063875"/>
          </a:xfrm>
          <a:custGeom>
            <a:avLst/>
            <a:gdLst>
              <a:gd name="T0" fmla="*/ 87 w 87"/>
              <a:gd name="T1" fmla="*/ 0 h 1930"/>
              <a:gd name="T2" fmla="*/ 87 w 87"/>
              <a:gd name="T3" fmla="*/ 1731 h 1930"/>
              <a:gd name="T4" fmla="*/ 0 w 87"/>
              <a:gd name="T5" fmla="*/ 1858 h 1930"/>
              <a:gd name="T6" fmla="*/ 47 w 87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1930">
                <a:moveTo>
                  <a:pt x="87" y="0"/>
                </a:moveTo>
                <a:lnTo>
                  <a:pt x="87" y="1731"/>
                </a:lnTo>
                <a:lnTo>
                  <a:pt x="0" y="1858"/>
                </a:lnTo>
                <a:lnTo>
                  <a:pt x="47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3667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667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14312" y="3376615"/>
            <a:ext cx="63500" cy="114300"/>
          </a:xfrm>
          <a:custGeom>
            <a:avLst/>
            <a:gdLst>
              <a:gd name="T0" fmla="*/ 40 w 40"/>
              <a:gd name="T1" fmla="*/ 0 h 72"/>
              <a:gd name="T2" fmla="*/ 40 w 40"/>
              <a:gd name="T3" fmla="*/ 0 h 72"/>
              <a:gd name="T4" fmla="*/ 0 w 40"/>
              <a:gd name="T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72">
                <a:moveTo>
                  <a:pt x="40" y="0"/>
                </a:moveTo>
                <a:lnTo>
                  <a:pt x="40" y="0"/>
                </a:lnTo>
                <a:lnTo>
                  <a:pt x="0" y="72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66712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95 w 95"/>
              <a:gd name="T5" fmla="*/ 135 h 1738"/>
              <a:gd name="T6" fmla="*/ 0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95" y="13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442912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-12701" y="3478215"/>
            <a:ext cx="152400" cy="442912"/>
          </a:xfrm>
          <a:custGeom>
            <a:avLst/>
            <a:gdLst>
              <a:gd name="T0" fmla="*/ 48 w 96"/>
              <a:gd name="T1" fmla="*/ 135 h 279"/>
              <a:gd name="T2" fmla="*/ 96 w 96"/>
              <a:gd name="T3" fmla="*/ 71 h 279"/>
              <a:gd name="T4" fmla="*/ 96 w 96"/>
              <a:gd name="T5" fmla="*/ 0 h 279"/>
              <a:gd name="T6" fmla="*/ 0 w 96"/>
              <a:gd name="T7" fmla="*/ 135 h 279"/>
              <a:gd name="T8" fmla="*/ 96 w 96"/>
              <a:gd name="T9" fmla="*/ 279 h 279"/>
              <a:gd name="T10" fmla="*/ 96 w 96"/>
              <a:gd name="T11" fmla="*/ 207 h 279"/>
              <a:gd name="T12" fmla="*/ 48 w 96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35"/>
                </a:moveTo>
                <a:lnTo>
                  <a:pt x="96" y="71"/>
                </a:lnTo>
                <a:lnTo>
                  <a:pt x="96" y="0"/>
                </a:lnTo>
                <a:lnTo>
                  <a:pt x="0" y="135"/>
                </a:lnTo>
                <a:lnTo>
                  <a:pt x="96" y="279"/>
                </a:lnTo>
                <a:lnTo>
                  <a:pt x="96" y="207"/>
                </a:lnTo>
                <a:lnTo>
                  <a:pt x="48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4429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207 h 279"/>
              <a:gd name="T4" fmla="*/ 0 w 95"/>
              <a:gd name="T5" fmla="*/ 279 h 279"/>
              <a:gd name="T6" fmla="*/ 95 w 95"/>
              <a:gd name="T7" fmla="*/ 135 h 279"/>
              <a:gd name="T8" fmla="*/ 0 w 95"/>
              <a:gd name="T9" fmla="*/ 0 h 279"/>
              <a:gd name="T10" fmla="*/ 0 w 95"/>
              <a:gd name="T11" fmla="*/ 71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207"/>
                </a:lnTo>
                <a:lnTo>
                  <a:pt x="0" y="279"/>
                </a:lnTo>
                <a:lnTo>
                  <a:pt x="95" y="135"/>
                </a:lnTo>
                <a:lnTo>
                  <a:pt x="0" y="0"/>
                </a:lnTo>
                <a:lnTo>
                  <a:pt x="0" y="71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11771312" y="3641727"/>
            <a:ext cx="76200" cy="114300"/>
          </a:xfrm>
          <a:custGeom>
            <a:avLst/>
            <a:gdLst>
              <a:gd name="T0" fmla="*/ 24 w 48"/>
              <a:gd name="T1" fmla="*/ 0 h 72"/>
              <a:gd name="T2" fmla="*/ 48 w 48"/>
              <a:gd name="T3" fmla="*/ 40 h 72"/>
              <a:gd name="T4" fmla="*/ 24 w 48"/>
              <a:gd name="T5" fmla="*/ 72 h 72"/>
              <a:gd name="T6" fmla="*/ 0 w 48"/>
              <a:gd name="T7" fmla="*/ 40 h 72"/>
              <a:gd name="T8" fmla="*/ 24 w 48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72">
                <a:moveTo>
                  <a:pt x="24" y="0"/>
                </a:moveTo>
                <a:lnTo>
                  <a:pt x="48" y="40"/>
                </a:lnTo>
                <a:lnTo>
                  <a:pt x="24" y="72"/>
                </a:lnTo>
                <a:lnTo>
                  <a:pt x="0" y="40"/>
                </a:lnTo>
                <a:lnTo>
                  <a:pt x="24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5"/>
          <p:cNvSpPr>
            <a:spLocks/>
          </p:cNvSpPr>
          <p:nvPr/>
        </p:nvSpPr>
        <p:spPr bwMode="auto">
          <a:xfrm>
            <a:off x="11733212" y="3921127"/>
            <a:ext cx="88900" cy="101600"/>
          </a:xfrm>
          <a:custGeom>
            <a:avLst/>
            <a:gdLst>
              <a:gd name="T0" fmla="*/ 56 w 56"/>
              <a:gd name="T1" fmla="*/ 64 h 64"/>
              <a:gd name="T2" fmla="*/ 48 w 56"/>
              <a:gd name="T3" fmla="*/ 64 h 64"/>
              <a:gd name="T4" fmla="*/ 0 w 56"/>
              <a:gd name="T5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64">
                <a:moveTo>
                  <a:pt x="56" y="64"/>
                </a:moveTo>
                <a:lnTo>
                  <a:pt x="48" y="6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11898312" y="3908427"/>
            <a:ext cx="0" cy="210185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11898312" y="819152"/>
            <a:ext cx="0" cy="26717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11658599" y="3565527"/>
            <a:ext cx="163513" cy="2520950"/>
          </a:xfrm>
          <a:custGeom>
            <a:avLst/>
            <a:gdLst>
              <a:gd name="T0" fmla="*/ 103 w 103"/>
              <a:gd name="T1" fmla="*/ 1588 h 1588"/>
              <a:gd name="T2" fmla="*/ 103 w 103"/>
              <a:gd name="T3" fmla="*/ 224 h 1588"/>
              <a:gd name="T4" fmla="*/ 0 w 103"/>
              <a:gd name="T5" fmla="*/ 88 h 1588"/>
              <a:gd name="T6" fmla="*/ 55 w 103"/>
              <a:gd name="T7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1588">
                <a:moveTo>
                  <a:pt x="103" y="1588"/>
                </a:moveTo>
                <a:lnTo>
                  <a:pt x="103" y="224"/>
                </a:lnTo>
                <a:lnTo>
                  <a:pt x="0" y="88"/>
                </a:lnTo>
                <a:lnTo>
                  <a:pt x="5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11822112" y="742952"/>
            <a:ext cx="139700" cy="3063875"/>
          </a:xfrm>
          <a:custGeom>
            <a:avLst/>
            <a:gdLst>
              <a:gd name="T0" fmla="*/ 0 w 88"/>
              <a:gd name="T1" fmla="*/ 0 h 1930"/>
              <a:gd name="T2" fmla="*/ 0 w 88"/>
              <a:gd name="T3" fmla="*/ 1731 h 1930"/>
              <a:gd name="T4" fmla="*/ 88 w 88"/>
              <a:gd name="T5" fmla="*/ 1866 h 1930"/>
              <a:gd name="T6" fmla="*/ 40 w 88"/>
              <a:gd name="T7" fmla="*/ 1930 h 1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1930">
                <a:moveTo>
                  <a:pt x="0" y="0"/>
                </a:moveTo>
                <a:lnTo>
                  <a:pt x="0" y="1731"/>
                </a:lnTo>
                <a:lnTo>
                  <a:pt x="88" y="1866"/>
                </a:lnTo>
                <a:lnTo>
                  <a:pt x="40" y="193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11733212" y="3921127"/>
            <a:ext cx="0" cy="22399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11733212" y="666752"/>
            <a:ext cx="0" cy="2811462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11822112" y="3389315"/>
            <a:ext cx="76200" cy="101600"/>
          </a:xfrm>
          <a:custGeom>
            <a:avLst/>
            <a:gdLst>
              <a:gd name="T0" fmla="*/ 0 w 48"/>
              <a:gd name="T1" fmla="*/ 0 h 64"/>
              <a:gd name="T2" fmla="*/ 0 w 48"/>
              <a:gd name="T3" fmla="*/ 0 h 64"/>
              <a:gd name="T4" fmla="*/ 48 w 48"/>
              <a:gd name="T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64">
                <a:moveTo>
                  <a:pt x="0" y="0"/>
                </a:moveTo>
                <a:lnTo>
                  <a:pt x="0" y="0"/>
                </a:lnTo>
                <a:lnTo>
                  <a:pt x="48" y="64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11582399" y="3478215"/>
            <a:ext cx="150813" cy="2759075"/>
          </a:xfrm>
          <a:custGeom>
            <a:avLst/>
            <a:gdLst>
              <a:gd name="T0" fmla="*/ 48 w 95"/>
              <a:gd name="T1" fmla="*/ 1738 h 1738"/>
              <a:gd name="T2" fmla="*/ 48 w 95"/>
              <a:gd name="T3" fmla="*/ 207 h 1738"/>
              <a:gd name="T4" fmla="*/ 0 w 95"/>
              <a:gd name="T5" fmla="*/ 135 h 1738"/>
              <a:gd name="T6" fmla="*/ 95 w 95"/>
              <a:gd name="T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" h="1738">
                <a:moveTo>
                  <a:pt x="48" y="1738"/>
                </a:moveTo>
                <a:lnTo>
                  <a:pt x="48" y="207"/>
                </a:lnTo>
                <a:lnTo>
                  <a:pt x="0" y="135"/>
                </a:lnTo>
                <a:lnTo>
                  <a:pt x="95" y="0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1658599" y="577852"/>
            <a:ext cx="0" cy="3013075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11961812" y="3478215"/>
            <a:ext cx="150813" cy="442912"/>
          </a:xfrm>
          <a:custGeom>
            <a:avLst/>
            <a:gdLst>
              <a:gd name="T0" fmla="*/ 47 w 95"/>
              <a:gd name="T1" fmla="*/ 135 h 279"/>
              <a:gd name="T2" fmla="*/ 0 w 95"/>
              <a:gd name="T3" fmla="*/ 71 h 279"/>
              <a:gd name="T4" fmla="*/ 0 w 95"/>
              <a:gd name="T5" fmla="*/ 0 h 279"/>
              <a:gd name="T6" fmla="*/ 95 w 95"/>
              <a:gd name="T7" fmla="*/ 143 h 279"/>
              <a:gd name="T8" fmla="*/ 0 w 95"/>
              <a:gd name="T9" fmla="*/ 279 h 279"/>
              <a:gd name="T10" fmla="*/ 0 w 95"/>
              <a:gd name="T11" fmla="*/ 207 h 279"/>
              <a:gd name="T12" fmla="*/ 47 w 95"/>
              <a:gd name="T13" fmla="*/ 135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279">
                <a:moveTo>
                  <a:pt x="47" y="135"/>
                </a:moveTo>
                <a:lnTo>
                  <a:pt x="0" y="71"/>
                </a:lnTo>
                <a:lnTo>
                  <a:pt x="0" y="0"/>
                </a:lnTo>
                <a:lnTo>
                  <a:pt x="95" y="143"/>
                </a:lnTo>
                <a:lnTo>
                  <a:pt x="0" y="279"/>
                </a:lnTo>
                <a:lnTo>
                  <a:pt x="0" y="207"/>
                </a:lnTo>
                <a:lnTo>
                  <a:pt x="47" y="135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11506199" y="3478215"/>
            <a:ext cx="152400" cy="442912"/>
          </a:xfrm>
          <a:custGeom>
            <a:avLst/>
            <a:gdLst>
              <a:gd name="T0" fmla="*/ 48 w 96"/>
              <a:gd name="T1" fmla="*/ 143 h 279"/>
              <a:gd name="T2" fmla="*/ 96 w 96"/>
              <a:gd name="T3" fmla="*/ 207 h 279"/>
              <a:gd name="T4" fmla="*/ 96 w 96"/>
              <a:gd name="T5" fmla="*/ 279 h 279"/>
              <a:gd name="T6" fmla="*/ 0 w 96"/>
              <a:gd name="T7" fmla="*/ 143 h 279"/>
              <a:gd name="T8" fmla="*/ 96 w 96"/>
              <a:gd name="T9" fmla="*/ 0 h 279"/>
              <a:gd name="T10" fmla="*/ 96 w 96"/>
              <a:gd name="T11" fmla="*/ 71 h 279"/>
              <a:gd name="T12" fmla="*/ 48 w 96"/>
              <a:gd name="T13" fmla="*/ 14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279">
                <a:moveTo>
                  <a:pt x="48" y="143"/>
                </a:moveTo>
                <a:lnTo>
                  <a:pt x="96" y="207"/>
                </a:lnTo>
                <a:lnTo>
                  <a:pt x="96" y="279"/>
                </a:lnTo>
                <a:lnTo>
                  <a:pt x="0" y="143"/>
                </a:lnTo>
                <a:lnTo>
                  <a:pt x="96" y="0"/>
                </a:lnTo>
                <a:lnTo>
                  <a:pt x="96" y="71"/>
                </a:lnTo>
                <a:lnTo>
                  <a:pt x="48" y="14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9"/>
          <p:cNvSpPr>
            <a:spLocks/>
          </p:cNvSpPr>
          <p:nvPr/>
        </p:nvSpPr>
        <p:spPr bwMode="auto">
          <a:xfrm>
            <a:off x="6049962" y="6415090"/>
            <a:ext cx="127000" cy="76200"/>
          </a:xfrm>
          <a:custGeom>
            <a:avLst/>
            <a:gdLst>
              <a:gd name="T0" fmla="*/ 80 w 80"/>
              <a:gd name="T1" fmla="*/ 24 h 48"/>
              <a:gd name="T2" fmla="*/ 40 w 80"/>
              <a:gd name="T3" fmla="*/ 48 h 48"/>
              <a:gd name="T4" fmla="*/ 0 w 80"/>
              <a:gd name="T5" fmla="*/ 24 h 48"/>
              <a:gd name="T6" fmla="*/ 40 w 80"/>
              <a:gd name="T7" fmla="*/ 0 h 48"/>
              <a:gd name="T8" fmla="*/ 80 w 80"/>
              <a:gd name="T9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48">
                <a:moveTo>
                  <a:pt x="80" y="24"/>
                </a:moveTo>
                <a:lnTo>
                  <a:pt x="40" y="48"/>
                </a:lnTo>
                <a:lnTo>
                  <a:pt x="0" y="24"/>
                </a:lnTo>
                <a:lnTo>
                  <a:pt x="40" y="0"/>
                </a:lnTo>
                <a:lnTo>
                  <a:pt x="80" y="2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33424" y="6529390"/>
            <a:ext cx="5178425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>
            <a:off x="6327774" y="6529390"/>
            <a:ext cx="5040313" cy="0"/>
          </a:xfrm>
          <a:prstGeom prst="line">
            <a:avLst/>
          </a:pr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657224" y="6300790"/>
            <a:ext cx="5594350" cy="152400"/>
          </a:xfrm>
          <a:custGeom>
            <a:avLst/>
            <a:gdLst>
              <a:gd name="T0" fmla="*/ 0 w 3524"/>
              <a:gd name="T1" fmla="*/ 96 h 96"/>
              <a:gd name="T2" fmla="*/ 3302 w 3524"/>
              <a:gd name="T3" fmla="*/ 96 h 96"/>
              <a:gd name="T4" fmla="*/ 3437 w 3524"/>
              <a:gd name="T5" fmla="*/ 0 h 96"/>
              <a:gd name="T6" fmla="*/ 3524 w 3524"/>
              <a:gd name="T7" fmla="*/ 5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24" h="96">
                <a:moveTo>
                  <a:pt x="0" y="96"/>
                </a:moveTo>
                <a:lnTo>
                  <a:pt x="3302" y="96"/>
                </a:lnTo>
                <a:lnTo>
                  <a:pt x="3437" y="0"/>
                </a:lnTo>
                <a:lnTo>
                  <a:pt x="3524" y="56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63"/>
          <p:cNvSpPr>
            <a:spLocks/>
          </p:cNvSpPr>
          <p:nvPr/>
        </p:nvSpPr>
        <p:spPr bwMode="auto">
          <a:xfrm>
            <a:off x="5999162" y="6453190"/>
            <a:ext cx="5443538" cy="152400"/>
          </a:xfrm>
          <a:custGeom>
            <a:avLst/>
            <a:gdLst>
              <a:gd name="T0" fmla="*/ 3429 w 3429"/>
              <a:gd name="T1" fmla="*/ 0 h 96"/>
              <a:gd name="T2" fmla="*/ 207 w 3429"/>
              <a:gd name="T3" fmla="*/ 0 h 96"/>
              <a:gd name="T4" fmla="*/ 72 w 3429"/>
              <a:gd name="T5" fmla="*/ 96 h 96"/>
              <a:gd name="T6" fmla="*/ 0 w 3429"/>
              <a:gd name="T7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29" h="96">
                <a:moveTo>
                  <a:pt x="3429" y="0"/>
                </a:moveTo>
                <a:lnTo>
                  <a:pt x="207" y="0"/>
                </a:lnTo>
                <a:lnTo>
                  <a:pt x="72" y="96"/>
                </a:lnTo>
                <a:lnTo>
                  <a:pt x="0" y="48"/>
                </a:lnTo>
              </a:path>
            </a:pathLst>
          </a:custGeom>
          <a:noFill/>
          <a:ln w="12700" cap="rnd">
            <a:solidFill>
              <a:srgbClr val="1F4E7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64"/>
          <p:cNvSpPr>
            <a:spLocks/>
          </p:cNvSpPr>
          <p:nvPr/>
        </p:nvSpPr>
        <p:spPr bwMode="auto">
          <a:xfrm>
            <a:off x="5911849" y="6592890"/>
            <a:ext cx="403225" cy="150812"/>
          </a:xfrm>
          <a:custGeom>
            <a:avLst/>
            <a:gdLst>
              <a:gd name="T0" fmla="*/ 127 w 254"/>
              <a:gd name="T1" fmla="*/ 63 h 95"/>
              <a:gd name="T2" fmla="*/ 39 w 254"/>
              <a:gd name="T3" fmla="*/ 0 h 95"/>
              <a:gd name="T4" fmla="*/ 0 w 254"/>
              <a:gd name="T5" fmla="*/ 0 h 95"/>
              <a:gd name="T6" fmla="*/ 127 w 254"/>
              <a:gd name="T7" fmla="*/ 95 h 95"/>
              <a:gd name="T8" fmla="*/ 254 w 254"/>
              <a:gd name="T9" fmla="*/ 0 h 95"/>
              <a:gd name="T10" fmla="*/ 214 w 254"/>
              <a:gd name="T11" fmla="*/ 0 h 95"/>
              <a:gd name="T12" fmla="*/ 127 w 254"/>
              <a:gd name="T13" fmla="*/ 63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95">
                <a:moveTo>
                  <a:pt x="127" y="63"/>
                </a:moveTo>
                <a:lnTo>
                  <a:pt x="39" y="0"/>
                </a:lnTo>
                <a:lnTo>
                  <a:pt x="0" y="0"/>
                </a:lnTo>
                <a:lnTo>
                  <a:pt x="127" y="95"/>
                </a:lnTo>
                <a:lnTo>
                  <a:pt x="254" y="0"/>
                </a:lnTo>
                <a:lnTo>
                  <a:pt x="214" y="0"/>
                </a:lnTo>
                <a:lnTo>
                  <a:pt x="127" y="6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1F4E79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矩形 3"/>
          <p:cNvSpPr>
            <a:spLocks noChangeArrowheads="1"/>
          </p:cNvSpPr>
          <p:nvPr/>
        </p:nvSpPr>
        <p:spPr bwMode="auto">
          <a:xfrm>
            <a:off x="4625412" y="2971342"/>
            <a:ext cx="295592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5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73" name="矩形 72"/>
          <p:cNvSpPr/>
          <p:nvPr/>
        </p:nvSpPr>
        <p:spPr>
          <a:xfrm>
            <a:off x="4625412" y="3893679"/>
            <a:ext cx="2955925" cy="4603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37474F"/>
              </a:solidFill>
            </a:endParaRPr>
          </a:p>
        </p:txBody>
      </p:sp>
      <p:sp>
        <p:nvSpPr>
          <p:cNvPr id="74" name="矩形 8"/>
          <p:cNvSpPr>
            <a:spLocks noChangeArrowheads="1"/>
          </p:cNvSpPr>
          <p:nvPr/>
        </p:nvSpPr>
        <p:spPr bwMode="auto">
          <a:xfrm>
            <a:off x="5256634" y="4065551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3747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答辩人：小北</a:t>
            </a:r>
          </a:p>
        </p:txBody>
      </p:sp>
      <p:sp>
        <p:nvSpPr>
          <p:cNvPr id="75" name="矩形 8"/>
          <p:cNvSpPr>
            <a:spLocks noChangeArrowheads="1"/>
          </p:cNvSpPr>
          <p:nvPr/>
        </p:nvSpPr>
        <p:spPr bwMode="auto">
          <a:xfrm>
            <a:off x="5369809" y="4463592"/>
            <a:ext cx="147348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3747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20xx·06·06</a:t>
            </a:r>
            <a:endParaRPr lang="zh-CN" altLang="en-US" sz="2000" dirty="0">
              <a:solidFill>
                <a:srgbClr val="3747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674" y="1851131"/>
            <a:ext cx="4825488" cy="10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08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968</Words>
  <Application>Microsoft Office PowerPoint</Application>
  <PresentationFormat>宽屏</PresentationFormat>
  <Paragraphs>150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华文细黑</vt:lpstr>
      <vt:lpstr>微软雅黑</vt:lpstr>
      <vt:lpstr>Arial</vt:lpstr>
      <vt:lpstr>Calibri</vt:lpstr>
      <vt:lpstr>Calibri Light</vt:lpstr>
      <vt:lpstr>Impact</vt:lpstr>
      <vt:lpstr>Office 主题</vt:lpstr>
      <vt:lpstr>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zhitech001@163.com</cp:lastModifiedBy>
  <cp:revision>14</cp:revision>
  <dcterms:created xsi:type="dcterms:W3CDTF">2015-06-04T12:21:02Z</dcterms:created>
  <dcterms:modified xsi:type="dcterms:W3CDTF">2019-08-26T03:52:05Z</dcterms:modified>
</cp:coreProperties>
</file>