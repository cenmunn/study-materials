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84" r:id="rId3"/>
    <p:sldId id="285" r:id="rId4"/>
    <p:sldId id="260" r:id="rId5"/>
    <p:sldId id="261" r:id="rId6"/>
    <p:sldId id="262" r:id="rId7"/>
    <p:sldId id="263" r:id="rId8"/>
    <p:sldId id="264" r:id="rId9"/>
    <p:sldId id="289" r:id="rId10"/>
    <p:sldId id="266" r:id="rId11"/>
    <p:sldId id="267" r:id="rId12"/>
    <p:sldId id="268" r:id="rId13"/>
    <p:sldId id="269" r:id="rId14"/>
    <p:sldId id="270" r:id="rId15"/>
    <p:sldId id="287" r:id="rId16"/>
    <p:sldId id="272" r:id="rId17"/>
    <p:sldId id="273" r:id="rId18"/>
    <p:sldId id="274" r:id="rId19"/>
    <p:sldId id="275" r:id="rId20"/>
    <p:sldId id="276" r:id="rId21"/>
    <p:sldId id="288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3636"/>
    <a:srgbClr val="6B8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382" autoAdjust="0"/>
  </p:normalViewPr>
  <p:slideViewPr>
    <p:cSldViewPr snapToGrid="0" showGuides="1">
      <p:cViewPr varScale="1">
        <p:scale>
          <a:sx n="83" d="100"/>
          <a:sy n="83" d="100"/>
        </p:scale>
        <p:origin x="85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B4F46-F000-468A-856C-ABC6FE4E3998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EDC15-3A01-4E0D-A704-B57EA0A0EA4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10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33E0-324A-40EE-8AB9-28239639742B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3BAA-1BD1-4BA1-AE50-818000C69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300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33E0-324A-40EE-8AB9-28239639742B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3BAA-1BD1-4BA1-AE50-818000C69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580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33E0-324A-40EE-8AB9-28239639742B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3BAA-1BD1-4BA1-AE50-818000C69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196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33E0-324A-40EE-8AB9-28239639742B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3BAA-1BD1-4BA1-AE50-818000C69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63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33E0-324A-40EE-8AB9-28239639742B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3BAA-1BD1-4BA1-AE50-818000C69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306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33E0-324A-40EE-8AB9-28239639742B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3BAA-1BD1-4BA1-AE50-818000C69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309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33E0-324A-40EE-8AB9-28239639742B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3BAA-1BD1-4BA1-AE50-818000C69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06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33E0-324A-40EE-8AB9-28239639742B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3BAA-1BD1-4BA1-AE50-818000C69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065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33E0-324A-40EE-8AB9-28239639742B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3BAA-1BD1-4BA1-AE50-818000C69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16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33E0-324A-40EE-8AB9-28239639742B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3BAA-1BD1-4BA1-AE50-818000C69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820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33E0-324A-40EE-8AB9-28239639742B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3BAA-1BD1-4BA1-AE50-818000C69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212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63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420" y="290280"/>
            <a:ext cx="10515600" cy="9434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5E8A73-44E1-4B55-8C0E-BEFA8EBE6AC9}" type="datetimeFigureOut">
              <a:rPr lang="id-ID">
                <a:solidFill>
                  <a:prstClr val="black"/>
                </a:solidFill>
              </a:rPr>
              <a:pPr/>
              <a:t>26/08/2019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4ECE0B-6A48-4FB3-98FF-149C947D6D9D}" type="slidenum">
              <a:rPr lang="id-ID">
                <a:solidFill>
                  <a:prstClr val="black"/>
                </a:solidFill>
              </a:rPr>
              <a:pPr/>
              <a:t>‹#›</a:t>
            </a:fld>
            <a:endParaRPr lang="id-ID">
              <a:solidFill>
                <a:prstClr val="black"/>
              </a:solidFill>
            </a:endParaRPr>
          </a:p>
        </p:txBody>
      </p:sp>
      <p:sp>
        <p:nvSpPr>
          <p:cNvPr id="13" name="Picture Placeholder 22"/>
          <p:cNvSpPr>
            <a:spLocks noGrp="1"/>
          </p:cNvSpPr>
          <p:nvPr>
            <p:ph type="pic" sz="quarter" idx="13"/>
          </p:nvPr>
        </p:nvSpPr>
        <p:spPr>
          <a:xfrm>
            <a:off x="1067421" y="1772754"/>
            <a:ext cx="6615774" cy="426045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7507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033E0-324A-40EE-8AB9-28239639742B}" type="datetimeFigureOut">
              <a:rPr lang="zh-CN" altLang="en-US" smtClean="0"/>
              <a:pPr/>
              <a:t>2019/8/26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73BAA-1BD1-4BA1-AE50-818000C69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32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563126" y="3561881"/>
            <a:ext cx="7628874" cy="1033742"/>
          </a:xfrm>
          <a:prstGeom prst="rect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808785" y="4595623"/>
            <a:ext cx="5383215" cy="1398495"/>
          </a:xfrm>
          <a:prstGeom prst="rect">
            <a:avLst/>
          </a:prstGeom>
          <a:solidFill>
            <a:schemeClr val="tx1">
              <a:lumMod val="95000"/>
              <a:lumOff val="5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942701" y="3617087"/>
            <a:ext cx="7426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对外经济贸易大学模板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8026025" y="4877330"/>
            <a:ext cx="2433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姓名：小北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8006975" y="5312301"/>
            <a:ext cx="2433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5349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" b="11343"/>
          <a:stretch/>
        </p:blipFill>
        <p:spPr>
          <a:xfrm>
            <a:off x="-29090" y="0"/>
            <a:ext cx="1222109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-29090" y="0"/>
            <a:ext cx="12221090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311941" y="2460700"/>
            <a:ext cx="1762125" cy="1762125"/>
          </a:xfrm>
          <a:prstGeom prst="ellipse">
            <a:avLst/>
          </a:prstGeom>
          <a:solidFill>
            <a:srgbClr val="6B8A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3847485" y="2460700"/>
            <a:ext cx="1762125" cy="1762125"/>
          </a:xfrm>
          <a:prstGeom prst="ellipse">
            <a:avLst/>
          </a:prstGeom>
          <a:solidFill>
            <a:srgbClr val="6B8A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6383029" y="2460700"/>
            <a:ext cx="1762125" cy="1762125"/>
          </a:xfrm>
          <a:prstGeom prst="ellipse">
            <a:avLst/>
          </a:prstGeom>
          <a:solidFill>
            <a:srgbClr val="6B8A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8918574" y="2460700"/>
            <a:ext cx="1762125" cy="1762125"/>
          </a:xfrm>
          <a:prstGeom prst="ellipse">
            <a:avLst/>
          </a:prstGeom>
          <a:solidFill>
            <a:srgbClr val="6B8A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Freeform 251"/>
          <p:cNvSpPr>
            <a:spLocks noEditPoints="1"/>
          </p:cNvSpPr>
          <p:nvPr/>
        </p:nvSpPr>
        <p:spPr bwMode="auto">
          <a:xfrm>
            <a:off x="1827098" y="3053540"/>
            <a:ext cx="733223" cy="686055"/>
          </a:xfrm>
          <a:custGeom>
            <a:avLst/>
            <a:gdLst>
              <a:gd name="T0" fmla="*/ 266 w 301"/>
              <a:gd name="T1" fmla="*/ 192 h 282"/>
              <a:gd name="T2" fmla="*/ 234 w 301"/>
              <a:gd name="T3" fmla="*/ 69 h 282"/>
              <a:gd name="T4" fmla="*/ 81 w 301"/>
              <a:gd name="T5" fmla="*/ 36 h 282"/>
              <a:gd name="T6" fmla="*/ 32 w 301"/>
              <a:gd name="T7" fmla="*/ 3 h 282"/>
              <a:gd name="T8" fmla="*/ 12 w 301"/>
              <a:gd name="T9" fmla="*/ 13 h 282"/>
              <a:gd name="T10" fmla="*/ 61 w 301"/>
              <a:gd name="T11" fmla="*/ 57 h 282"/>
              <a:gd name="T12" fmla="*/ 132 w 301"/>
              <a:gd name="T13" fmla="*/ 249 h 282"/>
              <a:gd name="T14" fmla="*/ 301 w 301"/>
              <a:gd name="T15" fmla="*/ 260 h 282"/>
              <a:gd name="T16" fmla="*/ 266 w 301"/>
              <a:gd name="T17" fmla="*/ 192 h 282"/>
              <a:gd name="T18" fmla="*/ 242 w 301"/>
              <a:gd name="T19" fmla="*/ 232 h 282"/>
              <a:gd name="T20" fmla="*/ 240 w 301"/>
              <a:gd name="T21" fmla="*/ 233 h 282"/>
              <a:gd name="T22" fmla="*/ 238 w 301"/>
              <a:gd name="T23" fmla="*/ 232 h 282"/>
              <a:gd name="T24" fmla="*/ 159 w 301"/>
              <a:gd name="T25" fmla="*/ 138 h 282"/>
              <a:gd name="T26" fmla="*/ 106 w 301"/>
              <a:gd name="T27" fmla="*/ 75 h 282"/>
              <a:gd name="T28" fmla="*/ 106 w 301"/>
              <a:gd name="T29" fmla="*/ 71 h 282"/>
              <a:gd name="T30" fmla="*/ 109 w 301"/>
              <a:gd name="T31" fmla="*/ 71 h 282"/>
              <a:gd name="T32" fmla="*/ 178 w 301"/>
              <a:gd name="T33" fmla="*/ 122 h 282"/>
              <a:gd name="T34" fmla="*/ 243 w 301"/>
              <a:gd name="T35" fmla="*/ 229 h 282"/>
              <a:gd name="T36" fmla="*/ 242 w 301"/>
              <a:gd name="T37" fmla="*/ 232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01" h="282">
                <a:moveTo>
                  <a:pt x="266" y="192"/>
                </a:moveTo>
                <a:cubicBezTo>
                  <a:pt x="268" y="152"/>
                  <a:pt x="252" y="95"/>
                  <a:pt x="234" y="69"/>
                </a:cubicBezTo>
                <a:cubicBezTo>
                  <a:pt x="197" y="16"/>
                  <a:pt x="116" y="0"/>
                  <a:pt x="81" y="36"/>
                </a:cubicBezTo>
                <a:cubicBezTo>
                  <a:pt x="74" y="43"/>
                  <a:pt x="32" y="3"/>
                  <a:pt x="32" y="3"/>
                </a:cubicBezTo>
                <a:cubicBezTo>
                  <a:pt x="12" y="13"/>
                  <a:pt x="12" y="13"/>
                  <a:pt x="12" y="13"/>
                </a:cubicBezTo>
                <a:cubicBezTo>
                  <a:pt x="61" y="57"/>
                  <a:pt x="61" y="57"/>
                  <a:pt x="61" y="57"/>
                </a:cubicBezTo>
                <a:cubicBezTo>
                  <a:pt x="61" y="57"/>
                  <a:pt x="0" y="152"/>
                  <a:pt x="132" y="249"/>
                </a:cubicBezTo>
                <a:cubicBezTo>
                  <a:pt x="177" y="282"/>
                  <a:pt x="241" y="269"/>
                  <a:pt x="301" y="260"/>
                </a:cubicBezTo>
                <a:cubicBezTo>
                  <a:pt x="301" y="260"/>
                  <a:pt x="265" y="248"/>
                  <a:pt x="266" y="192"/>
                </a:cubicBezTo>
                <a:close/>
                <a:moveTo>
                  <a:pt x="242" y="232"/>
                </a:moveTo>
                <a:cubicBezTo>
                  <a:pt x="241" y="233"/>
                  <a:pt x="241" y="233"/>
                  <a:pt x="240" y="233"/>
                </a:cubicBezTo>
                <a:cubicBezTo>
                  <a:pt x="240" y="233"/>
                  <a:pt x="239" y="232"/>
                  <a:pt x="238" y="232"/>
                </a:cubicBezTo>
                <a:cubicBezTo>
                  <a:pt x="238" y="232"/>
                  <a:pt x="198" y="182"/>
                  <a:pt x="159" y="138"/>
                </a:cubicBezTo>
                <a:cubicBezTo>
                  <a:pt x="115" y="89"/>
                  <a:pt x="106" y="75"/>
                  <a:pt x="106" y="75"/>
                </a:cubicBezTo>
                <a:cubicBezTo>
                  <a:pt x="105" y="74"/>
                  <a:pt x="105" y="72"/>
                  <a:pt x="106" y="71"/>
                </a:cubicBezTo>
                <a:cubicBezTo>
                  <a:pt x="107" y="71"/>
                  <a:pt x="108" y="70"/>
                  <a:pt x="109" y="71"/>
                </a:cubicBezTo>
                <a:cubicBezTo>
                  <a:pt x="109" y="71"/>
                  <a:pt x="144" y="87"/>
                  <a:pt x="178" y="122"/>
                </a:cubicBezTo>
                <a:cubicBezTo>
                  <a:pt x="210" y="156"/>
                  <a:pt x="243" y="229"/>
                  <a:pt x="243" y="229"/>
                </a:cubicBezTo>
                <a:cubicBezTo>
                  <a:pt x="243" y="230"/>
                  <a:pt x="243" y="232"/>
                  <a:pt x="242" y="2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39" name="Freeform 367"/>
          <p:cNvSpPr>
            <a:spLocks noEditPoints="1"/>
          </p:cNvSpPr>
          <p:nvPr/>
        </p:nvSpPr>
        <p:spPr bwMode="auto">
          <a:xfrm>
            <a:off x="4400075" y="3060144"/>
            <a:ext cx="631567" cy="672847"/>
          </a:xfrm>
          <a:custGeom>
            <a:avLst/>
            <a:gdLst>
              <a:gd name="T0" fmla="*/ 251 w 269"/>
              <a:gd name="T1" fmla="*/ 192 h 288"/>
              <a:gd name="T2" fmla="*/ 234 w 269"/>
              <a:gd name="T3" fmla="*/ 209 h 288"/>
              <a:gd name="T4" fmla="*/ 234 w 269"/>
              <a:gd name="T5" fmla="*/ 211 h 288"/>
              <a:gd name="T6" fmla="*/ 201 w 269"/>
              <a:gd name="T7" fmla="*/ 233 h 288"/>
              <a:gd name="T8" fmla="*/ 160 w 269"/>
              <a:gd name="T9" fmla="*/ 240 h 288"/>
              <a:gd name="T10" fmla="*/ 148 w 269"/>
              <a:gd name="T11" fmla="*/ 187 h 288"/>
              <a:gd name="T12" fmla="*/ 146 w 269"/>
              <a:gd name="T13" fmla="*/ 121 h 288"/>
              <a:gd name="T14" fmla="*/ 193 w 269"/>
              <a:gd name="T15" fmla="*/ 121 h 288"/>
              <a:gd name="T16" fmla="*/ 211 w 269"/>
              <a:gd name="T17" fmla="*/ 117 h 288"/>
              <a:gd name="T18" fmla="*/ 222 w 269"/>
              <a:gd name="T19" fmla="*/ 123 h 288"/>
              <a:gd name="T20" fmla="*/ 236 w 269"/>
              <a:gd name="T21" fmla="*/ 109 h 288"/>
              <a:gd name="T22" fmla="*/ 222 w 269"/>
              <a:gd name="T23" fmla="*/ 95 h 288"/>
              <a:gd name="T24" fmla="*/ 210 w 269"/>
              <a:gd name="T25" fmla="*/ 101 h 288"/>
              <a:gd name="T26" fmla="*/ 145 w 269"/>
              <a:gd name="T27" fmla="*/ 101 h 288"/>
              <a:gd name="T28" fmla="*/ 144 w 269"/>
              <a:gd name="T29" fmla="*/ 68 h 288"/>
              <a:gd name="T30" fmla="*/ 169 w 269"/>
              <a:gd name="T31" fmla="*/ 35 h 288"/>
              <a:gd name="T32" fmla="*/ 134 w 269"/>
              <a:gd name="T33" fmla="*/ 0 h 288"/>
              <a:gd name="T34" fmla="*/ 99 w 269"/>
              <a:gd name="T35" fmla="*/ 35 h 288"/>
              <a:gd name="T36" fmla="*/ 124 w 269"/>
              <a:gd name="T37" fmla="*/ 68 h 288"/>
              <a:gd name="T38" fmla="*/ 123 w 269"/>
              <a:gd name="T39" fmla="*/ 101 h 288"/>
              <a:gd name="T40" fmla="*/ 58 w 269"/>
              <a:gd name="T41" fmla="*/ 101 h 288"/>
              <a:gd name="T42" fmla="*/ 46 w 269"/>
              <a:gd name="T43" fmla="*/ 95 h 288"/>
              <a:gd name="T44" fmla="*/ 32 w 269"/>
              <a:gd name="T45" fmla="*/ 109 h 288"/>
              <a:gd name="T46" fmla="*/ 46 w 269"/>
              <a:gd name="T47" fmla="*/ 123 h 288"/>
              <a:gd name="T48" fmla="*/ 57 w 269"/>
              <a:gd name="T49" fmla="*/ 117 h 288"/>
              <a:gd name="T50" fmla="*/ 76 w 269"/>
              <a:gd name="T51" fmla="*/ 121 h 288"/>
              <a:gd name="T52" fmla="*/ 122 w 269"/>
              <a:gd name="T53" fmla="*/ 121 h 288"/>
              <a:gd name="T54" fmla="*/ 120 w 269"/>
              <a:gd name="T55" fmla="*/ 187 h 288"/>
              <a:gd name="T56" fmla="*/ 109 w 269"/>
              <a:gd name="T57" fmla="*/ 239 h 288"/>
              <a:gd name="T58" fmla="*/ 59 w 269"/>
              <a:gd name="T59" fmla="*/ 227 h 288"/>
              <a:gd name="T60" fmla="*/ 34 w 269"/>
              <a:gd name="T61" fmla="*/ 212 h 288"/>
              <a:gd name="T62" fmla="*/ 35 w 269"/>
              <a:gd name="T63" fmla="*/ 209 h 288"/>
              <a:gd name="T64" fmla="*/ 17 w 269"/>
              <a:gd name="T65" fmla="*/ 192 h 288"/>
              <a:gd name="T66" fmla="*/ 0 w 269"/>
              <a:gd name="T67" fmla="*/ 209 h 288"/>
              <a:gd name="T68" fmla="*/ 17 w 269"/>
              <a:gd name="T69" fmla="*/ 227 h 288"/>
              <a:gd name="T70" fmla="*/ 21 w 269"/>
              <a:gd name="T71" fmla="*/ 226 h 288"/>
              <a:gd name="T72" fmla="*/ 48 w 269"/>
              <a:gd name="T73" fmla="*/ 247 h 288"/>
              <a:gd name="T74" fmla="*/ 102 w 269"/>
              <a:gd name="T75" fmla="*/ 273 h 288"/>
              <a:gd name="T76" fmla="*/ 135 w 269"/>
              <a:gd name="T77" fmla="*/ 288 h 288"/>
              <a:gd name="T78" fmla="*/ 166 w 269"/>
              <a:gd name="T79" fmla="*/ 273 h 288"/>
              <a:gd name="T80" fmla="*/ 220 w 269"/>
              <a:gd name="T81" fmla="*/ 247 h 288"/>
              <a:gd name="T82" fmla="*/ 247 w 269"/>
              <a:gd name="T83" fmla="*/ 226 h 288"/>
              <a:gd name="T84" fmla="*/ 251 w 269"/>
              <a:gd name="T85" fmla="*/ 227 h 288"/>
              <a:gd name="T86" fmla="*/ 269 w 269"/>
              <a:gd name="T87" fmla="*/ 209 h 288"/>
              <a:gd name="T88" fmla="*/ 251 w 269"/>
              <a:gd name="T89" fmla="*/ 192 h 288"/>
              <a:gd name="T90" fmla="*/ 115 w 269"/>
              <a:gd name="T91" fmla="*/ 35 h 288"/>
              <a:gd name="T92" fmla="*/ 134 w 269"/>
              <a:gd name="T93" fmla="*/ 16 h 288"/>
              <a:gd name="T94" fmla="*/ 152 w 269"/>
              <a:gd name="T95" fmla="*/ 35 h 288"/>
              <a:gd name="T96" fmla="*/ 134 w 269"/>
              <a:gd name="T97" fmla="*/ 53 h 288"/>
              <a:gd name="T98" fmla="*/ 115 w 269"/>
              <a:gd name="T99" fmla="*/ 35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69" h="288">
                <a:moveTo>
                  <a:pt x="251" y="192"/>
                </a:moveTo>
                <a:cubicBezTo>
                  <a:pt x="241" y="192"/>
                  <a:pt x="234" y="200"/>
                  <a:pt x="234" y="209"/>
                </a:cubicBezTo>
                <a:cubicBezTo>
                  <a:pt x="234" y="210"/>
                  <a:pt x="234" y="211"/>
                  <a:pt x="234" y="211"/>
                </a:cubicBezTo>
                <a:cubicBezTo>
                  <a:pt x="226" y="217"/>
                  <a:pt x="215" y="224"/>
                  <a:pt x="201" y="233"/>
                </a:cubicBezTo>
                <a:cubicBezTo>
                  <a:pt x="189" y="240"/>
                  <a:pt x="174" y="241"/>
                  <a:pt x="160" y="240"/>
                </a:cubicBezTo>
                <a:cubicBezTo>
                  <a:pt x="148" y="187"/>
                  <a:pt x="148" y="187"/>
                  <a:pt x="148" y="187"/>
                </a:cubicBezTo>
                <a:cubicBezTo>
                  <a:pt x="148" y="187"/>
                  <a:pt x="147" y="153"/>
                  <a:pt x="146" y="121"/>
                </a:cubicBezTo>
                <a:cubicBezTo>
                  <a:pt x="193" y="121"/>
                  <a:pt x="193" y="121"/>
                  <a:pt x="193" y="121"/>
                </a:cubicBezTo>
                <a:cubicBezTo>
                  <a:pt x="211" y="117"/>
                  <a:pt x="211" y="117"/>
                  <a:pt x="211" y="117"/>
                </a:cubicBezTo>
                <a:cubicBezTo>
                  <a:pt x="213" y="120"/>
                  <a:pt x="217" y="123"/>
                  <a:pt x="222" y="123"/>
                </a:cubicBezTo>
                <a:cubicBezTo>
                  <a:pt x="230" y="123"/>
                  <a:pt x="236" y="116"/>
                  <a:pt x="236" y="109"/>
                </a:cubicBezTo>
                <a:cubicBezTo>
                  <a:pt x="236" y="101"/>
                  <a:pt x="230" y="95"/>
                  <a:pt x="222" y="95"/>
                </a:cubicBezTo>
                <a:cubicBezTo>
                  <a:pt x="217" y="95"/>
                  <a:pt x="213" y="97"/>
                  <a:pt x="210" y="101"/>
                </a:cubicBezTo>
                <a:cubicBezTo>
                  <a:pt x="145" y="101"/>
                  <a:pt x="145" y="101"/>
                  <a:pt x="145" y="101"/>
                </a:cubicBezTo>
                <a:cubicBezTo>
                  <a:pt x="145" y="87"/>
                  <a:pt x="144" y="75"/>
                  <a:pt x="144" y="68"/>
                </a:cubicBezTo>
                <a:cubicBezTo>
                  <a:pt x="158" y="63"/>
                  <a:pt x="169" y="50"/>
                  <a:pt x="169" y="35"/>
                </a:cubicBezTo>
                <a:cubicBezTo>
                  <a:pt x="169" y="16"/>
                  <a:pt x="153" y="0"/>
                  <a:pt x="134" y="0"/>
                </a:cubicBezTo>
                <a:cubicBezTo>
                  <a:pt x="115" y="0"/>
                  <a:pt x="99" y="16"/>
                  <a:pt x="99" y="35"/>
                </a:cubicBezTo>
                <a:cubicBezTo>
                  <a:pt x="99" y="50"/>
                  <a:pt x="110" y="64"/>
                  <a:pt x="124" y="68"/>
                </a:cubicBezTo>
                <a:cubicBezTo>
                  <a:pt x="124" y="75"/>
                  <a:pt x="124" y="87"/>
                  <a:pt x="123" y="101"/>
                </a:cubicBezTo>
                <a:cubicBezTo>
                  <a:pt x="58" y="101"/>
                  <a:pt x="58" y="101"/>
                  <a:pt x="58" y="101"/>
                </a:cubicBezTo>
                <a:cubicBezTo>
                  <a:pt x="55" y="97"/>
                  <a:pt x="51" y="95"/>
                  <a:pt x="46" y="95"/>
                </a:cubicBezTo>
                <a:cubicBezTo>
                  <a:pt x="38" y="95"/>
                  <a:pt x="32" y="101"/>
                  <a:pt x="32" y="109"/>
                </a:cubicBezTo>
                <a:cubicBezTo>
                  <a:pt x="32" y="116"/>
                  <a:pt x="38" y="123"/>
                  <a:pt x="46" y="123"/>
                </a:cubicBezTo>
                <a:cubicBezTo>
                  <a:pt x="51" y="123"/>
                  <a:pt x="55" y="120"/>
                  <a:pt x="57" y="117"/>
                </a:cubicBezTo>
                <a:cubicBezTo>
                  <a:pt x="76" y="121"/>
                  <a:pt x="76" y="121"/>
                  <a:pt x="76" y="121"/>
                </a:cubicBezTo>
                <a:cubicBezTo>
                  <a:pt x="122" y="121"/>
                  <a:pt x="122" y="121"/>
                  <a:pt x="122" y="121"/>
                </a:cubicBezTo>
                <a:cubicBezTo>
                  <a:pt x="121" y="153"/>
                  <a:pt x="120" y="187"/>
                  <a:pt x="120" y="187"/>
                </a:cubicBezTo>
                <a:cubicBezTo>
                  <a:pt x="109" y="239"/>
                  <a:pt x="109" y="239"/>
                  <a:pt x="109" y="239"/>
                </a:cubicBezTo>
                <a:cubicBezTo>
                  <a:pt x="91" y="239"/>
                  <a:pt x="73" y="237"/>
                  <a:pt x="59" y="227"/>
                </a:cubicBezTo>
                <a:cubicBezTo>
                  <a:pt x="49" y="221"/>
                  <a:pt x="41" y="217"/>
                  <a:pt x="34" y="212"/>
                </a:cubicBezTo>
                <a:cubicBezTo>
                  <a:pt x="35" y="211"/>
                  <a:pt x="35" y="210"/>
                  <a:pt x="35" y="209"/>
                </a:cubicBezTo>
                <a:cubicBezTo>
                  <a:pt x="35" y="200"/>
                  <a:pt x="27" y="192"/>
                  <a:pt x="17" y="192"/>
                </a:cubicBezTo>
                <a:cubicBezTo>
                  <a:pt x="8" y="192"/>
                  <a:pt x="0" y="200"/>
                  <a:pt x="0" y="209"/>
                </a:cubicBezTo>
                <a:cubicBezTo>
                  <a:pt x="0" y="219"/>
                  <a:pt x="8" y="227"/>
                  <a:pt x="17" y="227"/>
                </a:cubicBezTo>
                <a:cubicBezTo>
                  <a:pt x="19" y="227"/>
                  <a:pt x="20" y="227"/>
                  <a:pt x="21" y="226"/>
                </a:cubicBezTo>
                <a:cubicBezTo>
                  <a:pt x="28" y="232"/>
                  <a:pt x="37" y="239"/>
                  <a:pt x="48" y="247"/>
                </a:cubicBezTo>
                <a:cubicBezTo>
                  <a:pt x="64" y="257"/>
                  <a:pt x="82" y="267"/>
                  <a:pt x="102" y="273"/>
                </a:cubicBezTo>
                <a:cubicBezTo>
                  <a:pt x="105" y="274"/>
                  <a:pt x="128" y="288"/>
                  <a:pt x="135" y="288"/>
                </a:cubicBezTo>
                <a:cubicBezTo>
                  <a:pt x="141" y="288"/>
                  <a:pt x="161" y="276"/>
                  <a:pt x="166" y="273"/>
                </a:cubicBezTo>
                <a:cubicBezTo>
                  <a:pt x="186" y="267"/>
                  <a:pt x="205" y="257"/>
                  <a:pt x="220" y="247"/>
                </a:cubicBezTo>
                <a:cubicBezTo>
                  <a:pt x="231" y="239"/>
                  <a:pt x="241" y="232"/>
                  <a:pt x="247" y="226"/>
                </a:cubicBezTo>
                <a:cubicBezTo>
                  <a:pt x="248" y="227"/>
                  <a:pt x="250" y="227"/>
                  <a:pt x="251" y="227"/>
                </a:cubicBezTo>
                <a:cubicBezTo>
                  <a:pt x="261" y="227"/>
                  <a:pt x="269" y="219"/>
                  <a:pt x="269" y="209"/>
                </a:cubicBezTo>
                <a:cubicBezTo>
                  <a:pt x="269" y="200"/>
                  <a:pt x="261" y="192"/>
                  <a:pt x="251" y="192"/>
                </a:cubicBezTo>
                <a:close/>
                <a:moveTo>
                  <a:pt x="115" y="35"/>
                </a:moveTo>
                <a:cubicBezTo>
                  <a:pt x="115" y="25"/>
                  <a:pt x="124" y="16"/>
                  <a:pt x="134" y="16"/>
                </a:cubicBezTo>
                <a:cubicBezTo>
                  <a:pt x="144" y="16"/>
                  <a:pt x="152" y="25"/>
                  <a:pt x="152" y="35"/>
                </a:cubicBezTo>
                <a:cubicBezTo>
                  <a:pt x="152" y="45"/>
                  <a:pt x="144" y="53"/>
                  <a:pt x="134" y="53"/>
                </a:cubicBezTo>
                <a:cubicBezTo>
                  <a:pt x="124" y="53"/>
                  <a:pt x="115" y="45"/>
                  <a:pt x="115" y="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40" name="Freeform 34"/>
          <p:cNvSpPr>
            <a:spLocks noEditPoints="1"/>
          </p:cNvSpPr>
          <p:nvPr/>
        </p:nvSpPr>
        <p:spPr bwMode="auto">
          <a:xfrm>
            <a:off x="6875240" y="3062711"/>
            <a:ext cx="733424" cy="667713"/>
          </a:xfrm>
          <a:custGeom>
            <a:avLst/>
            <a:gdLst>
              <a:gd name="T0" fmla="*/ 23 w 124"/>
              <a:gd name="T1" fmla="*/ 38 h 113"/>
              <a:gd name="T2" fmla="*/ 0 w 124"/>
              <a:gd name="T3" fmla="*/ 66 h 113"/>
              <a:gd name="T4" fmla="*/ 47 w 124"/>
              <a:gd name="T5" fmla="*/ 98 h 113"/>
              <a:gd name="T6" fmla="*/ 61 w 124"/>
              <a:gd name="T7" fmla="*/ 96 h 113"/>
              <a:gd name="T8" fmla="*/ 78 w 124"/>
              <a:gd name="T9" fmla="*/ 113 h 113"/>
              <a:gd name="T10" fmla="*/ 74 w 124"/>
              <a:gd name="T11" fmla="*/ 92 h 113"/>
              <a:gd name="T12" fmla="*/ 93 w 124"/>
              <a:gd name="T13" fmla="*/ 71 h 113"/>
              <a:gd name="T14" fmla="*/ 74 w 124"/>
              <a:gd name="T15" fmla="*/ 74 h 113"/>
              <a:gd name="T16" fmla="*/ 61 w 124"/>
              <a:gd name="T17" fmla="*/ 73 h 113"/>
              <a:gd name="T18" fmla="*/ 43 w 124"/>
              <a:gd name="T19" fmla="*/ 85 h 113"/>
              <a:gd name="T20" fmla="*/ 43 w 124"/>
              <a:gd name="T21" fmla="*/ 66 h 113"/>
              <a:gd name="T22" fmla="*/ 23 w 124"/>
              <a:gd name="T23" fmla="*/ 38 h 113"/>
              <a:gd name="T24" fmla="*/ 77 w 124"/>
              <a:gd name="T25" fmla="*/ 0 h 113"/>
              <a:gd name="T26" fmla="*/ 30 w 124"/>
              <a:gd name="T27" fmla="*/ 33 h 113"/>
              <a:gd name="T28" fmla="*/ 50 w 124"/>
              <a:gd name="T29" fmla="*/ 59 h 113"/>
              <a:gd name="T30" fmla="*/ 50 w 124"/>
              <a:gd name="T31" fmla="*/ 72 h 113"/>
              <a:gd name="T32" fmla="*/ 63 w 124"/>
              <a:gd name="T33" fmla="*/ 64 h 113"/>
              <a:gd name="T34" fmla="*/ 77 w 124"/>
              <a:gd name="T35" fmla="*/ 65 h 113"/>
              <a:gd name="T36" fmla="*/ 124 w 124"/>
              <a:gd name="T37" fmla="*/ 33 h 113"/>
              <a:gd name="T38" fmla="*/ 77 w 124"/>
              <a:gd name="T39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4" h="113">
                <a:moveTo>
                  <a:pt x="23" y="38"/>
                </a:moveTo>
                <a:cubicBezTo>
                  <a:pt x="9" y="43"/>
                  <a:pt x="0" y="54"/>
                  <a:pt x="0" y="66"/>
                </a:cubicBezTo>
                <a:cubicBezTo>
                  <a:pt x="0" y="83"/>
                  <a:pt x="21" y="98"/>
                  <a:pt x="47" y="98"/>
                </a:cubicBezTo>
                <a:cubicBezTo>
                  <a:pt x="52" y="98"/>
                  <a:pt x="57" y="97"/>
                  <a:pt x="61" y="96"/>
                </a:cubicBezTo>
                <a:cubicBezTo>
                  <a:pt x="78" y="113"/>
                  <a:pt x="78" y="113"/>
                  <a:pt x="78" y="113"/>
                </a:cubicBezTo>
                <a:cubicBezTo>
                  <a:pt x="74" y="92"/>
                  <a:pt x="74" y="92"/>
                  <a:pt x="74" y="92"/>
                </a:cubicBezTo>
                <a:cubicBezTo>
                  <a:pt x="84" y="87"/>
                  <a:pt x="91" y="80"/>
                  <a:pt x="93" y="71"/>
                </a:cubicBezTo>
                <a:cubicBezTo>
                  <a:pt x="87" y="73"/>
                  <a:pt x="81" y="74"/>
                  <a:pt x="74" y="74"/>
                </a:cubicBezTo>
                <a:cubicBezTo>
                  <a:pt x="70" y="74"/>
                  <a:pt x="65" y="74"/>
                  <a:pt x="61" y="73"/>
                </a:cubicBezTo>
                <a:cubicBezTo>
                  <a:pt x="59" y="74"/>
                  <a:pt x="43" y="85"/>
                  <a:pt x="43" y="85"/>
                </a:cubicBezTo>
                <a:cubicBezTo>
                  <a:pt x="43" y="85"/>
                  <a:pt x="43" y="70"/>
                  <a:pt x="43" y="66"/>
                </a:cubicBezTo>
                <a:cubicBezTo>
                  <a:pt x="31" y="60"/>
                  <a:pt x="23" y="49"/>
                  <a:pt x="23" y="38"/>
                </a:cubicBezTo>
                <a:moveTo>
                  <a:pt x="77" y="0"/>
                </a:moveTo>
                <a:cubicBezTo>
                  <a:pt x="51" y="0"/>
                  <a:pt x="30" y="15"/>
                  <a:pt x="30" y="33"/>
                </a:cubicBezTo>
                <a:cubicBezTo>
                  <a:pt x="30" y="44"/>
                  <a:pt x="38" y="53"/>
                  <a:pt x="50" y="59"/>
                </a:cubicBezTo>
                <a:cubicBezTo>
                  <a:pt x="50" y="72"/>
                  <a:pt x="50" y="72"/>
                  <a:pt x="50" y="72"/>
                </a:cubicBezTo>
                <a:cubicBezTo>
                  <a:pt x="63" y="64"/>
                  <a:pt x="63" y="64"/>
                  <a:pt x="63" y="64"/>
                </a:cubicBezTo>
                <a:cubicBezTo>
                  <a:pt x="67" y="65"/>
                  <a:pt x="72" y="65"/>
                  <a:pt x="77" y="65"/>
                </a:cubicBezTo>
                <a:cubicBezTo>
                  <a:pt x="103" y="65"/>
                  <a:pt x="124" y="51"/>
                  <a:pt x="124" y="33"/>
                </a:cubicBezTo>
                <a:cubicBezTo>
                  <a:pt x="124" y="15"/>
                  <a:pt x="103" y="0"/>
                  <a:pt x="77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1" name="Freeform 35"/>
          <p:cNvSpPr>
            <a:spLocks noEditPoints="1"/>
          </p:cNvSpPr>
          <p:nvPr/>
        </p:nvSpPr>
        <p:spPr bwMode="auto">
          <a:xfrm>
            <a:off x="9633450" y="3079860"/>
            <a:ext cx="769436" cy="633415"/>
          </a:xfrm>
          <a:custGeom>
            <a:avLst/>
            <a:gdLst>
              <a:gd name="T0" fmla="*/ 18 w 136"/>
              <a:gd name="T1" fmla="*/ 63 h 112"/>
              <a:gd name="T2" fmla="*/ 80 w 136"/>
              <a:gd name="T3" fmla="*/ 63 h 112"/>
              <a:gd name="T4" fmla="*/ 56 w 136"/>
              <a:gd name="T5" fmla="*/ 14 h 112"/>
              <a:gd name="T6" fmla="*/ 41 w 136"/>
              <a:gd name="T7" fmla="*/ 23 h 112"/>
              <a:gd name="T8" fmla="*/ 19 w 136"/>
              <a:gd name="T9" fmla="*/ 23 h 112"/>
              <a:gd name="T10" fmla="*/ 15 w 136"/>
              <a:gd name="T11" fmla="*/ 40 h 112"/>
              <a:gd name="T12" fmla="*/ 0 w 136"/>
              <a:gd name="T13" fmla="*/ 55 h 112"/>
              <a:gd name="T14" fmla="*/ 9 w 136"/>
              <a:gd name="T15" fmla="*/ 70 h 112"/>
              <a:gd name="T16" fmla="*/ 9 w 136"/>
              <a:gd name="T17" fmla="*/ 92 h 112"/>
              <a:gd name="T18" fmla="*/ 26 w 136"/>
              <a:gd name="T19" fmla="*/ 97 h 112"/>
              <a:gd name="T20" fmla="*/ 41 w 136"/>
              <a:gd name="T21" fmla="*/ 112 h 112"/>
              <a:gd name="T22" fmla="*/ 56 w 136"/>
              <a:gd name="T23" fmla="*/ 103 h 112"/>
              <a:gd name="T24" fmla="*/ 78 w 136"/>
              <a:gd name="T25" fmla="*/ 103 h 112"/>
              <a:gd name="T26" fmla="*/ 83 w 136"/>
              <a:gd name="T27" fmla="*/ 86 h 112"/>
              <a:gd name="T28" fmla="*/ 98 w 136"/>
              <a:gd name="T29" fmla="*/ 70 h 112"/>
              <a:gd name="T30" fmla="*/ 89 w 136"/>
              <a:gd name="T31" fmla="*/ 55 h 112"/>
              <a:gd name="T32" fmla="*/ 89 w 136"/>
              <a:gd name="T33" fmla="*/ 33 h 112"/>
              <a:gd name="T34" fmla="*/ 72 w 136"/>
              <a:gd name="T35" fmla="*/ 29 h 112"/>
              <a:gd name="T36" fmla="*/ 56 w 136"/>
              <a:gd name="T37" fmla="*/ 14 h 112"/>
              <a:gd name="T38" fmla="*/ 100 w 136"/>
              <a:gd name="T39" fmla="*/ 23 h 112"/>
              <a:gd name="T40" fmla="*/ 124 w 136"/>
              <a:gd name="T41" fmla="*/ 23 h 112"/>
              <a:gd name="T42" fmla="*/ 116 w 136"/>
              <a:gd name="T43" fmla="*/ 0 h 112"/>
              <a:gd name="T44" fmla="*/ 108 w 136"/>
              <a:gd name="T45" fmla="*/ 4 h 112"/>
              <a:gd name="T46" fmla="*/ 98 w 136"/>
              <a:gd name="T47" fmla="*/ 4 h 112"/>
              <a:gd name="T48" fmla="*/ 96 w 136"/>
              <a:gd name="T49" fmla="*/ 12 h 112"/>
              <a:gd name="T50" fmla="*/ 88 w 136"/>
              <a:gd name="T51" fmla="*/ 20 h 112"/>
              <a:gd name="T52" fmla="*/ 93 w 136"/>
              <a:gd name="T53" fmla="*/ 27 h 112"/>
              <a:gd name="T54" fmla="*/ 93 w 136"/>
              <a:gd name="T55" fmla="*/ 37 h 112"/>
              <a:gd name="T56" fmla="*/ 101 w 136"/>
              <a:gd name="T57" fmla="*/ 39 h 112"/>
              <a:gd name="T58" fmla="*/ 108 w 136"/>
              <a:gd name="T59" fmla="*/ 47 h 112"/>
              <a:gd name="T60" fmla="*/ 116 w 136"/>
              <a:gd name="T61" fmla="*/ 42 h 112"/>
              <a:gd name="T62" fmla="*/ 126 w 136"/>
              <a:gd name="T63" fmla="*/ 43 h 112"/>
              <a:gd name="T64" fmla="*/ 128 w 136"/>
              <a:gd name="T65" fmla="*/ 34 h 112"/>
              <a:gd name="T66" fmla="*/ 136 w 136"/>
              <a:gd name="T67" fmla="*/ 27 h 112"/>
              <a:gd name="T68" fmla="*/ 131 w 136"/>
              <a:gd name="T69" fmla="*/ 20 h 112"/>
              <a:gd name="T70" fmla="*/ 131 w 136"/>
              <a:gd name="T71" fmla="*/ 9 h 112"/>
              <a:gd name="T72" fmla="*/ 123 w 136"/>
              <a:gd name="T73" fmla="*/ 7 h 112"/>
              <a:gd name="T74" fmla="*/ 116 w 136"/>
              <a:gd name="T7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" h="112">
                <a:moveTo>
                  <a:pt x="49" y="94"/>
                </a:moveTo>
                <a:cubicBezTo>
                  <a:pt x="32" y="94"/>
                  <a:pt x="18" y="80"/>
                  <a:pt x="18" y="63"/>
                </a:cubicBezTo>
                <a:cubicBezTo>
                  <a:pt x="18" y="46"/>
                  <a:pt x="32" y="32"/>
                  <a:pt x="49" y="32"/>
                </a:cubicBezTo>
                <a:cubicBezTo>
                  <a:pt x="66" y="32"/>
                  <a:pt x="80" y="46"/>
                  <a:pt x="80" y="63"/>
                </a:cubicBezTo>
                <a:cubicBezTo>
                  <a:pt x="80" y="80"/>
                  <a:pt x="66" y="94"/>
                  <a:pt x="49" y="94"/>
                </a:cubicBezTo>
                <a:moveTo>
                  <a:pt x="56" y="14"/>
                </a:moveTo>
                <a:cubicBezTo>
                  <a:pt x="41" y="14"/>
                  <a:pt x="41" y="14"/>
                  <a:pt x="41" y="14"/>
                </a:cubicBezTo>
                <a:cubicBezTo>
                  <a:pt x="41" y="23"/>
                  <a:pt x="41" y="23"/>
                  <a:pt x="41" y="23"/>
                </a:cubicBezTo>
                <a:cubicBezTo>
                  <a:pt x="36" y="24"/>
                  <a:pt x="30" y="26"/>
                  <a:pt x="26" y="29"/>
                </a:cubicBezTo>
                <a:cubicBezTo>
                  <a:pt x="19" y="23"/>
                  <a:pt x="19" y="23"/>
                  <a:pt x="19" y="23"/>
                </a:cubicBezTo>
                <a:cubicBezTo>
                  <a:pt x="9" y="33"/>
                  <a:pt x="9" y="33"/>
                  <a:pt x="9" y="33"/>
                </a:cubicBezTo>
                <a:cubicBezTo>
                  <a:pt x="15" y="40"/>
                  <a:pt x="15" y="40"/>
                  <a:pt x="15" y="40"/>
                </a:cubicBezTo>
                <a:cubicBezTo>
                  <a:pt x="12" y="44"/>
                  <a:pt x="10" y="50"/>
                  <a:pt x="9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70"/>
                  <a:pt x="0" y="70"/>
                  <a:pt x="0" y="70"/>
                </a:cubicBezTo>
                <a:cubicBezTo>
                  <a:pt x="9" y="70"/>
                  <a:pt x="9" y="70"/>
                  <a:pt x="9" y="70"/>
                </a:cubicBezTo>
                <a:cubicBezTo>
                  <a:pt x="10" y="76"/>
                  <a:pt x="12" y="81"/>
                  <a:pt x="15" y="86"/>
                </a:cubicBezTo>
                <a:cubicBezTo>
                  <a:pt x="9" y="92"/>
                  <a:pt x="9" y="92"/>
                  <a:pt x="9" y="92"/>
                </a:cubicBezTo>
                <a:cubicBezTo>
                  <a:pt x="19" y="103"/>
                  <a:pt x="19" y="103"/>
                  <a:pt x="19" y="103"/>
                </a:cubicBezTo>
                <a:cubicBezTo>
                  <a:pt x="26" y="97"/>
                  <a:pt x="26" y="97"/>
                  <a:pt x="26" y="97"/>
                </a:cubicBezTo>
                <a:cubicBezTo>
                  <a:pt x="30" y="100"/>
                  <a:pt x="36" y="102"/>
                  <a:pt x="41" y="103"/>
                </a:cubicBezTo>
                <a:cubicBezTo>
                  <a:pt x="41" y="112"/>
                  <a:pt x="41" y="112"/>
                  <a:pt x="41" y="112"/>
                </a:cubicBezTo>
                <a:cubicBezTo>
                  <a:pt x="56" y="112"/>
                  <a:pt x="56" y="112"/>
                  <a:pt x="56" y="112"/>
                </a:cubicBezTo>
                <a:cubicBezTo>
                  <a:pt x="56" y="103"/>
                  <a:pt x="56" y="103"/>
                  <a:pt x="56" y="103"/>
                </a:cubicBezTo>
                <a:cubicBezTo>
                  <a:pt x="62" y="102"/>
                  <a:pt x="67" y="100"/>
                  <a:pt x="72" y="97"/>
                </a:cubicBezTo>
                <a:cubicBezTo>
                  <a:pt x="78" y="103"/>
                  <a:pt x="78" y="103"/>
                  <a:pt x="78" y="103"/>
                </a:cubicBezTo>
                <a:cubicBezTo>
                  <a:pt x="89" y="92"/>
                  <a:pt x="89" y="92"/>
                  <a:pt x="89" y="92"/>
                </a:cubicBezTo>
                <a:cubicBezTo>
                  <a:pt x="83" y="86"/>
                  <a:pt x="83" y="86"/>
                  <a:pt x="83" y="86"/>
                </a:cubicBezTo>
                <a:cubicBezTo>
                  <a:pt x="86" y="81"/>
                  <a:pt x="88" y="76"/>
                  <a:pt x="89" y="70"/>
                </a:cubicBezTo>
                <a:cubicBezTo>
                  <a:pt x="98" y="70"/>
                  <a:pt x="98" y="70"/>
                  <a:pt x="98" y="70"/>
                </a:cubicBezTo>
                <a:cubicBezTo>
                  <a:pt x="98" y="55"/>
                  <a:pt x="98" y="55"/>
                  <a:pt x="98" y="55"/>
                </a:cubicBezTo>
                <a:cubicBezTo>
                  <a:pt x="89" y="55"/>
                  <a:pt x="89" y="55"/>
                  <a:pt x="89" y="55"/>
                </a:cubicBezTo>
                <a:cubicBezTo>
                  <a:pt x="88" y="50"/>
                  <a:pt x="86" y="44"/>
                  <a:pt x="83" y="40"/>
                </a:cubicBezTo>
                <a:cubicBezTo>
                  <a:pt x="89" y="33"/>
                  <a:pt x="89" y="33"/>
                  <a:pt x="89" y="33"/>
                </a:cubicBezTo>
                <a:cubicBezTo>
                  <a:pt x="78" y="23"/>
                  <a:pt x="78" y="23"/>
                  <a:pt x="78" y="23"/>
                </a:cubicBezTo>
                <a:cubicBezTo>
                  <a:pt x="72" y="29"/>
                  <a:pt x="72" y="29"/>
                  <a:pt x="72" y="29"/>
                </a:cubicBezTo>
                <a:cubicBezTo>
                  <a:pt x="67" y="26"/>
                  <a:pt x="62" y="24"/>
                  <a:pt x="56" y="23"/>
                </a:cubicBezTo>
                <a:cubicBezTo>
                  <a:pt x="56" y="14"/>
                  <a:pt x="56" y="14"/>
                  <a:pt x="56" y="14"/>
                </a:cubicBezTo>
                <a:moveTo>
                  <a:pt x="112" y="35"/>
                </a:moveTo>
                <a:cubicBezTo>
                  <a:pt x="105" y="35"/>
                  <a:pt x="100" y="30"/>
                  <a:pt x="100" y="23"/>
                </a:cubicBezTo>
                <a:cubicBezTo>
                  <a:pt x="100" y="16"/>
                  <a:pt x="105" y="11"/>
                  <a:pt x="112" y="11"/>
                </a:cubicBezTo>
                <a:cubicBezTo>
                  <a:pt x="119" y="11"/>
                  <a:pt x="124" y="16"/>
                  <a:pt x="124" y="23"/>
                </a:cubicBezTo>
                <a:cubicBezTo>
                  <a:pt x="124" y="30"/>
                  <a:pt x="119" y="35"/>
                  <a:pt x="112" y="35"/>
                </a:cubicBezTo>
                <a:moveTo>
                  <a:pt x="116" y="0"/>
                </a:moveTo>
                <a:cubicBezTo>
                  <a:pt x="108" y="0"/>
                  <a:pt x="108" y="0"/>
                  <a:pt x="108" y="0"/>
                </a:cubicBezTo>
                <a:cubicBezTo>
                  <a:pt x="108" y="4"/>
                  <a:pt x="108" y="4"/>
                  <a:pt x="108" y="4"/>
                </a:cubicBezTo>
                <a:cubicBezTo>
                  <a:pt x="106" y="4"/>
                  <a:pt x="103" y="6"/>
                  <a:pt x="101" y="7"/>
                </a:cubicBezTo>
                <a:cubicBezTo>
                  <a:pt x="98" y="4"/>
                  <a:pt x="98" y="4"/>
                  <a:pt x="98" y="4"/>
                </a:cubicBezTo>
                <a:cubicBezTo>
                  <a:pt x="93" y="9"/>
                  <a:pt x="93" y="9"/>
                  <a:pt x="93" y="9"/>
                </a:cubicBezTo>
                <a:cubicBezTo>
                  <a:pt x="96" y="12"/>
                  <a:pt x="96" y="12"/>
                  <a:pt x="96" y="12"/>
                </a:cubicBezTo>
                <a:cubicBezTo>
                  <a:pt x="94" y="14"/>
                  <a:pt x="93" y="17"/>
                  <a:pt x="93" y="20"/>
                </a:cubicBezTo>
                <a:cubicBezTo>
                  <a:pt x="88" y="20"/>
                  <a:pt x="88" y="20"/>
                  <a:pt x="88" y="20"/>
                </a:cubicBezTo>
                <a:cubicBezTo>
                  <a:pt x="88" y="27"/>
                  <a:pt x="88" y="27"/>
                  <a:pt x="88" y="27"/>
                </a:cubicBezTo>
                <a:cubicBezTo>
                  <a:pt x="93" y="27"/>
                  <a:pt x="93" y="27"/>
                  <a:pt x="93" y="27"/>
                </a:cubicBezTo>
                <a:cubicBezTo>
                  <a:pt x="93" y="30"/>
                  <a:pt x="94" y="32"/>
                  <a:pt x="96" y="34"/>
                </a:cubicBezTo>
                <a:cubicBezTo>
                  <a:pt x="93" y="37"/>
                  <a:pt x="93" y="37"/>
                  <a:pt x="93" y="37"/>
                </a:cubicBezTo>
                <a:cubicBezTo>
                  <a:pt x="98" y="43"/>
                  <a:pt x="98" y="43"/>
                  <a:pt x="98" y="43"/>
                </a:cubicBezTo>
                <a:cubicBezTo>
                  <a:pt x="101" y="39"/>
                  <a:pt x="101" y="39"/>
                  <a:pt x="101" y="39"/>
                </a:cubicBezTo>
                <a:cubicBezTo>
                  <a:pt x="103" y="41"/>
                  <a:pt x="106" y="42"/>
                  <a:pt x="108" y="42"/>
                </a:cubicBezTo>
                <a:cubicBezTo>
                  <a:pt x="108" y="47"/>
                  <a:pt x="108" y="47"/>
                  <a:pt x="108" y="47"/>
                </a:cubicBezTo>
                <a:cubicBezTo>
                  <a:pt x="116" y="47"/>
                  <a:pt x="116" y="47"/>
                  <a:pt x="116" y="47"/>
                </a:cubicBezTo>
                <a:cubicBezTo>
                  <a:pt x="116" y="42"/>
                  <a:pt x="116" y="42"/>
                  <a:pt x="116" y="42"/>
                </a:cubicBezTo>
                <a:cubicBezTo>
                  <a:pt x="118" y="42"/>
                  <a:pt x="121" y="41"/>
                  <a:pt x="123" y="39"/>
                </a:cubicBezTo>
                <a:cubicBezTo>
                  <a:pt x="126" y="43"/>
                  <a:pt x="126" y="43"/>
                  <a:pt x="126" y="43"/>
                </a:cubicBezTo>
                <a:cubicBezTo>
                  <a:pt x="131" y="37"/>
                  <a:pt x="131" y="37"/>
                  <a:pt x="131" y="37"/>
                </a:cubicBezTo>
                <a:cubicBezTo>
                  <a:pt x="128" y="34"/>
                  <a:pt x="128" y="34"/>
                  <a:pt x="128" y="34"/>
                </a:cubicBezTo>
                <a:cubicBezTo>
                  <a:pt x="130" y="32"/>
                  <a:pt x="131" y="30"/>
                  <a:pt x="131" y="27"/>
                </a:cubicBezTo>
                <a:cubicBezTo>
                  <a:pt x="136" y="27"/>
                  <a:pt x="136" y="27"/>
                  <a:pt x="136" y="27"/>
                </a:cubicBezTo>
                <a:cubicBezTo>
                  <a:pt x="136" y="20"/>
                  <a:pt x="136" y="20"/>
                  <a:pt x="136" y="20"/>
                </a:cubicBezTo>
                <a:cubicBezTo>
                  <a:pt x="131" y="20"/>
                  <a:pt x="131" y="20"/>
                  <a:pt x="131" y="20"/>
                </a:cubicBezTo>
                <a:cubicBezTo>
                  <a:pt x="131" y="17"/>
                  <a:pt x="130" y="14"/>
                  <a:pt x="128" y="12"/>
                </a:cubicBezTo>
                <a:cubicBezTo>
                  <a:pt x="131" y="9"/>
                  <a:pt x="131" y="9"/>
                  <a:pt x="131" y="9"/>
                </a:cubicBezTo>
                <a:cubicBezTo>
                  <a:pt x="126" y="4"/>
                  <a:pt x="126" y="4"/>
                  <a:pt x="126" y="4"/>
                </a:cubicBezTo>
                <a:cubicBezTo>
                  <a:pt x="123" y="7"/>
                  <a:pt x="123" y="7"/>
                  <a:pt x="123" y="7"/>
                </a:cubicBezTo>
                <a:cubicBezTo>
                  <a:pt x="121" y="6"/>
                  <a:pt x="118" y="4"/>
                  <a:pt x="116" y="4"/>
                </a:cubicBezTo>
                <a:cubicBezTo>
                  <a:pt x="116" y="0"/>
                  <a:pt x="116" y="0"/>
                  <a:pt x="116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541666" y="4700248"/>
            <a:ext cx="1338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1030952" y="5164982"/>
            <a:ext cx="2359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研究背景及意义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4069162" y="4700248"/>
            <a:ext cx="1338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3626505" y="5164982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论文综述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6614580" y="4700248"/>
            <a:ext cx="1338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5995711" y="5164982"/>
            <a:ext cx="2531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研究过程及方法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9159998" y="4700248"/>
            <a:ext cx="1338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8762457" y="5164982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5283866" y="407420"/>
            <a:ext cx="1593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55" name="直接连接符 54"/>
          <p:cNvCxnSpPr/>
          <p:nvPr/>
        </p:nvCxnSpPr>
        <p:spPr>
          <a:xfrm flipV="1">
            <a:off x="4838700" y="1390650"/>
            <a:ext cx="2533650" cy="190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365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29090" y="-14288"/>
            <a:ext cx="12221090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771365" y="2500312"/>
            <a:ext cx="6737197" cy="1828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2662237" y="2547937"/>
            <a:ext cx="1762125" cy="1762125"/>
          </a:xfrm>
          <a:prstGeom prst="ellipse">
            <a:avLst/>
          </a:prstGeom>
          <a:solidFill>
            <a:srgbClr val="6B8A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Freeform 251"/>
          <p:cNvSpPr>
            <a:spLocks noEditPoints="1"/>
          </p:cNvSpPr>
          <p:nvPr/>
        </p:nvSpPr>
        <p:spPr bwMode="auto">
          <a:xfrm>
            <a:off x="3177394" y="3140777"/>
            <a:ext cx="733223" cy="686055"/>
          </a:xfrm>
          <a:custGeom>
            <a:avLst/>
            <a:gdLst>
              <a:gd name="T0" fmla="*/ 266 w 301"/>
              <a:gd name="T1" fmla="*/ 192 h 282"/>
              <a:gd name="T2" fmla="*/ 234 w 301"/>
              <a:gd name="T3" fmla="*/ 69 h 282"/>
              <a:gd name="T4" fmla="*/ 81 w 301"/>
              <a:gd name="T5" fmla="*/ 36 h 282"/>
              <a:gd name="T6" fmla="*/ 32 w 301"/>
              <a:gd name="T7" fmla="*/ 3 h 282"/>
              <a:gd name="T8" fmla="*/ 12 w 301"/>
              <a:gd name="T9" fmla="*/ 13 h 282"/>
              <a:gd name="T10" fmla="*/ 61 w 301"/>
              <a:gd name="T11" fmla="*/ 57 h 282"/>
              <a:gd name="T12" fmla="*/ 132 w 301"/>
              <a:gd name="T13" fmla="*/ 249 h 282"/>
              <a:gd name="T14" fmla="*/ 301 w 301"/>
              <a:gd name="T15" fmla="*/ 260 h 282"/>
              <a:gd name="T16" fmla="*/ 266 w 301"/>
              <a:gd name="T17" fmla="*/ 192 h 282"/>
              <a:gd name="T18" fmla="*/ 242 w 301"/>
              <a:gd name="T19" fmla="*/ 232 h 282"/>
              <a:gd name="T20" fmla="*/ 240 w 301"/>
              <a:gd name="T21" fmla="*/ 233 h 282"/>
              <a:gd name="T22" fmla="*/ 238 w 301"/>
              <a:gd name="T23" fmla="*/ 232 h 282"/>
              <a:gd name="T24" fmla="*/ 159 w 301"/>
              <a:gd name="T25" fmla="*/ 138 h 282"/>
              <a:gd name="T26" fmla="*/ 106 w 301"/>
              <a:gd name="T27" fmla="*/ 75 h 282"/>
              <a:gd name="T28" fmla="*/ 106 w 301"/>
              <a:gd name="T29" fmla="*/ 71 h 282"/>
              <a:gd name="T30" fmla="*/ 109 w 301"/>
              <a:gd name="T31" fmla="*/ 71 h 282"/>
              <a:gd name="T32" fmla="*/ 178 w 301"/>
              <a:gd name="T33" fmla="*/ 122 h 282"/>
              <a:gd name="T34" fmla="*/ 243 w 301"/>
              <a:gd name="T35" fmla="*/ 229 h 282"/>
              <a:gd name="T36" fmla="*/ 242 w 301"/>
              <a:gd name="T37" fmla="*/ 232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01" h="282">
                <a:moveTo>
                  <a:pt x="266" y="192"/>
                </a:moveTo>
                <a:cubicBezTo>
                  <a:pt x="268" y="152"/>
                  <a:pt x="252" y="95"/>
                  <a:pt x="234" y="69"/>
                </a:cubicBezTo>
                <a:cubicBezTo>
                  <a:pt x="197" y="16"/>
                  <a:pt x="116" y="0"/>
                  <a:pt x="81" y="36"/>
                </a:cubicBezTo>
                <a:cubicBezTo>
                  <a:pt x="74" y="43"/>
                  <a:pt x="32" y="3"/>
                  <a:pt x="32" y="3"/>
                </a:cubicBezTo>
                <a:cubicBezTo>
                  <a:pt x="12" y="13"/>
                  <a:pt x="12" y="13"/>
                  <a:pt x="12" y="13"/>
                </a:cubicBezTo>
                <a:cubicBezTo>
                  <a:pt x="61" y="57"/>
                  <a:pt x="61" y="57"/>
                  <a:pt x="61" y="57"/>
                </a:cubicBezTo>
                <a:cubicBezTo>
                  <a:pt x="61" y="57"/>
                  <a:pt x="0" y="152"/>
                  <a:pt x="132" y="249"/>
                </a:cubicBezTo>
                <a:cubicBezTo>
                  <a:pt x="177" y="282"/>
                  <a:pt x="241" y="269"/>
                  <a:pt x="301" y="260"/>
                </a:cubicBezTo>
                <a:cubicBezTo>
                  <a:pt x="301" y="260"/>
                  <a:pt x="265" y="248"/>
                  <a:pt x="266" y="192"/>
                </a:cubicBezTo>
                <a:close/>
                <a:moveTo>
                  <a:pt x="242" y="232"/>
                </a:moveTo>
                <a:cubicBezTo>
                  <a:pt x="241" y="233"/>
                  <a:pt x="241" y="233"/>
                  <a:pt x="240" y="233"/>
                </a:cubicBezTo>
                <a:cubicBezTo>
                  <a:pt x="240" y="233"/>
                  <a:pt x="239" y="232"/>
                  <a:pt x="238" y="232"/>
                </a:cubicBezTo>
                <a:cubicBezTo>
                  <a:pt x="238" y="232"/>
                  <a:pt x="198" y="182"/>
                  <a:pt x="159" y="138"/>
                </a:cubicBezTo>
                <a:cubicBezTo>
                  <a:pt x="115" y="89"/>
                  <a:pt x="106" y="75"/>
                  <a:pt x="106" y="75"/>
                </a:cubicBezTo>
                <a:cubicBezTo>
                  <a:pt x="105" y="74"/>
                  <a:pt x="105" y="72"/>
                  <a:pt x="106" y="71"/>
                </a:cubicBezTo>
                <a:cubicBezTo>
                  <a:pt x="107" y="71"/>
                  <a:pt x="108" y="70"/>
                  <a:pt x="109" y="71"/>
                </a:cubicBezTo>
                <a:cubicBezTo>
                  <a:pt x="109" y="71"/>
                  <a:pt x="144" y="87"/>
                  <a:pt x="178" y="122"/>
                </a:cubicBezTo>
                <a:cubicBezTo>
                  <a:pt x="210" y="156"/>
                  <a:pt x="243" y="229"/>
                  <a:pt x="243" y="229"/>
                </a:cubicBezTo>
                <a:cubicBezTo>
                  <a:pt x="243" y="230"/>
                  <a:pt x="243" y="232"/>
                  <a:pt x="242" y="2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543299" y="2604968"/>
            <a:ext cx="6153151" cy="1586507"/>
            <a:chOff x="1230223" y="4584832"/>
            <a:chExt cx="2133600" cy="1586507"/>
          </a:xfrm>
        </p:grpSpPr>
        <p:sp>
          <p:nvSpPr>
            <p:cNvPr id="32" name="文本框 31"/>
            <p:cNvSpPr txBox="1"/>
            <p:nvPr/>
          </p:nvSpPr>
          <p:spPr>
            <a:xfrm>
              <a:off x="1523744" y="4584832"/>
              <a:ext cx="133851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第一章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230223" y="5401898"/>
              <a:ext cx="21336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研究背景及意义</a:t>
              </a: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4641850" y="3429000"/>
            <a:ext cx="39878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91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2103" y="2062519"/>
            <a:ext cx="7132938" cy="3657917"/>
          </a:xfrm>
          <a:prstGeom prst="rect">
            <a:avLst/>
          </a:prstGeom>
        </p:spPr>
      </p:pic>
      <p:sp>
        <p:nvSpPr>
          <p:cNvPr id="18" name="椭圆 17"/>
          <p:cNvSpPr/>
          <p:nvPr/>
        </p:nvSpPr>
        <p:spPr>
          <a:xfrm>
            <a:off x="1776680" y="1432296"/>
            <a:ext cx="3228109" cy="3228109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762334" y="2758820"/>
            <a:ext cx="484909" cy="48490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0" name="Freeform 196"/>
          <p:cNvSpPr>
            <a:spLocks noEditPoints="1"/>
          </p:cNvSpPr>
          <p:nvPr/>
        </p:nvSpPr>
        <p:spPr bwMode="auto">
          <a:xfrm>
            <a:off x="3088793" y="1596737"/>
            <a:ext cx="599815" cy="468149"/>
          </a:xfrm>
          <a:custGeom>
            <a:avLst/>
            <a:gdLst>
              <a:gd name="T0" fmla="*/ 82 w 164"/>
              <a:gd name="T1" fmla="*/ 0 h 128"/>
              <a:gd name="T2" fmla="*/ 0 w 164"/>
              <a:gd name="T3" fmla="*/ 22 h 128"/>
              <a:gd name="T4" fmla="*/ 0 w 164"/>
              <a:gd name="T5" fmla="*/ 22 h 128"/>
              <a:gd name="T6" fmla="*/ 0 w 164"/>
              <a:gd name="T7" fmla="*/ 107 h 128"/>
              <a:gd name="T8" fmla="*/ 76 w 164"/>
              <a:gd name="T9" fmla="*/ 128 h 128"/>
              <a:gd name="T10" fmla="*/ 76 w 164"/>
              <a:gd name="T11" fmla="*/ 43 h 128"/>
              <a:gd name="T12" fmla="*/ 22 w 164"/>
              <a:gd name="T13" fmla="*/ 28 h 128"/>
              <a:gd name="T14" fmla="*/ 82 w 164"/>
              <a:gd name="T15" fmla="*/ 12 h 128"/>
              <a:gd name="T16" fmla="*/ 141 w 164"/>
              <a:gd name="T17" fmla="*/ 28 h 128"/>
              <a:gd name="T18" fmla="*/ 141 w 164"/>
              <a:gd name="T19" fmla="*/ 28 h 128"/>
              <a:gd name="T20" fmla="*/ 88 w 164"/>
              <a:gd name="T21" fmla="*/ 43 h 128"/>
              <a:gd name="T22" fmla="*/ 88 w 164"/>
              <a:gd name="T23" fmla="*/ 128 h 128"/>
              <a:gd name="T24" fmla="*/ 164 w 164"/>
              <a:gd name="T25" fmla="*/ 107 h 128"/>
              <a:gd name="T26" fmla="*/ 164 w 164"/>
              <a:gd name="T27" fmla="*/ 22 h 128"/>
              <a:gd name="T28" fmla="*/ 82 w 164"/>
              <a:gd name="T29" fmla="*/ 0 h 128"/>
              <a:gd name="T30" fmla="*/ 143 w 164"/>
              <a:gd name="T31" fmla="*/ 62 h 128"/>
              <a:gd name="T32" fmla="*/ 110 w 164"/>
              <a:gd name="T33" fmla="*/ 71 h 128"/>
              <a:gd name="T34" fmla="*/ 110 w 164"/>
              <a:gd name="T35" fmla="*/ 55 h 128"/>
              <a:gd name="T36" fmla="*/ 143 w 164"/>
              <a:gd name="T37" fmla="*/ 46 h 128"/>
              <a:gd name="T38" fmla="*/ 143 w 164"/>
              <a:gd name="T39" fmla="*/ 6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64" h="128">
                <a:moveTo>
                  <a:pt x="82" y="0"/>
                </a:moveTo>
                <a:lnTo>
                  <a:pt x="0" y="22"/>
                </a:lnTo>
                <a:lnTo>
                  <a:pt x="0" y="22"/>
                </a:lnTo>
                <a:lnTo>
                  <a:pt x="0" y="107"/>
                </a:lnTo>
                <a:lnTo>
                  <a:pt x="76" y="128"/>
                </a:lnTo>
                <a:lnTo>
                  <a:pt x="76" y="43"/>
                </a:lnTo>
                <a:lnTo>
                  <a:pt x="22" y="28"/>
                </a:lnTo>
                <a:lnTo>
                  <a:pt x="82" y="12"/>
                </a:lnTo>
                <a:lnTo>
                  <a:pt x="141" y="28"/>
                </a:lnTo>
                <a:lnTo>
                  <a:pt x="141" y="28"/>
                </a:lnTo>
                <a:lnTo>
                  <a:pt x="88" y="43"/>
                </a:lnTo>
                <a:lnTo>
                  <a:pt x="88" y="128"/>
                </a:lnTo>
                <a:lnTo>
                  <a:pt x="164" y="107"/>
                </a:lnTo>
                <a:lnTo>
                  <a:pt x="164" y="22"/>
                </a:lnTo>
                <a:lnTo>
                  <a:pt x="82" y="0"/>
                </a:lnTo>
                <a:close/>
                <a:moveTo>
                  <a:pt x="143" y="62"/>
                </a:moveTo>
                <a:lnTo>
                  <a:pt x="110" y="71"/>
                </a:lnTo>
                <a:lnTo>
                  <a:pt x="110" y="55"/>
                </a:lnTo>
                <a:lnTo>
                  <a:pt x="143" y="46"/>
                </a:lnTo>
                <a:lnTo>
                  <a:pt x="143" y="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427565" y="2149685"/>
            <a:ext cx="2215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LOREM IPSUM</a:t>
            </a:r>
            <a:endParaRPr lang="zh-CN" altLang="en-US" sz="20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246487" y="2497862"/>
            <a:ext cx="2577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DOLOR SIT AMET</a:t>
            </a:r>
            <a:endParaRPr lang="zh-CN" altLang="en-US" sz="20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2760353" y="3001274"/>
            <a:ext cx="14131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2542320" y="3150281"/>
            <a:ext cx="18492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766651" y="2678108"/>
            <a:ext cx="423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0" y="404078"/>
            <a:ext cx="2872341" cy="461665"/>
            <a:chOff x="0" y="91440"/>
            <a:chExt cx="3829788" cy="615556"/>
          </a:xfrm>
        </p:grpSpPr>
        <p:sp>
          <p:nvSpPr>
            <p:cNvPr id="12" name="文本框 11"/>
            <p:cNvSpPr txBox="1"/>
            <p:nvPr/>
          </p:nvSpPr>
          <p:spPr>
            <a:xfrm>
              <a:off x="454152" y="91440"/>
              <a:ext cx="3375636" cy="615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研究背景及意义</a:t>
              </a:r>
              <a:endPara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846" y="261749"/>
            <a:ext cx="23717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545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"/>
          <p:cNvSpPr>
            <a:spLocks/>
          </p:cNvSpPr>
          <p:nvPr/>
        </p:nvSpPr>
        <p:spPr bwMode="auto">
          <a:xfrm rot="20054367">
            <a:off x="1714191" y="1889527"/>
            <a:ext cx="1991838" cy="1988028"/>
          </a:xfrm>
          <a:custGeom>
            <a:avLst/>
            <a:gdLst>
              <a:gd name="T0" fmla="*/ 16796 w 19677"/>
              <a:gd name="T1" fmla="*/ 2886 h 19677"/>
              <a:gd name="T2" fmla="*/ 16800 w 19677"/>
              <a:gd name="T3" fmla="*/ 16800 h 19677"/>
              <a:gd name="T4" fmla="*/ 2886 w 19677"/>
              <a:gd name="T5" fmla="*/ 16796 h 19677"/>
              <a:gd name="T6" fmla="*/ 2882 w 19677"/>
              <a:gd name="T7" fmla="*/ 2882 h 19677"/>
              <a:gd name="T8" fmla="*/ 16796 w 19677"/>
              <a:gd name="T9" fmla="*/ 2886 h 19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77" h="19677">
                <a:moveTo>
                  <a:pt x="16796" y="2886"/>
                </a:moveTo>
                <a:cubicBezTo>
                  <a:pt x="20639" y="6729"/>
                  <a:pt x="20641" y="12959"/>
                  <a:pt x="16800" y="16800"/>
                </a:cubicBezTo>
                <a:cubicBezTo>
                  <a:pt x="12959" y="20641"/>
                  <a:pt x="6729" y="20639"/>
                  <a:pt x="2886" y="16796"/>
                </a:cubicBezTo>
                <a:cubicBezTo>
                  <a:pt x="-957" y="12953"/>
                  <a:pt x="-959" y="6723"/>
                  <a:pt x="2882" y="2882"/>
                </a:cubicBezTo>
                <a:cubicBezTo>
                  <a:pt x="6723" y="-959"/>
                  <a:pt x="12953" y="-957"/>
                  <a:pt x="16796" y="2886"/>
                </a:cubicBezTo>
              </a:path>
            </a:pathLst>
          </a:custGeom>
          <a:solidFill>
            <a:srgbClr val="6B8A8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63500" cap="flat">
                <a:solidFill>
                  <a:srgbClr val="439874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74202" y="2512178"/>
            <a:ext cx="872858" cy="827451"/>
            <a:chOff x="7556501" y="1998664"/>
            <a:chExt cx="274637" cy="260350"/>
          </a:xfrm>
          <a:solidFill>
            <a:schemeClr val="bg1"/>
          </a:solidFill>
        </p:grpSpPr>
        <p:sp>
          <p:nvSpPr>
            <p:cNvPr id="4" name="Freeform 247"/>
            <p:cNvSpPr>
              <a:spLocks noEditPoints="1"/>
            </p:cNvSpPr>
            <p:nvPr/>
          </p:nvSpPr>
          <p:spPr bwMode="auto">
            <a:xfrm>
              <a:off x="7710488" y="2149476"/>
              <a:ext cx="106363" cy="109538"/>
            </a:xfrm>
            <a:custGeom>
              <a:avLst/>
              <a:gdLst>
                <a:gd name="T0" fmla="*/ 0 w 119"/>
                <a:gd name="T1" fmla="*/ 40 h 121"/>
                <a:gd name="T2" fmla="*/ 46 w 119"/>
                <a:gd name="T3" fmla="*/ 85 h 121"/>
                <a:gd name="T4" fmla="*/ 70 w 119"/>
                <a:gd name="T5" fmla="*/ 118 h 121"/>
                <a:gd name="T6" fmla="*/ 83 w 119"/>
                <a:gd name="T7" fmla="*/ 121 h 121"/>
                <a:gd name="T8" fmla="*/ 119 w 119"/>
                <a:gd name="T9" fmla="*/ 85 h 121"/>
                <a:gd name="T10" fmla="*/ 116 w 119"/>
                <a:gd name="T11" fmla="*/ 72 h 121"/>
                <a:gd name="T12" fmla="*/ 83 w 119"/>
                <a:gd name="T13" fmla="*/ 48 h 121"/>
                <a:gd name="T14" fmla="*/ 35 w 119"/>
                <a:gd name="T15" fmla="*/ 0 h 121"/>
                <a:gd name="T16" fmla="*/ 1 w 119"/>
                <a:gd name="T17" fmla="*/ 34 h 121"/>
                <a:gd name="T18" fmla="*/ 0 w 119"/>
                <a:gd name="T19" fmla="*/ 40 h 121"/>
                <a:gd name="T20" fmla="*/ 80 w 119"/>
                <a:gd name="T21" fmla="*/ 67 h 121"/>
                <a:gd name="T22" fmla="*/ 95 w 119"/>
                <a:gd name="T23" fmla="*/ 82 h 121"/>
                <a:gd name="T24" fmla="*/ 80 w 119"/>
                <a:gd name="T25" fmla="*/ 97 h 121"/>
                <a:gd name="T26" fmla="*/ 65 w 119"/>
                <a:gd name="T27" fmla="*/ 82 h 121"/>
                <a:gd name="T28" fmla="*/ 80 w 119"/>
                <a:gd name="T29" fmla="*/ 6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9" h="121">
                  <a:moveTo>
                    <a:pt x="0" y="40"/>
                  </a:moveTo>
                  <a:cubicBezTo>
                    <a:pt x="46" y="85"/>
                    <a:pt x="46" y="85"/>
                    <a:pt x="46" y="85"/>
                  </a:cubicBezTo>
                  <a:cubicBezTo>
                    <a:pt x="70" y="118"/>
                    <a:pt x="70" y="118"/>
                    <a:pt x="70" y="118"/>
                  </a:cubicBezTo>
                  <a:cubicBezTo>
                    <a:pt x="83" y="121"/>
                    <a:pt x="83" y="121"/>
                    <a:pt x="83" y="121"/>
                  </a:cubicBezTo>
                  <a:cubicBezTo>
                    <a:pt x="119" y="85"/>
                    <a:pt x="119" y="85"/>
                    <a:pt x="119" y="85"/>
                  </a:cubicBezTo>
                  <a:cubicBezTo>
                    <a:pt x="116" y="72"/>
                    <a:pt x="116" y="72"/>
                    <a:pt x="116" y="72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6"/>
                    <a:pt x="1" y="38"/>
                    <a:pt x="0" y="40"/>
                  </a:cubicBezTo>
                  <a:close/>
                  <a:moveTo>
                    <a:pt x="80" y="67"/>
                  </a:moveTo>
                  <a:cubicBezTo>
                    <a:pt x="88" y="67"/>
                    <a:pt x="95" y="73"/>
                    <a:pt x="95" y="82"/>
                  </a:cubicBezTo>
                  <a:cubicBezTo>
                    <a:pt x="95" y="90"/>
                    <a:pt x="88" y="97"/>
                    <a:pt x="80" y="97"/>
                  </a:cubicBezTo>
                  <a:cubicBezTo>
                    <a:pt x="71" y="97"/>
                    <a:pt x="65" y="90"/>
                    <a:pt x="65" y="82"/>
                  </a:cubicBezTo>
                  <a:cubicBezTo>
                    <a:pt x="65" y="73"/>
                    <a:pt x="71" y="67"/>
                    <a:pt x="80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Freeform 248"/>
            <p:cNvSpPr>
              <a:spLocks/>
            </p:cNvSpPr>
            <p:nvPr/>
          </p:nvSpPr>
          <p:spPr bwMode="auto">
            <a:xfrm>
              <a:off x="7556501" y="1998664"/>
              <a:ext cx="136525" cy="134938"/>
            </a:xfrm>
            <a:custGeom>
              <a:avLst/>
              <a:gdLst>
                <a:gd name="T0" fmla="*/ 151 w 151"/>
                <a:gd name="T1" fmla="*/ 114 h 149"/>
                <a:gd name="T2" fmla="*/ 124 w 151"/>
                <a:gd name="T3" fmla="*/ 87 h 149"/>
                <a:gd name="T4" fmla="*/ 130 w 151"/>
                <a:gd name="T5" fmla="*/ 67 h 149"/>
                <a:gd name="T6" fmla="*/ 62 w 151"/>
                <a:gd name="T7" fmla="*/ 0 h 149"/>
                <a:gd name="T8" fmla="*/ 56 w 151"/>
                <a:gd name="T9" fmla="*/ 6 h 149"/>
                <a:gd name="T10" fmla="*/ 82 w 151"/>
                <a:gd name="T11" fmla="*/ 46 h 149"/>
                <a:gd name="T12" fmla="*/ 46 w 151"/>
                <a:gd name="T13" fmla="*/ 81 h 149"/>
                <a:gd name="T14" fmla="*/ 6 w 151"/>
                <a:gd name="T15" fmla="*/ 56 h 149"/>
                <a:gd name="T16" fmla="*/ 0 w 151"/>
                <a:gd name="T17" fmla="*/ 62 h 149"/>
                <a:gd name="T18" fmla="*/ 67 w 151"/>
                <a:gd name="T19" fmla="*/ 130 h 149"/>
                <a:gd name="T20" fmla="*/ 87 w 151"/>
                <a:gd name="T21" fmla="*/ 124 h 149"/>
                <a:gd name="T22" fmla="*/ 111 w 151"/>
                <a:gd name="T23" fmla="*/ 149 h 149"/>
                <a:gd name="T24" fmla="*/ 117 w 151"/>
                <a:gd name="T25" fmla="*/ 148 h 149"/>
                <a:gd name="T26" fmla="*/ 151 w 151"/>
                <a:gd name="T27" fmla="*/ 11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1" h="149">
                  <a:moveTo>
                    <a:pt x="151" y="114"/>
                  </a:moveTo>
                  <a:cubicBezTo>
                    <a:pt x="124" y="87"/>
                    <a:pt x="124" y="87"/>
                    <a:pt x="124" y="87"/>
                  </a:cubicBezTo>
                  <a:cubicBezTo>
                    <a:pt x="128" y="80"/>
                    <a:pt x="130" y="74"/>
                    <a:pt x="130" y="67"/>
                  </a:cubicBezTo>
                  <a:cubicBezTo>
                    <a:pt x="130" y="33"/>
                    <a:pt x="97" y="0"/>
                    <a:pt x="62" y="0"/>
                  </a:cubicBezTo>
                  <a:cubicBezTo>
                    <a:pt x="62" y="0"/>
                    <a:pt x="58" y="4"/>
                    <a:pt x="56" y="6"/>
                  </a:cubicBezTo>
                  <a:cubicBezTo>
                    <a:pt x="84" y="34"/>
                    <a:pt x="82" y="29"/>
                    <a:pt x="82" y="46"/>
                  </a:cubicBezTo>
                  <a:cubicBezTo>
                    <a:pt x="82" y="60"/>
                    <a:pt x="60" y="81"/>
                    <a:pt x="46" y="81"/>
                  </a:cubicBezTo>
                  <a:cubicBezTo>
                    <a:pt x="29" y="81"/>
                    <a:pt x="34" y="84"/>
                    <a:pt x="6" y="56"/>
                  </a:cubicBezTo>
                  <a:cubicBezTo>
                    <a:pt x="4" y="58"/>
                    <a:pt x="0" y="62"/>
                    <a:pt x="0" y="62"/>
                  </a:cubicBezTo>
                  <a:cubicBezTo>
                    <a:pt x="1" y="97"/>
                    <a:pt x="33" y="130"/>
                    <a:pt x="67" y="130"/>
                  </a:cubicBezTo>
                  <a:cubicBezTo>
                    <a:pt x="74" y="130"/>
                    <a:pt x="80" y="128"/>
                    <a:pt x="87" y="124"/>
                  </a:cubicBezTo>
                  <a:cubicBezTo>
                    <a:pt x="111" y="149"/>
                    <a:pt x="111" y="149"/>
                    <a:pt x="111" y="149"/>
                  </a:cubicBezTo>
                  <a:cubicBezTo>
                    <a:pt x="113" y="148"/>
                    <a:pt x="115" y="148"/>
                    <a:pt x="117" y="148"/>
                  </a:cubicBezTo>
                  <a:lnTo>
                    <a:pt x="151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Freeform 249"/>
            <p:cNvSpPr>
              <a:spLocks/>
            </p:cNvSpPr>
            <p:nvPr/>
          </p:nvSpPr>
          <p:spPr bwMode="auto">
            <a:xfrm>
              <a:off x="7573963" y="1998664"/>
              <a:ext cx="257175" cy="260350"/>
            </a:xfrm>
            <a:custGeom>
              <a:avLst/>
              <a:gdLst>
                <a:gd name="T0" fmla="*/ 240 w 285"/>
                <a:gd name="T1" fmla="*/ 172 h 289"/>
                <a:gd name="T2" fmla="*/ 259 w 285"/>
                <a:gd name="T3" fmla="*/ 190 h 289"/>
                <a:gd name="T4" fmla="*/ 254 w 285"/>
                <a:gd name="T5" fmla="*/ 86 h 289"/>
                <a:gd name="T6" fmla="*/ 213 w 285"/>
                <a:gd name="T7" fmla="*/ 45 h 289"/>
                <a:gd name="T8" fmla="*/ 200 w 285"/>
                <a:gd name="T9" fmla="*/ 42 h 289"/>
                <a:gd name="T10" fmla="*/ 191 w 285"/>
                <a:gd name="T11" fmla="*/ 26 h 289"/>
                <a:gd name="T12" fmla="*/ 178 w 285"/>
                <a:gd name="T13" fmla="*/ 9 h 289"/>
                <a:gd name="T14" fmla="*/ 177 w 285"/>
                <a:gd name="T15" fmla="*/ 7 h 289"/>
                <a:gd name="T16" fmla="*/ 167 w 285"/>
                <a:gd name="T17" fmla="*/ 0 h 289"/>
                <a:gd name="T18" fmla="*/ 159 w 285"/>
                <a:gd name="T19" fmla="*/ 6 h 289"/>
                <a:gd name="T20" fmla="*/ 133 w 285"/>
                <a:gd name="T21" fmla="*/ 31 h 289"/>
                <a:gd name="T22" fmla="*/ 134 w 285"/>
                <a:gd name="T23" fmla="*/ 49 h 289"/>
                <a:gd name="T24" fmla="*/ 136 w 285"/>
                <a:gd name="T25" fmla="*/ 51 h 289"/>
                <a:gd name="T26" fmla="*/ 155 w 285"/>
                <a:gd name="T27" fmla="*/ 64 h 289"/>
                <a:gd name="T28" fmla="*/ 156 w 285"/>
                <a:gd name="T29" fmla="*/ 64 h 289"/>
                <a:gd name="T30" fmla="*/ 177 w 285"/>
                <a:gd name="T31" fmla="*/ 77 h 289"/>
                <a:gd name="T32" fmla="*/ 171 w 285"/>
                <a:gd name="T33" fmla="*/ 102 h 289"/>
                <a:gd name="T34" fmla="*/ 104 w 285"/>
                <a:gd name="T35" fmla="*/ 169 h 289"/>
                <a:gd name="T36" fmla="*/ 98 w 285"/>
                <a:gd name="T37" fmla="*/ 168 h 289"/>
                <a:gd name="T38" fmla="*/ 88 w 285"/>
                <a:gd name="T39" fmla="*/ 172 h 289"/>
                <a:gd name="T40" fmla="*/ 86 w 285"/>
                <a:gd name="T41" fmla="*/ 174 h 289"/>
                <a:gd name="T42" fmla="*/ 16 w 285"/>
                <a:gd name="T43" fmla="*/ 244 h 289"/>
                <a:gd name="T44" fmla="*/ 14 w 285"/>
                <a:gd name="T45" fmla="*/ 246 h 289"/>
                <a:gd name="T46" fmla="*/ 43 w 285"/>
                <a:gd name="T47" fmla="*/ 289 h 289"/>
                <a:gd name="T48" fmla="*/ 53 w 285"/>
                <a:gd name="T49" fmla="*/ 285 h 289"/>
                <a:gd name="T50" fmla="*/ 55 w 285"/>
                <a:gd name="T51" fmla="*/ 283 h 289"/>
                <a:gd name="T52" fmla="*/ 125 w 285"/>
                <a:gd name="T53" fmla="*/ 213 h 289"/>
                <a:gd name="T54" fmla="*/ 127 w 285"/>
                <a:gd name="T55" fmla="*/ 211 h 289"/>
                <a:gd name="T56" fmla="*/ 130 w 285"/>
                <a:gd name="T57" fmla="*/ 195 h 289"/>
                <a:gd name="T58" fmla="*/ 205 w 285"/>
                <a:gd name="T59" fmla="*/ 120 h 289"/>
                <a:gd name="T60" fmla="*/ 217 w 285"/>
                <a:gd name="T61" fmla="*/ 112 h 289"/>
                <a:gd name="T62" fmla="*/ 218 w 285"/>
                <a:gd name="T63" fmla="*/ 112 h 289"/>
                <a:gd name="T64" fmla="*/ 240 w 285"/>
                <a:gd name="T65" fmla="*/ 172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5" h="289">
                  <a:moveTo>
                    <a:pt x="240" y="172"/>
                  </a:moveTo>
                  <a:cubicBezTo>
                    <a:pt x="259" y="190"/>
                    <a:pt x="259" y="190"/>
                    <a:pt x="259" y="190"/>
                  </a:cubicBezTo>
                  <a:cubicBezTo>
                    <a:pt x="259" y="190"/>
                    <a:pt x="285" y="117"/>
                    <a:pt x="254" y="86"/>
                  </a:cubicBezTo>
                  <a:cubicBezTo>
                    <a:pt x="242" y="74"/>
                    <a:pt x="226" y="58"/>
                    <a:pt x="213" y="45"/>
                  </a:cubicBezTo>
                  <a:cubicBezTo>
                    <a:pt x="210" y="42"/>
                    <a:pt x="202" y="44"/>
                    <a:pt x="200" y="42"/>
                  </a:cubicBezTo>
                  <a:cubicBezTo>
                    <a:pt x="194" y="34"/>
                    <a:pt x="192" y="27"/>
                    <a:pt x="191" y="26"/>
                  </a:cubicBezTo>
                  <a:cubicBezTo>
                    <a:pt x="190" y="20"/>
                    <a:pt x="184" y="14"/>
                    <a:pt x="178" y="9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2" y="2"/>
                    <a:pt x="170" y="0"/>
                    <a:pt x="167" y="0"/>
                  </a:cubicBezTo>
                  <a:cubicBezTo>
                    <a:pt x="165" y="0"/>
                    <a:pt x="163" y="2"/>
                    <a:pt x="159" y="6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24" y="40"/>
                    <a:pt x="126" y="41"/>
                    <a:pt x="134" y="49"/>
                  </a:cubicBezTo>
                  <a:cubicBezTo>
                    <a:pt x="136" y="51"/>
                    <a:pt x="136" y="51"/>
                    <a:pt x="136" y="51"/>
                  </a:cubicBezTo>
                  <a:cubicBezTo>
                    <a:pt x="142" y="57"/>
                    <a:pt x="149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161" y="65"/>
                    <a:pt x="172" y="68"/>
                    <a:pt x="177" y="77"/>
                  </a:cubicBezTo>
                  <a:cubicBezTo>
                    <a:pt x="182" y="89"/>
                    <a:pt x="174" y="97"/>
                    <a:pt x="171" y="102"/>
                  </a:cubicBezTo>
                  <a:cubicBezTo>
                    <a:pt x="104" y="169"/>
                    <a:pt x="104" y="169"/>
                    <a:pt x="104" y="169"/>
                  </a:cubicBezTo>
                  <a:cubicBezTo>
                    <a:pt x="102" y="168"/>
                    <a:pt x="100" y="168"/>
                    <a:pt x="98" y="168"/>
                  </a:cubicBezTo>
                  <a:cubicBezTo>
                    <a:pt x="94" y="168"/>
                    <a:pt x="91" y="169"/>
                    <a:pt x="88" y="172"/>
                  </a:cubicBezTo>
                  <a:cubicBezTo>
                    <a:pt x="87" y="172"/>
                    <a:pt x="87" y="173"/>
                    <a:pt x="86" y="174"/>
                  </a:cubicBezTo>
                  <a:cubicBezTo>
                    <a:pt x="86" y="174"/>
                    <a:pt x="30" y="229"/>
                    <a:pt x="16" y="244"/>
                  </a:cubicBezTo>
                  <a:cubicBezTo>
                    <a:pt x="15" y="245"/>
                    <a:pt x="14" y="245"/>
                    <a:pt x="14" y="246"/>
                  </a:cubicBezTo>
                  <a:cubicBezTo>
                    <a:pt x="0" y="259"/>
                    <a:pt x="25" y="289"/>
                    <a:pt x="43" y="289"/>
                  </a:cubicBezTo>
                  <a:cubicBezTo>
                    <a:pt x="47" y="289"/>
                    <a:pt x="50" y="288"/>
                    <a:pt x="53" y="285"/>
                  </a:cubicBezTo>
                  <a:cubicBezTo>
                    <a:pt x="54" y="285"/>
                    <a:pt x="54" y="284"/>
                    <a:pt x="55" y="283"/>
                  </a:cubicBezTo>
                  <a:cubicBezTo>
                    <a:pt x="70" y="268"/>
                    <a:pt x="125" y="213"/>
                    <a:pt x="125" y="213"/>
                  </a:cubicBezTo>
                  <a:cubicBezTo>
                    <a:pt x="126" y="212"/>
                    <a:pt x="127" y="212"/>
                    <a:pt x="127" y="211"/>
                  </a:cubicBezTo>
                  <a:cubicBezTo>
                    <a:pt x="131" y="207"/>
                    <a:pt x="132" y="201"/>
                    <a:pt x="130" y="195"/>
                  </a:cubicBezTo>
                  <a:cubicBezTo>
                    <a:pt x="205" y="120"/>
                    <a:pt x="205" y="120"/>
                    <a:pt x="205" y="120"/>
                  </a:cubicBezTo>
                  <a:cubicBezTo>
                    <a:pt x="210" y="116"/>
                    <a:pt x="215" y="112"/>
                    <a:pt x="217" y="112"/>
                  </a:cubicBezTo>
                  <a:cubicBezTo>
                    <a:pt x="218" y="112"/>
                    <a:pt x="218" y="112"/>
                    <a:pt x="218" y="112"/>
                  </a:cubicBezTo>
                  <a:cubicBezTo>
                    <a:pt x="246" y="128"/>
                    <a:pt x="240" y="172"/>
                    <a:pt x="240" y="1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AutoShape 13"/>
          <p:cNvSpPr>
            <a:spLocks/>
          </p:cNvSpPr>
          <p:nvPr/>
        </p:nvSpPr>
        <p:spPr bwMode="auto">
          <a:xfrm rot="20054367">
            <a:off x="5130430" y="1911479"/>
            <a:ext cx="1991838" cy="1988028"/>
          </a:xfrm>
          <a:custGeom>
            <a:avLst/>
            <a:gdLst>
              <a:gd name="T0" fmla="*/ 16796 w 19677"/>
              <a:gd name="T1" fmla="*/ 2886 h 19677"/>
              <a:gd name="T2" fmla="*/ 16800 w 19677"/>
              <a:gd name="T3" fmla="*/ 16800 h 19677"/>
              <a:gd name="T4" fmla="*/ 2886 w 19677"/>
              <a:gd name="T5" fmla="*/ 16796 h 19677"/>
              <a:gd name="T6" fmla="*/ 2882 w 19677"/>
              <a:gd name="T7" fmla="*/ 2882 h 19677"/>
              <a:gd name="T8" fmla="*/ 16796 w 19677"/>
              <a:gd name="T9" fmla="*/ 2886 h 19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77" h="19677">
                <a:moveTo>
                  <a:pt x="16796" y="2886"/>
                </a:moveTo>
                <a:cubicBezTo>
                  <a:pt x="20639" y="6729"/>
                  <a:pt x="20641" y="12959"/>
                  <a:pt x="16800" y="16800"/>
                </a:cubicBezTo>
                <a:cubicBezTo>
                  <a:pt x="12959" y="20641"/>
                  <a:pt x="6729" y="20639"/>
                  <a:pt x="2886" y="16796"/>
                </a:cubicBezTo>
                <a:cubicBezTo>
                  <a:pt x="-957" y="12953"/>
                  <a:pt x="-959" y="6723"/>
                  <a:pt x="2882" y="2882"/>
                </a:cubicBezTo>
                <a:cubicBezTo>
                  <a:pt x="6723" y="-959"/>
                  <a:pt x="12953" y="-957"/>
                  <a:pt x="16796" y="2886"/>
                </a:cubicBezTo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63500" cap="flat">
                <a:solidFill>
                  <a:srgbClr val="439874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8" name="Freeform 251"/>
          <p:cNvSpPr>
            <a:spLocks noEditPoints="1"/>
          </p:cNvSpPr>
          <p:nvPr/>
        </p:nvSpPr>
        <p:spPr bwMode="auto">
          <a:xfrm>
            <a:off x="5687184" y="2576528"/>
            <a:ext cx="779148" cy="729026"/>
          </a:xfrm>
          <a:custGeom>
            <a:avLst/>
            <a:gdLst>
              <a:gd name="T0" fmla="*/ 266 w 301"/>
              <a:gd name="T1" fmla="*/ 192 h 282"/>
              <a:gd name="T2" fmla="*/ 234 w 301"/>
              <a:gd name="T3" fmla="*/ 69 h 282"/>
              <a:gd name="T4" fmla="*/ 81 w 301"/>
              <a:gd name="T5" fmla="*/ 36 h 282"/>
              <a:gd name="T6" fmla="*/ 32 w 301"/>
              <a:gd name="T7" fmla="*/ 3 h 282"/>
              <a:gd name="T8" fmla="*/ 12 w 301"/>
              <a:gd name="T9" fmla="*/ 13 h 282"/>
              <a:gd name="T10" fmla="*/ 61 w 301"/>
              <a:gd name="T11" fmla="*/ 57 h 282"/>
              <a:gd name="T12" fmla="*/ 132 w 301"/>
              <a:gd name="T13" fmla="*/ 249 h 282"/>
              <a:gd name="T14" fmla="*/ 301 w 301"/>
              <a:gd name="T15" fmla="*/ 260 h 282"/>
              <a:gd name="T16" fmla="*/ 266 w 301"/>
              <a:gd name="T17" fmla="*/ 192 h 282"/>
              <a:gd name="T18" fmla="*/ 242 w 301"/>
              <a:gd name="T19" fmla="*/ 232 h 282"/>
              <a:gd name="T20" fmla="*/ 240 w 301"/>
              <a:gd name="T21" fmla="*/ 233 h 282"/>
              <a:gd name="T22" fmla="*/ 238 w 301"/>
              <a:gd name="T23" fmla="*/ 232 h 282"/>
              <a:gd name="T24" fmla="*/ 159 w 301"/>
              <a:gd name="T25" fmla="*/ 138 h 282"/>
              <a:gd name="T26" fmla="*/ 106 w 301"/>
              <a:gd name="T27" fmla="*/ 75 h 282"/>
              <a:gd name="T28" fmla="*/ 106 w 301"/>
              <a:gd name="T29" fmla="*/ 71 h 282"/>
              <a:gd name="T30" fmla="*/ 109 w 301"/>
              <a:gd name="T31" fmla="*/ 71 h 282"/>
              <a:gd name="T32" fmla="*/ 178 w 301"/>
              <a:gd name="T33" fmla="*/ 122 h 282"/>
              <a:gd name="T34" fmla="*/ 243 w 301"/>
              <a:gd name="T35" fmla="*/ 229 h 282"/>
              <a:gd name="T36" fmla="*/ 242 w 301"/>
              <a:gd name="T37" fmla="*/ 232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01" h="282">
                <a:moveTo>
                  <a:pt x="266" y="192"/>
                </a:moveTo>
                <a:cubicBezTo>
                  <a:pt x="268" y="152"/>
                  <a:pt x="252" y="95"/>
                  <a:pt x="234" y="69"/>
                </a:cubicBezTo>
                <a:cubicBezTo>
                  <a:pt x="197" y="16"/>
                  <a:pt x="116" y="0"/>
                  <a:pt x="81" y="36"/>
                </a:cubicBezTo>
                <a:cubicBezTo>
                  <a:pt x="74" y="43"/>
                  <a:pt x="32" y="3"/>
                  <a:pt x="32" y="3"/>
                </a:cubicBezTo>
                <a:cubicBezTo>
                  <a:pt x="12" y="13"/>
                  <a:pt x="12" y="13"/>
                  <a:pt x="12" y="13"/>
                </a:cubicBezTo>
                <a:cubicBezTo>
                  <a:pt x="61" y="57"/>
                  <a:pt x="61" y="57"/>
                  <a:pt x="61" y="57"/>
                </a:cubicBezTo>
                <a:cubicBezTo>
                  <a:pt x="61" y="57"/>
                  <a:pt x="0" y="152"/>
                  <a:pt x="132" y="249"/>
                </a:cubicBezTo>
                <a:cubicBezTo>
                  <a:pt x="177" y="282"/>
                  <a:pt x="241" y="269"/>
                  <a:pt x="301" y="260"/>
                </a:cubicBezTo>
                <a:cubicBezTo>
                  <a:pt x="301" y="260"/>
                  <a:pt x="265" y="248"/>
                  <a:pt x="266" y="192"/>
                </a:cubicBezTo>
                <a:close/>
                <a:moveTo>
                  <a:pt x="242" y="232"/>
                </a:moveTo>
                <a:cubicBezTo>
                  <a:pt x="241" y="233"/>
                  <a:pt x="241" y="233"/>
                  <a:pt x="240" y="233"/>
                </a:cubicBezTo>
                <a:cubicBezTo>
                  <a:pt x="240" y="233"/>
                  <a:pt x="239" y="232"/>
                  <a:pt x="238" y="232"/>
                </a:cubicBezTo>
                <a:cubicBezTo>
                  <a:pt x="238" y="232"/>
                  <a:pt x="198" y="182"/>
                  <a:pt x="159" y="138"/>
                </a:cubicBezTo>
                <a:cubicBezTo>
                  <a:pt x="115" y="89"/>
                  <a:pt x="106" y="75"/>
                  <a:pt x="106" y="75"/>
                </a:cubicBezTo>
                <a:cubicBezTo>
                  <a:pt x="105" y="74"/>
                  <a:pt x="105" y="72"/>
                  <a:pt x="106" y="71"/>
                </a:cubicBezTo>
                <a:cubicBezTo>
                  <a:pt x="107" y="71"/>
                  <a:pt x="108" y="70"/>
                  <a:pt x="109" y="71"/>
                </a:cubicBezTo>
                <a:cubicBezTo>
                  <a:pt x="109" y="71"/>
                  <a:pt x="144" y="87"/>
                  <a:pt x="178" y="122"/>
                </a:cubicBezTo>
                <a:cubicBezTo>
                  <a:pt x="210" y="156"/>
                  <a:pt x="243" y="229"/>
                  <a:pt x="243" y="229"/>
                </a:cubicBezTo>
                <a:cubicBezTo>
                  <a:pt x="243" y="230"/>
                  <a:pt x="243" y="232"/>
                  <a:pt x="242" y="2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AutoShape 3"/>
          <p:cNvSpPr>
            <a:spLocks/>
          </p:cNvSpPr>
          <p:nvPr/>
        </p:nvSpPr>
        <p:spPr bwMode="auto">
          <a:xfrm rot="20054367">
            <a:off x="8593833" y="1928249"/>
            <a:ext cx="1991839" cy="1987484"/>
          </a:xfrm>
          <a:custGeom>
            <a:avLst/>
            <a:gdLst>
              <a:gd name="T0" fmla="*/ 16796 w 19677"/>
              <a:gd name="T1" fmla="*/ 2886 h 19677"/>
              <a:gd name="T2" fmla="*/ 16800 w 19677"/>
              <a:gd name="T3" fmla="*/ 16800 h 19677"/>
              <a:gd name="T4" fmla="*/ 2886 w 19677"/>
              <a:gd name="T5" fmla="*/ 16796 h 19677"/>
              <a:gd name="T6" fmla="*/ 2882 w 19677"/>
              <a:gd name="T7" fmla="*/ 2882 h 19677"/>
              <a:gd name="T8" fmla="*/ 16796 w 19677"/>
              <a:gd name="T9" fmla="*/ 2886 h 19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77" h="19677">
                <a:moveTo>
                  <a:pt x="16796" y="2886"/>
                </a:moveTo>
                <a:cubicBezTo>
                  <a:pt x="20639" y="6729"/>
                  <a:pt x="20641" y="12959"/>
                  <a:pt x="16800" y="16800"/>
                </a:cubicBezTo>
                <a:cubicBezTo>
                  <a:pt x="12959" y="20641"/>
                  <a:pt x="6729" y="20639"/>
                  <a:pt x="2886" y="16796"/>
                </a:cubicBezTo>
                <a:cubicBezTo>
                  <a:pt x="-957" y="12953"/>
                  <a:pt x="-959" y="6723"/>
                  <a:pt x="2882" y="2882"/>
                </a:cubicBezTo>
                <a:cubicBezTo>
                  <a:pt x="6723" y="-959"/>
                  <a:pt x="12953" y="-957"/>
                  <a:pt x="16796" y="2886"/>
                </a:cubicBezTo>
              </a:path>
            </a:pathLst>
          </a:custGeom>
          <a:solidFill>
            <a:srgbClr val="6B8A8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63500" cap="flat">
                <a:solidFill>
                  <a:srgbClr val="439874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10" name="Freeform 93"/>
          <p:cNvSpPr>
            <a:spLocks noEditPoints="1"/>
          </p:cNvSpPr>
          <p:nvPr/>
        </p:nvSpPr>
        <p:spPr bwMode="auto">
          <a:xfrm>
            <a:off x="9319125" y="2482681"/>
            <a:ext cx="541256" cy="72759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13"/>
          <p:cNvSpPr txBox="1"/>
          <p:nvPr/>
        </p:nvSpPr>
        <p:spPr>
          <a:xfrm>
            <a:off x="1451119" y="4310532"/>
            <a:ext cx="2338080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单击编辑标题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13"/>
          <p:cNvSpPr txBox="1"/>
          <p:nvPr/>
        </p:nvSpPr>
        <p:spPr>
          <a:xfrm>
            <a:off x="1455200" y="4596437"/>
            <a:ext cx="2333999" cy="7386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单击此处可编辑内容，根据您的需要自由拉伸文本框大小更多模板：亮亮图文旗舰店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https://liangliangtuwen.tmall.com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92819" y="4310532"/>
            <a:ext cx="2338080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单击编辑标题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96900" y="4596437"/>
            <a:ext cx="2333999" cy="3693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8461519" y="4310532"/>
            <a:ext cx="2338080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单击编辑标题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8465600" y="4596437"/>
            <a:ext cx="2333999" cy="3693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0" y="404078"/>
            <a:ext cx="2872341" cy="461665"/>
            <a:chOff x="0" y="91440"/>
            <a:chExt cx="3829788" cy="615556"/>
          </a:xfrm>
        </p:grpSpPr>
        <p:sp>
          <p:nvSpPr>
            <p:cNvPr id="28" name="文本框 27"/>
            <p:cNvSpPr txBox="1"/>
            <p:nvPr/>
          </p:nvSpPr>
          <p:spPr>
            <a:xfrm>
              <a:off x="454152" y="91440"/>
              <a:ext cx="3375636" cy="615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研究背景及意义</a:t>
              </a:r>
              <a:endPara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846" y="261749"/>
            <a:ext cx="23717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37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 28"/>
          <p:cNvSpPr/>
          <p:nvPr/>
        </p:nvSpPr>
        <p:spPr>
          <a:xfrm rot="1544974">
            <a:off x="4626540" y="1232206"/>
            <a:ext cx="2930573" cy="2930573"/>
          </a:xfrm>
          <a:custGeom>
            <a:avLst/>
            <a:gdLst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83955 w 2567281"/>
              <a:gd name="connsiteY36" fmla="*/ 924696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757 w 2567281"/>
              <a:gd name="connsiteY36" fmla="*/ 825747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6436 w 2567281"/>
              <a:gd name="connsiteY36" fmla="*/ 918677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446351 w 2567281"/>
              <a:gd name="connsiteY36" fmla="*/ 894601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422275 w 2567281"/>
              <a:gd name="connsiteY36" fmla="*/ 844686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703438 w 2567281"/>
              <a:gd name="connsiteY6" fmla="*/ 304134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567281" h="2567281">
                <a:moveTo>
                  <a:pt x="542723" y="237362"/>
                </a:moveTo>
                <a:cubicBezTo>
                  <a:pt x="669691" y="272098"/>
                  <a:pt x="758341" y="386844"/>
                  <a:pt x="923626" y="341570"/>
                </a:cubicBezTo>
                <a:cubicBezTo>
                  <a:pt x="1057958" y="257868"/>
                  <a:pt x="1044307" y="122483"/>
                  <a:pt x="1104648" y="12940"/>
                </a:cubicBezTo>
                <a:lnTo>
                  <a:pt x="1219853" y="1549"/>
                </a:lnTo>
                <a:cubicBezTo>
                  <a:pt x="1303105" y="-2556"/>
                  <a:pt x="1386072" y="1534"/>
                  <a:pt x="1467606" y="13418"/>
                </a:cubicBezTo>
                <a:lnTo>
                  <a:pt x="1496875" y="19128"/>
                </a:lnTo>
                <a:cubicBezTo>
                  <a:pt x="1540772" y="126168"/>
                  <a:pt x="1553691" y="232767"/>
                  <a:pt x="1628565" y="340248"/>
                </a:cubicBezTo>
                <a:cubicBezTo>
                  <a:pt x="1836513" y="363909"/>
                  <a:pt x="1897362" y="273938"/>
                  <a:pt x="2031761" y="240783"/>
                </a:cubicBezTo>
                <a:lnTo>
                  <a:pt x="2034286" y="242421"/>
                </a:lnTo>
                <a:cubicBezTo>
                  <a:pt x="2135070" y="314944"/>
                  <a:pt x="2226168" y="402746"/>
                  <a:pt x="2303706" y="504477"/>
                </a:cubicBezTo>
                <a:lnTo>
                  <a:pt x="2313004" y="518043"/>
                </a:lnTo>
                <a:cubicBezTo>
                  <a:pt x="2281386" y="632502"/>
                  <a:pt x="2200735" y="709083"/>
                  <a:pt x="2218151" y="861420"/>
                </a:cubicBezTo>
                <a:cubicBezTo>
                  <a:pt x="2351180" y="1041595"/>
                  <a:pt x="2437820" y="998031"/>
                  <a:pt x="2547655" y="1066337"/>
                </a:cubicBezTo>
                <a:lnTo>
                  <a:pt x="2553379" y="1094904"/>
                </a:lnTo>
                <a:cubicBezTo>
                  <a:pt x="2565780" y="1178154"/>
                  <a:pt x="2569784" y="1261693"/>
                  <a:pt x="2565794" y="1344373"/>
                </a:cubicBezTo>
                <a:lnTo>
                  <a:pt x="2556882" y="1436427"/>
                </a:lnTo>
                <a:cubicBezTo>
                  <a:pt x="2429780" y="1491923"/>
                  <a:pt x="2335419" y="1423953"/>
                  <a:pt x="2175577" y="1602914"/>
                </a:cubicBezTo>
                <a:cubicBezTo>
                  <a:pt x="2142509" y="1803196"/>
                  <a:pt x="2272106" y="1894254"/>
                  <a:pt x="2320371" y="2039924"/>
                </a:cubicBezTo>
                <a:lnTo>
                  <a:pt x="2247295" y="2131698"/>
                </a:lnTo>
                <a:cubicBezTo>
                  <a:pt x="2219775" y="2162997"/>
                  <a:pt x="2190608" y="2193076"/>
                  <a:pt x="2159843" y="2221792"/>
                </a:cubicBezTo>
                <a:lnTo>
                  <a:pt x="2093129" y="2278108"/>
                </a:lnTo>
                <a:cubicBezTo>
                  <a:pt x="1947181" y="2228921"/>
                  <a:pt x="1870528" y="2100164"/>
                  <a:pt x="1655286" y="2130546"/>
                </a:cubicBezTo>
                <a:cubicBezTo>
                  <a:pt x="1475044" y="2264484"/>
                  <a:pt x="1517653" y="2413986"/>
                  <a:pt x="1448837" y="2555706"/>
                </a:cubicBezTo>
                <a:lnTo>
                  <a:pt x="1347429" y="2565733"/>
                </a:lnTo>
                <a:cubicBezTo>
                  <a:pt x="1305803" y="2567786"/>
                  <a:pt x="1264248" y="2567789"/>
                  <a:pt x="1222908" y="2565794"/>
                </a:cubicBezTo>
                <a:lnTo>
                  <a:pt x="1150390" y="2558774"/>
                </a:lnTo>
                <a:cubicBezTo>
                  <a:pt x="1085862" y="2410306"/>
                  <a:pt x="1108687" y="2219706"/>
                  <a:pt x="956807" y="2113371"/>
                </a:cubicBezTo>
                <a:cubicBezTo>
                  <a:pt x="749394" y="2069712"/>
                  <a:pt x="638284" y="2225712"/>
                  <a:pt x="479023" y="2281883"/>
                </a:cubicBezTo>
                <a:lnTo>
                  <a:pt x="435584" y="2247295"/>
                </a:lnTo>
                <a:cubicBezTo>
                  <a:pt x="404285" y="2219775"/>
                  <a:pt x="374206" y="2190608"/>
                  <a:pt x="345490" y="2159843"/>
                </a:cubicBezTo>
                <a:lnTo>
                  <a:pt x="271660" y="2072382"/>
                </a:lnTo>
                <a:cubicBezTo>
                  <a:pt x="330331" y="1914768"/>
                  <a:pt x="511586" y="1851848"/>
                  <a:pt x="447673" y="1599540"/>
                </a:cubicBezTo>
                <a:cubicBezTo>
                  <a:pt x="326959" y="1463311"/>
                  <a:pt x="154568" y="1475064"/>
                  <a:pt x="8015" y="1412826"/>
                </a:cubicBezTo>
                <a:lnTo>
                  <a:pt x="1549" y="1347429"/>
                </a:lnTo>
                <a:cubicBezTo>
                  <a:pt x="-2556" y="1264177"/>
                  <a:pt x="1534" y="1181210"/>
                  <a:pt x="13418" y="1099676"/>
                </a:cubicBezTo>
                <a:lnTo>
                  <a:pt x="14995" y="1091591"/>
                </a:lnTo>
                <a:cubicBezTo>
                  <a:pt x="121784" y="1013008"/>
                  <a:pt x="381694" y="1060536"/>
                  <a:pt x="397317" y="856724"/>
                </a:cubicBezTo>
                <a:cubicBezTo>
                  <a:pt x="496046" y="753970"/>
                  <a:pt x="366341" y="592193"/>
                  <a:pt x="279210" y="486794"/>
                </a:cubicBezTo>
                <a:lnTo>
                  <a:pt x="319987" y="435584"/>
                </a:lnTo>
                <a:cubicBezTo>
                  <a:pt x="375026" y="372987"/>
                  <a:pt x="436657" y="315268"/>
                  <a:pt x="504477" y="263576"/>
                </a:cubicBezTo>
                <a:lnTo>
                  <a:pt x="542723" y="237362"/>
                </a:lnTo>
                <a:close/>
              </a:path>
            </a:pathLst>
          </a:cu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545508">
            <a:off x="7302225" y="3043065"/>
            <a:ext cx="1659715" cy="1659715"/>
          </a:xfrm>
          <a:custGeom>
            <a:avLst/>
            <a:gdLst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83955 w 2567281"/>
              <a:gd name="connsiteY36" fmla="*/ 924696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757 w 2567281"/>
              <a:gd name="connsiteY36" fmla="*/ 825747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6436 w 2567281"/>
              <a:gd name="connsiteY36" fmla="*/ 918677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446351 w 2567281"/>
              <a:gd name="connsiteY36" fmla="*/ 894601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422275 w 2567281"/>
              <a:gd name="connsiteY36" fmla="*/ 844686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703438 w 2567281"/>
              <a:gd name="connsiteY6" fmla="*/ 304134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567281" h="2567281">
                <a:moveTo>
                  <a:pt x="542723" y="237362"/>
                </a:moveTo>
                <a:cubicBezTo>
                  <a:pt x="669691" y="272098"/>
                  <a:pt x="758341" y="386844"/>
                  <a:pt x="923626" y="341570"/>
                </a:cubicBezTo>
                <a:cubicBezTo>
                  <a:pt x="1057958" y="257868"/>
                  <a:pt x="1044307" y="122483"/>
                  <a:pt x="1104648" y="12940"/>
                </a:cubicBezTo>
                <a:lnTo>
                  <a:pt x="1219853" y="1549"/>
                </a:lnTo>
                <a:cubicBezTo>
                  <a:pt x="1303105" y="-2556"/>
                  <a:pt x="1386072" y="1534"/>
                  <a:pt x="1467606" y="13418"/>
                </a:cubicBezTo>
                <a:lnTo>
                  <a:pt x="1496875" y="19128"/>
                </a:lnTo>
                <a:cubicBezTo>
                  <a:pt x="1540772" y="126168"/>
                  <a:pt x="1553691" y="232767"/>
                  <a:pt x="1628565" y="340248"/>
                </a:cubicBezTo>
                <a:cubicBezTo>
                  <a:pt x="1836513" y="363909"/>
                  <a:pt x="1897362" y="273938"/>
                  <a:pt x="2031761" y="240783"/>
                </a:cubicBezTo>
                <a:lnTo>
                  <a:pt x="2034286" y="242421"/>
                </a:lnTo>
                <a:cubicBezTo>
                  <a:pt x="2135070" y="314944"/>
                  <a:pt x="2226168" y="402746"/>
                  <a:pt x="2303706" y="504477"/>
                </a:cubicBezTo>
                <a:lnTo>
                  <a:pt x="2313004" y="518043"/>
                </a:lnTo>
                <a:cubicBezTo>
                  <a:pt x="2281386" y="632502"/>
                  <a:pt x="2200735" y="709083"/>
                  <a:pt x="2218151" y="861420"/>
                </a:cubicBezTo>
                <a:cubicBezTo>
                  <a:pt x="2351180" y="1041595"/>
                  <a:pt x="2437820" y="998031"/>
                  <a:pt x="2547655" y="1066337"/>
                </a:cubicBezTo>
                <a:lnTo>
                  <a:pt x="2553379" y="1094904"/>
                </a:lnTo>
                <a:cubicBezTo>
                  <a:pt x="2565780" y="1178154"/>
                  <a:pt x="2569784" y="1261693"/>
                  <a:pt x="2565794" y="1344373"/>
                </a:cubicBezTo>
                <a:lnTo>
                  <a:pt x="2556882" y="1436427"/>
                </a:lnTo>
                <a:cubicBezTo>
                  <a:pt x="2429780" y="1491923"/>
                  <a:pt x="2335419" y="1423953"/>
                  <a:pt x="2175577" y="1602914"/>
                </a:cubicBezTo>
                <a:cubicBezTo>
                  <a:pt x="2142509" y="1803196"/>
                  <a:pt x="2272106" y="1894254"/>
                  <a:pt x="2320371" y="2039924"/>
                </a:cubicBezTo>
                <a:lnTo>
                  <a:pt x="2247295" y="2131698"/>
                </a:lnTo>
                <a:cubicBezTo>
                  <a:pt x="2219775" y="2162997"/>
                  <a:pt x="2190608" y="2193076"/>
                  <a:pt x="2159843" y="2221792"/>
                </a:cubicBezTo>
                <a:lnTo>
                  <a:pt x="2093129" y="2278108"/>
                </a:lnTo>
                <a:cubicBezTo>
                  <a:pt x="1947181" y="2228921"/>
                  <a:pt x="1870528" y="2100164"/>
                  <a:pt x="1655286" y="2130546"/>
                </a:cubicBezTo>
                <a:cubicBezTo>
                  <a:pt x="1475044" y="2264484"/>
                  <a:pt x="1517653" y="2413986"/>
                  <a:pt x="1448837" y="2555706"/>
                </a:cubicBezTo>
                <a:lnTo>
                  <a:pt x="1347429" y="2565733"/>
                </a:lnTo>
                <a:cubicBezTo>
                  <a:pt x="1305803" y="2567786"/>
                  <a:pt x="1264248" y="2567789"/>
                  <a:pt x="1222908" y="2565794"/>
                </a:cubicBezTo>
                <a:lnTo>
                  <a:pt x="1150390" y="2558774"/>
                </a:lnTo>
                <a:cubicBezTo>
                  <a:pt x="1085862" y="2410306"/>
                  <a:pt x="1108687" y="2219706"/>
                  <a:pt x="956807" y="2113371"/>
                </a:cubicBezTo>
                <a:cubicBezTo>
                  <a:pt x="749394" y="2069712"/>
                  <a:pt x="638284" y="2225712"/>
                  <a:pt x="479023" y="2281883"/>
                </a:cubicBezTo>
                <a:lnTo>
                  <a:pt x="435584" y="2247295"/>
                </a:lnTo>
                <a:cubicBezTo>
                  <a:pt x="404285" y="2219775"/>
                  <a:pt x="374206" y="2190608"/>
                  <a:pt x="345490" y="2159843"/>
                </a:cubicBezTo>
                <a:lnTo>
                  <a:pt x="271660" y="2072382"/>
                </a:lnTo>
                <a:cubicBezTo>
                  <a:pt x="330331" y="1914768"/>
                  <a:pt x="511586" y="1851848"/>
                  <a:pt x="447673" y="1599540"/>
                </a:cubicBezTo>
                <a:cubicBezTo>
                  <a:pt x="326959" y="1463311"/>
                  <a:pt x="154568" y="1475064"/>
                  <a:pt x="8015" y="1412826"/>
                </a:cubicBezTo>
                <a:lnTo>
                  <a:pt x="1549" y="1347429"/>
                </a:lnTo>
                <a:cubicBezTo>
                  <a:pt x="-2556" y="1264177"/>
                  <a:pt x="1534" y="1181210"/>
                  <a:pt x="13418" y="1099676"/>
                </a:cubicBezTo>
                <a:lnTo>
                  <a:pt x="14995" y="1091591"/>
                </a:lnTo>
                <a:cubicBezTo>
                  <a:pt x="121784" y="1013008"/>
                  <a:pt x="381694" y="1060536"/>
                  <a:pt x="397317" y="856724"/>
                </a:cubicBezTo>
                <a:cubicBezTo>
                  <a:pt x="496046" y="753970"/>
                  <a:pt x="366341" y="592193"/>
                  <a:pt x="279210" y="486794"/>
                </a:cubicBezTo>
                <a:lnTo>
                  <a:pt x="319987" y="435584"/>
                </a:lnTo>
                <a:cubicBezTo>
                  <a:pt x="375026" y="372987"/>
                  <a:pt x="436657" y="315268"/>
                  <a:pt x="504477" y="263576"/>
                </a:cubicBezTo>
                <a:lnTo>
                  <a:pt x="542723" y="2373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1" name="任意多边形 30"/>
          <p:cNvSpPr/>
          <p:nvPr/>
        </p:nvSpPr>
        <p:spPr>
          <a:xfrm rot="545508">
            <a:off x="8628332" y="2233164"/>
            <a:ext cx="1151668" cy="1151668"/>
          </a:xfrm>
          <a:custGeom>
            <a:avLst/>
            <a:gdLst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83955 w 2567281"/>
              <a:gd name="connsiteY36" fmla="*/ 924696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757 w 2567281"/>
              <a:gd name="connsiteY36" fmla="*/ 825747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6436 w 2567281"/>
              <a:gd name="connsiteY36" fmla="*/ 918677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446351 w 2567281"/>
              <a:gd name="connsiteY36" fmla="*/ 894601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422275 w 2567281"/>
              <a:gd name="connsiteY36" fmla="*/ 844686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703438 w 2567281"/>
              <a:gd name="connsiteY6" fmla="*/ 304134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567281" h="2567281">
                <a:moveTo>
                  <a:pt x="542723" y="237362"/>
                </a:moveTo>
                <a:cubicBezTo>
                  <a:pt x="669691" y="272098"/>
                  <a:pt x="758341" y="386844"/>
                  <a:pt x="923626" y="341570"/>
                </a:cubicBezTo>
                <a:cubicBezTo>
                  <a:pt x="1057958" y="257868"/>
                  <a:pt x="1044307" y="122483"/>
                  <a:pt x="1104648" y="12940"/>
                </a:cubicBezTo>
                <a:lnTo>
                  <a:pt x="1219853" y="1549"/>
                </a:lnTo>
                <a:cubicBezTo>
                  <a:pt x="1303105" y="-2556"/>
                  <a:pt x="1386072" y="1534"/>
                  <a:pt x="1467606" y="13418"/>
                </a:cubicBezTo>
                <a:lnTo>
                  <a:pt x="1496875" y="19128"/>
                </a:lnTo>
                <a:cubicBezTo>
                  <a:pt x="1540772" y="126168"/>
                  <a:pt x="1553691" y="232767"/>
                  <a:pt x="1628565" y="340248"/>
                </a:cubicBezTo>
                <a:cubicBezTo>
                  <a:pt x="1836513" y="363909"/>
                  <a:pt x="1897362" y="273938"/>
                  <a:pt x="2031761" y="240783"/>
                </a:cubicBezTo>
                <a:lnTo>
                  <a:pt x="2034286" y="242421"/>
                </a:lnTo>
                <a:cubicBezTo>
                  <a:pt x="2135070" y="314944"/>
                  <a:pt x="2226168" y="402746"/>
                  <a:pt x="2303706" y="504477"/>
                </a:cubicBezTo>
                <a:lnTo>
                  <a:pt x="2313004" y="518043"/>
                </a:lnTo>
                <a:cubicBezTo>
                  <a:pt x="2281386" y="632502"/>
                  <a:pt x="2200735" y="709083"/>
                  <a:pt x="2218151" y="861420"/>
                </a:cubicBezTo>
                <a:cubicBezTo>
                  <a:pt x="2351180" y="1041595"/>
                  <a:pt x="2437820" y="998031"/>
                  <a:pt x="2547655" y="1066337"/>
                </a:cubicBezTo>
                <a:lnTo>
                  <a:pt x="2553379" y="1094904"/>
                </a:lnTo>
                <a:cubicBezTo>
                  <a:pt x="2565780" y="1178154"/>
                  <a:pt x="2569784" y="1261693"/>
                  <a:pt x="2565794" y="1344373"/>
                </a:cubicBezTo>
                <a:lnTo>
                  <a:pt x="2556882" y="1436427"/>
                </a:lnTo>
                <a:cubicBezTo>
                  <a:pt x="2429780" y="1491923"/>
                  <a:pt x="2335419" y="1423953"/>
                  <a:pt x="2175577" y="1602914"/>
                </a:cubicBezTo>
                <a:cubicBezTo>
                  <a:pt x="2142509" y="1803196"/>
                  <a:pt x="2272106" y="1894254"/>
                  <a:pt x="2320371" y="2039924"/>
                </a:cubicBezTo>
                <a:lnTo>
                  <a:pt x="2247295" y="2131698"/>
                </a:lnTo>
                <a:cubicBezTo>
                  <a:pt x="2219775" y="2162997"/>
                  <a:pt x="2190608" y="2193076"/>
                  <a:pt x="2159843" y="2221792"/>
                </a:cubicBezTo>
                <a:lnTo>
                  <a:pt x="2093129" y="2278108"/>
                </a:lnTo>
                <a:cubicBezTo>
                  <a:pt x="1947181" y="2228921"/>
                  <a:pt x="1870528" y="2100164"/>
                  <a:pt x="1655286" y="2130546"/>
                </a:cubicBezTo>
                <a:cubicBezTo>
                  <a:pt x="1475044" y="2264484"/>
                  <a:pt x="1517653" y="2413986"/>
                  <a:pt x="1448837" y="2555706"/>
                </a:cubicBezTo>
                <a:lnTo>
                  <a:pt x="1347429" y="2565733"/>
                </a:lnTo>
                <a:cubicBezTo>
                  <a:pt x="1305803" y="2567786"/>
                  <a:pt x="1264248" y="2567789"/>
                  <a:pt x="1222908" y="2565794"/>
                </a:cubicBezTo>
                <a:lnTo>
                  <a:pt x="1150390" y="2558774"/>
                </a:lnTo>
                <a:cubicBezTo>
                  <a:pt x="1085862" y="2410306"/>
                  <a:pt x="1108687" y="2219706"/>
                  <a:pt x="956807" y="2113371"/>
                </a:cubicBezTo>
                <a:cubicBezTo>
                  <a:pt x="749394" y="2069712"/>
                  <a:pt x="638284" y="2225712"/>
                  <a:pt x="479023" y="2281883"/>
                </a:cubicBezTo>
                <a:lnTo>
                  <a:pt x="435584" y="2247295"/>
                </a:lnTo>
                <a:cubicBezTo>
                  <a:pt x="404285" y="2219775"/>
                  <a:pt x="374206" y="2190608"/>
                  <a:pt x="345490" y="2159843"/>
                </a:cubicBezTo>
                <a:lnTo>
                  <a:pt x="271660" y="2072382"/>
                </a:lnTo>
                <a:cubicBezTo>
                  <a:pt x="330331" y="1914768"/>
                  <a:pt x="511586" y="1851848"/>
                  <a:pt x="447673" y="1599540"/>
                </a:cubicBezTo>
                <a:cubicBezTo>
                  <a:pt x="326959" y="1463311"/>
                  <a:pt x="154568" y="1475064"/>
                  <a:pt x="8015" y="1412826"/>
                </a:cubicBezTo>
                <a:lnTo>
                  <a:pt x="1549" y="1347429"/>
                </a:lnTo>
                <a:cubicBezTo>
                  <a:pt x="-2556" y="1264177"/>
                  <a:pt x="1534" y="1181210"/>
                  <a:pt x="13418" y="1099676"/>
                </a:cubicBezTo>
                <a:lnTo>
                  <a:pt x="14995" y="1091591"/>
                </a:lnTo>
                <a:cubicBezTo>
                  <a:pt x="121784" y="1013008"/>
                  <a:pt x="381694" y="1060536"/>
                  <a:pt x="397317" y="856724"/>
                </a:cubicBezTo>
                <a:cubicBezTo>
                  <a:pt x="496046" y="753970"/>
                  <a:pt x="366341" y="592193"/>
                  <a:pt x="279210" y="486794"/>
                </a:cubicBezTo>
                <a:lnTo>
                  <a:pt x="319987" y="435584"/>
                </a:lnTo>
                <a:cubicBezTo>
                  <a:pt x="375026" y="372987"/>
                  <a:pt x="436657" y="315268"/>
                  <a:pt x="504477" y="263576"/>
                </a:cubicBezTo>
                <a:lnTo>
                  <a:pt x="542723" y="2373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 rot="545508">
            <a:off x="3598498" y="3230918"/>
            <a:ext cx="1659715" cy="1659715"/>
          </a:xfrm>
          <a:custGeom>
            <a:avLst/>
            <a:gdLst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83955 w 2567281"/>
              <a:gd name="connsiteY36" fmla="*/ 924696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757 w 2567281"/>
              <a:gd name="connsiteY36" fmla="*/ 825747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6436 w 2567281"/>
              <a:gd name="connsiteY36" fmla="*/ 918677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446351 w 2567281"/>
              <a:gd name="connsiteY36" fmla="*/ 894601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422275 w 2567281"/>
              <a:gd name="connsiteY36" fmla="*/ 844686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703438 w 2567281"/>
              <a:gd name="connsiteY6" fmla="*/ 304134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567281" h="2567281">
                <a:moveTo>
                  <a:pt x="542723" y="237362"/>
                </a:moveTo>
                <a:cubicBezTo>
                  <a:pt x="669691" y="272098"/>
                  <a:pt x="758341" y="386844"/>
                  <a:pt x="923626" y="341570"/>
                </a:cubicBezTo>
                <a:cubicBezTo>
                  <a:pt x="1057958" y="257868"/>
                  <a:pt x="1044307" y="122483"/>
                  <a:pt x="1104648" y="12940"/>
                </a:cubicBezTo>
                <a:lnTo>
                  <a:pt x="1219853" y="1549"/>
                </a:lnTo>
                <a:cubicBezTo>
                  <a:pt x="1303105" y="-2556"/>
                  <a:pt x="1386072" y="1534"/>
                  <a:pt x="1467606" y="13418"/>
                </a:cubicBezTo>
                <a:lnTo>
                  <a:pt x="1496875" y="19128"/>
                </a:lnTo>
                <a:cubicBezTo>
                  <a:pt x="1540772" y="126168"/>
                  <a:pt x="1553691" y="232767"/>
                  <a:pt x="1628565" y="340248"/>
                </a:cubicBezTo>
                <a:cubicBezTo>
                  <a:pt x="1836513" y="363909"/>
                  <a:pt x="1897362" y="273938"/>
                  <a:pt x="2031761" y="240783"/>
                </a:cubicBezTo>
                <a:lnTo>
                  <a:pt x="2034286" y="242421"/>
                </a:lnTo>
                <a:cubicBezTo>
                  <a:pt x="2135070" y="314944"/>
                  <a:pt x="2226168" y="402746"/>
                  <a:pt x="2303706" y="504477"/>
                </a:cubicBezTo>
                <a:lnTo>
                  <a:pt x="2313004" y="518043"/>
                </a:lnTo>
                <a:cubicBezTo>
                  <a:pt x="2281386" y="632502"/>
                  <a:pt x="2200735" y="709083"/>
                  <a:pt x="2218151" y="861420"/>
                </a:cubicBezTo>
                <a:cubicBezTo>
                  <a:pt x="2351180" y="1041595"/>
                  <a:pt x="2437820" y="998031"/>
                  <a:pt x="2547655" y="1066337"/>
                </a:cubicBezTo>
                <a:lnTo>
                  <a:pt x="2553379" y="1094904"/>
                </a:lnTo>
                <a:cubicBezTo>
                  <a:pt x="2565780" y="1178154"/>
                  <a:pt x="2569784" y="1261693"/>
                  <a:pt x="2565794" y="1344373"/>
                </a:cubicBezTo>
                <a:lnTo>
                  <a:pt x="2556882" y="1436427"/>
                </a:lnTo>
                <a:cubicBezTo>
                  <a:pt x="2429780" y="1491923"/>
                  <a:pt x="2335419" y="1423953"/>
                  <a:pt x="2175577" y="1602914"/>
                </a:cubicBezTo>
                <a:cubicBezTo>
                  <a:pt x="2142509" y="1803196"/>
                  <a:pt x="2272106" y="1894254"/>
                  <a:pt x="2320371" y="2039924"/>
                </a:cubicBezTo>
                <a:lnTo>
                  <a:pt x="2247295" y="2131698"/>
                </a:lnTo>
                <a:cubicBezTo>
                  <a:pt x="2219775" y="2162997"/>
                  <a:pt x="2190608" y="2193076"/>
                  <a:pt x="2159843" y="2221792"/>
                </a:cubicBezTo>
                <a:lnTo>
                  <a:pt x="2093129" y="2278108"/>
                </a:lnTo>
                <a:cubicBezTo>
                  <a:pt x="1947181" y="2228921"/>
                  <a:pt x="1870528" y="2100164"/>
                  <a:pt x="1655286" y="2130546"/>
                </a:cubicBezTo>
                <a:cubicBezTo>
                  <a:pt x="1475044" y="2264484"/>
                  <a:pt x="1517653" y="2413986"/>
                  <a:pt x="1448837" y="2555706"/>
                </a:cubicBezTo>
                <a:lnTo>
                  <a:pt x="1347429" y="2565733"/>
                </a:lnTo>
                <a:cubicBezTo>
                  <a:pt x="1305803" y="2567786"/>
                  <a:pt x="1264248" y="2567789"/>
                  <a:pt x="1222908" y="2565794"/>
                </a:cubicBezTo>
                <a:lnTo>
                  <a:pt x="1150390" y="2558774"/>
                </a:lnTo>
                <a:cubicBezTo>
                  <a:pt x="1085862" y="2410306"/>
                  <a:pt x="1108687" y="2219706"/>
                  <a:pt x="956807" y="2113371"/>
                </a:cubicBezTo>
                <a:cubicBezTo>
                  <a:pt x="749394" y="2069712"/>
                  <a:pt x="638284" y="2225712"/>
                  <a:pt x="479023" y="2281883"/>
                </a:cubicBezTo>
                <a:lnTo>
                  <a:pt x="435584" y="2247295"/>
                </a:lnTo>
                <a:cubicBezTo>
                  <a:pt x="404285" y="2219775"/>
                  <a:pt x="374206" y="2190608"/>
                  <a:pt x="345490" y="2159843"/>
                </a:cubicBezTo>
                <a:lnTo>
                  <a:pt x="271660" y="2072382"/>
                </a:lnTo>
                <a:cubicBezTo>
                  <a:pt x="330331" y="1914768"/>
                  <a:pt x="511586" y="1851848"/>
                  <a:pt x="447673" y="1599540"/>
                </a:cubicBezTo>
                <a:cubicBezTo>
                  <a:pt x="326959" y="1463311"/>
                  <a:pt x="154568" y="1475064"/>
                  <a:pt x="8015" y="1412826"/>
                </a:cubicBezTo>
                <a:lnTo>
                  <a:pt x="1549" y="1347429"/>
                </a:lnTo>
                <a:cubicBezTo>
                  <a:pt x="-2556" y="1264177"/>
                  <a:pt x="1534" y="1181210"/>
                  <a:pt x="13418" y="1099676"/>
                </a:cubicBezTo>
                <a:lnTo>
                  <a:pt x="14995" y="1091591"/>
                </a:lnTo>
                <a:cubicBezTo>
                  <a:pt x="121784" y="1013008"/>
                  <a:pt x="381694" y="1060536"/>
                  <a:pt x="397317" y="856724"/>
                </a:cubicBezTo>
                <a:cubicBezTo>
                  <a:pt x="496046" y="753970"/>
                  <a:pt x="366341" y="592193"/>
                  <a:pt x="279210" y="486794"/>
                </a:cubicBezTo>
                <a:lnTo>
                  <a:pt x="319987" y="435584"/>
                </a:lnTo>
                <a:cubicBezTo>
                  <a:pt x="375026" y="372987"/>
                  <a:pt x="436657" y="315268"/>
                  <a:pt x="504477" y="263576"/>
                </a:cubicBezTo>
                <a:lnTo>
                  <a:pt x="542723" y="2373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3" name="任意多边形 32"/>
          <p:cNvSpPr/>
          <p:nvPr/>
        </p:nvSpPr>
        <p:spPr>
          <a:xfrm rot="545508">
            <a:off x="3081269" y="1529867"/>
            <a:ext cx="1659715" cy="1659715"/>
          </a:xfrm>
          <a:custGeom>
            <a:avLst/>
            <a:gdLst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83955 w 2567281"/>
              <a:gd name="connsiteY36" fmla="*/ 924696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757 w 2567281"/>
              <a:gd name="connsiteY36" fmla="*/ 825747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6436 w 2567281"/>
              <a:gd name="connsiteY36" fmla="*/ 918677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446351 w 2567281"/>
              <a:gd name="connsiteY36" fmla="*/ 894601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422275 w 2567281"/>
              <a:gd name="connsiteY36" fmla="*/ 844686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703438 w 2567281"/>
              <a:gd name="connsiteY6" fmla="*/ 304134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567281" h="2567281">
                <a:moveTo>
                  <a:pt x="542723" y="237362"/>
                </a:moveTo>
                <a:cubicBezTo>
                  <a:pt x="669691" y="272098"/>
                  <a:pt x="758341" y="386844"/>
                  <a:pt x="923626" y="341570"/>
                </a:cubicBezTo>
                <a:cubicBezTo>
                  <a:pt x="1057958" y="257868"/>
                  <a:pt x="1044307" y="122483"/>
                  <a:pt x="1104648" y="12940"/>
                </a:cubicBezTo>
                <a:lnTo>
                  <a:pt x="1219853" y="1549"/>
                </a:lnTo>
                <a:cubicBezTo>
                  <a:pt x="1303105" y="-2556"/>
                  <a:pt x="1386072" y="1534"/>
                  <a:pt x="1467606" y="13418"/>
                </a:cubicBezTo>
                <a:lnTo>
                  <a:pt x="1496875" y="19128"/>
                </a:lnTo>
                <a:cubicBezTo>
                  <a:pt x="1540772" y="126168"/>
                  <a:pt x="1553691" y="232767"/>
                  <a:pt x="1628565" y="340248"/>
                </a:cubicBezTo>
                <a:cubicBezTo>
                  <a:pt x="1836513" y="363909"/>
                  <a:pt x="1897362" y="273938"/>
                  <a:pt x="2031761" y="240783"/>
                </a:cubicBezTo>
                <a:lnTo>
                  <a:pt x="2034286" y="242421"/>
                </a:lnTo>
                <a:cubicBezTo>
                  <a:pt x="2135070" y="314944"/>
                  <a:pt x="2226168" y="402746"/>
                  <a:pt x="2303706" y="504477"/>
                </a:cubicBezTo>
                <a:lnTo>
                  <a:pt x="2313004" y="518043"/>
                </a:lnTo>
                <a:cubicBezTo>
                  <a:pt x="2281386" y="632502"/>
                  <a:pt x="2200735" y="709083"/>
                  <a:pt x="2218151" y="861420"/>
                </a:cubicBezTo>
                <a:cubicBezTo>
                  <a:pt x="2351180" y="1041595"/>
                  <a:pt x="2437820" y="998031"/>
                  <a:pt x="2547655" y="1066337"/>
                </a:cubicBezTo>
                <a:lnTo>
                  <a:pt x="2553379" y="1094904"/>
                </a:lnTo>
                <a:cubicBezTo>
                  <a:pt x="2565780" y="1178154"/>
                  <a:pt x="2569784" y="1261693"/>
                  <a:pt x="2565794" y="1344373"/>
                </a:cubicBezTo>
                <a:lnTo>
                  <a:pt x="2556882" y="1436427"/>
                </a:lnTo>
                <a:cubicBezTo>
                  <a:pt x="2429780" y="1491923"/>
                  <a:pt x="2335419" y="1423953"/>
                  <a:pt x="2175577" y="1602914"/>
                </a:cubicBezTo>
                <a:cubicBezTo>
                  <a:pt x="2142509" y="1803196"/>
                  <a:pt x="2272106" y="1894254"/>
                  <a:pt x="2320371" y="2039924"/>
                </a:cubicBezTo>
                <a:lnTo>
                  <a:pt x="2247295" y="2131698"/>
                </a:lnTo>
                <a:cubicBezTo>
                  <a:pt x="2219775" y="2162997"/>
                  <a:pt x="2190608" y="2193076"/>
                  <a:pt x="2159843" y="2221792"/>
                </a:cubicBezTo>
                <a:lnTo>
                  <a:pt x="2093129" y="2278108"/>
                </a:lnTo>
                <a:cubicBezTo>
                  <a:pt x="1947181" y="2228921"/>
                  <a:pt x="1870528" y="2100164"/>
                  <a:pt x="1655286" y="2130546"/>
                </a:cubicBezTo>
                <a:cubicBezTo>
                  <a:pt x="1475044" y="2264484"/>
                  <a:pt x="1517653" y="2413986"/>
                  <a:pt x="1448837" y="2555706"/>
                </a:cubicBezTo>
                <a:lnTo>
                  <a:pt x="1347429" y="2565733"/>
                </a:lnTo>
                <a:cubicBezTo>
                  <a:pt x="1305803" y="2567786"/>
                  <a:pt x="1264248" y="2567789"/>
                  <a:pt x="1222908" y="2565794"/>
                </a:cubicBezTo>
                <a:lnTo>
                  <a:pt x="1150390" y="2558774"/>
                </a:lnTo>
                <a:cubicBezTo>
                  <a:pt x="1085862" y="2410306"/>
                  <a:pt x="1108687" y="2219706"/>
                  <a:pt x="956807" y="2113371"/>
                </a:cubicBezTo>
                <a:cubicBezTo>
                  <a:pt x="749394" y="2069712"/>
                  <a:pt x="638284" y="2225712"/>
                  <a:pt x="479023" y="2281883"/>
                </a:cubicBezTo>
                <a:lnTo>
                  <a:pt x="435584" y="2247295"/>
                </a:lnTo>
                <a:cubicBezTo>
                  <a:pt x="404285" y="2219775"/>
                  <a:pt x="374206" y="2190608"/>
                  <a:pt x="345490" y="2159843"/>
                </a:cubicBezTo>
                <a:lnTo>
                  <a:pt x="271660" y="2072382"/>
                </a:lnTo>
                <a:cubicBezTo>
                  <a:pt x="330331" y="1914768"/>
                  <a:pt x="511586" y="1851848"/>
                  <a:pt x="447673" y="1599540"/>
                </a:cubicBezTo>
                <a:cubicBezTo>
                  <a:pt x="326959" y="1463311"/>
                  <a:pt x="154568" y="1475064"/>
                  <a:pt x="8015" y="1412826"/>
                </a:cubicBezTo>
                <a:lnTo>
                  <a:pt x="1549" y="1347429"/>
                </a:lnTo>
                <a:cubicBezTo>
                  <a:pt x="-2556" y="1264177"/>
                  <a:pt x="1534" y="1181210"/>
                  <a:pt x="13418" y="1099676"/>
                </a:cubicBezTo>
                <a:lnTo>
                  <a:pt x="14995" y="1091591"/>
                </a:lnTo>
                <a:cubicBezTo>
                  <a:pt x="121784" y="1013008"/>
                  <a:pt x="381694" y="1060536"/>
                  <a:pt x="397317" y="856724"/>
                </a:cubicBezTo>
                <a:cubicBezTo>
                  <a:pt x="496046" y="753970"/>
                  <a:pt x="366341" y="592193"/>
                  <a:pt x="279210" y="486794"/>
                </a:cubicBezTo>
                <a:lnTo>
                  <a:pt x="319987" y="435584"/>
                </a:lnTo>
                <a:cubicBezTo>
                  <a:pt x="375026" y="372987"/>
                  <a:pt x="436657" y="315268"/>
                  <a:pt x="504477" y="263576"/>
                </a:cubicBezTo>
                <a:lnTo>
                  <a:pt x="542723" y="237362"/>
                </a:lnTo>
                <a:close/>
              </a:path>
            </a:pathLst>
          </a:cu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4" name="任意多边形 33"/>
          <p:cNvSpPr/>
          <p:nvPr/>
        </p:nvSpPr>
        <p:spPr>
          <a:xfrm rot="545508">
            <a:off x="2164415" y="2780393"/>
            <a:ext cx="1300211" cy="1300211"/>
          </a:xfrm>
          <a:custGeom>
            <a:avLst/>
            <a:gdLst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35363 w 2567281"/>
              <a:gd name="connsiteY36" fmla="*/ 855842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83955 w 2567281"/>
              <a:gd name="connsiteY36" fmla="*/ 924696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757 w 2567281"/>
              <a:gd name="connsiteY36" fmla="*/ 825747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6436 w 2567281"/>
              <a:gd name="connsiteY36" fmla="*/ 918677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446351 w 2567281"/>
              <a:gd name="connsiteY36" fmla="*/ 894601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422275 w 2567281"/>
              <a:gd name="connsiteY36" fmla="*/ 844686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899550 w 2567281"/>
              <a:gd name="connsiteY1" fmla="*/ 291655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97419 w 2567281"/>
              <a:gd name="connsiteY6" fmla="*/ 291655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703438 w 2567281"/>
              <a:gd name="connsiteY6" fmla="*/ 304134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61606 w 2567281"/>
              <a:gd name="connsiteY11" fmla="*/ 855842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261606 w 2567281"/>
              <a:gd name="connsiteY16" fmla="*/ 1653711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97419 w 2567281"/>
              <a:gd name="connsiteY21" fmla="*/ 2217898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899550 w 2567281"/>
              <a:gd name="connsiteY26" fmla="*/ 2217898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335363 w 2567281"/>
              <a:gd name="connsiteY31" fmla="*/ 1653711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  <a:gd name="connsiteX0" fmla="*/ 542723 w 2567281"/>
              <a:gd name="connsiteY0" fmla="*/ 237362 h 2567281"/>
              <a:gd name="connsiteX1" fmla="*/ 923626 w 2567281"/>
              <a:gd name="connsiteY1" fmla="*/ 341570 h 2567281"/>
              <a:gd name="connsiteX2" fmla="*/ 1104648 w 2567281"/>
              <a:gd name="connsiteY2" fmla="*/ 12940 h 2567281"/>
              <a:gd name="connsiteX3" fmla="*/ 1219853 w 2567281"/>
              <a:gd name="connsiteY3" fmla="*/ 1549 h 2567281"/>
              <a:gd name="connsiteX4" fmla="*/ 1467606 w 2567281"/>
              <a:gd name="connsiteY4" fmla="*/ 13418 h 2567281"/>
              <a:gd name="connsiteX5" fmla="*/ 1496875 w 2567281"/>
              <a:gd name="connsiteY5" fmla="*/ 19128 h 2567281"/>
              <a:gd name="connsiteX6" fmla="*/ 1628565 w 2567281"/>
              <a:gd name="connsiteY6" fmla="*/ 340248 h 2567281"/>
              <a:gd name="connsiteX7" fmla="*/ 2031761 w 2567281"/>
              <a:gd name="connsiteY7" fmla="*/ 240783 h 2567281"/>
              <a:gd name="connsiteX8" fmla="*/ 2034286 w 2567281"/>
              <a:gd name="connsiteY8" fmla="*/ 242421 h 2567281"/>
              <a:gd name="connsiteX9" fmla="*/ 2303706 w 2567281"/>
              <a:gd name="connsiteY9" fmla="*/ 504477 h 2567281"/>
              <a:gd name="connsiteX10" fmla="*/ 2313004 w 2567281"/>
              <a:gd name="connsiteY10" fmla="*/ 518043 h 2567281"/>
              <a:gd name="connsiteX11" fmla="*/ 2218151 w 2567281"/>
              <a:gd name="connsiteY11" fmla="*/ 861420 h 2567281"/>
              <a:gd name="connsiteX12" fmla="*/ 2547655 w 2567281"/>
              <a:gd name="connsiteY12" fmla="*/ 1066337 h 2567281"/>
              <a:gd name="connsiteX13" fmla="*/ 2553379 w 2567281"/>
              <a:gd name="connsiteY13" fmla="*/ 1094904 h 2567281"/>
              <a:gd name="connsiteX14" fmla="*/ 2565794 w 2567281"/>
              <a:gd name="connsiteY14" fmla="*/ 1344373 h 2567281"/>
              <a:gd name="connsiteX15" fmla="*/ 2556882 w 2567281"/>
              <a:gd name="connsiteY15" fmla="*/ 1436427 h 2567281"/>
              <a:gd name="connsiteX16" fmla="*/ 2175577 w 2567281"/>
              <a:gd name="connsiteY16" fmla="*/ 1602914 h 2567281"/>
              <a:gd name="connsiteX17" fmla="*/ 2320371 w 2567281"/>
              <a:gd name="connsiteY17" fmla="*/ 2039924 h 2567281"/>
              <a:gd name="connsiteX18" fmla="*/ 2247295 w 2567281"/>
              <a:gd name="connsiteY18" fmla="*/ 2131698 h 2567281"/>
              <a:gd name="connsiteX19" fmla="*/ 2159843 w 2567281"/>
              <a:gd name="connsiteY19" fmla="*/ 2221792 h 2567281"/>
              <a:gd name="connsiteX20" fmla="*/ 2093129 w 2567281"/>
              <a:gd name="connsiteY20" fmla="*/ 2278108 h 2567281"/>
              <a:gd name="connsiteX21" fmla="*/ 1655286 w 2567281"/>
              <a:gd name="connsiteY21" fmla="*/ 2130546 h 2567281"/>
              <a:gd name="connsiteX22" fmla="*/ 1448837 w 2567281"/>
              <a:gd name="connsiteY22" fmla="*/ 2555706 h 2567281"/>
              <a:gd name="connsiteX23" fmla="*/ 1347429 w 2567281"/>
              <a:gd name="connsiteY23" fmla="*/ 2565733 h 2567281"/>
              <a:gd name="connsiteX24" fmla="*/ 1222908 w 2567281"/>
              <a:gd name="connsiteY24" fmla="*/ 2565794 h 2567281"/>
              <a:gd name="connsiteX25" fmla="*/ 1150390 w 2567281"/>
              <a:gd name="connsiteY25" fmla="*/ 2558774 h 2567281"/>
              <a:gd name="connsiteX26" fmla="*/ 956807 w 2567281"/>
              <a:gd name="connsiteY26" fmla="*/ 2113371 h 2567281"/>
              <a:gd name="connsiteX27" fmla="*/ 479023 w 2567281"/>
              <a:gd name="connsiteY27" fmla="*/ 2281883 h 2567281"/>
              <a:gd name="connsiteX28" fmla="*/ 435584 w 2567281"/>
              <a:gd name="connsiteY28" fmla="*/ 2247295 h 2567281"/>
              <a:gd name="connsiteX29" fmla="*/ 345490 w 2567281"/>
              <a:gd name="connsiteY29" fmla="*/ 2159843 h 2567281"/>
              <a:gd name="connsiteX30" fmla="*/ 271660 w 2567281"/>
              <a:gd name="connsiteY30" fmla="*/ 2072382 h 2567281"/>
              <a:gd name="connsiteX31" fmla="*/ 447673 w 2567281"/>
              <a:gd name="connsiteY31" fmla="*/ 1599540 h 2567281"/>
              <a:gd name="connsiteX32" fmla="*/ 8015 w 2567281"/>
              <a:gd name="connsiteY32" fmla="*/ 1412826 h 2567281"/>
              <a:gd name="connsiteX33" fmla="*/ 1549 w 2567281"/>
              <a:gd name="connsiteY33" fmla="*/ 1347429 h 2567281"/>
              <a:gd name="connsiteX34" fmla="*/ 13418 w 2567281"/>
              <a:gd name="connsiteY34" fmla="*/ 1099676 h 2567281"/>
              <a:gd name="connsiteX35" fmla="*/ 14995 w 2567281"/>
              <a:gd name="connsiteY35" fmla="*/ 1091591 h 2567281"/>
              <a:gd name="connsiteX36" fmla="*/ 397317 w 2567281"/>
              <a:gd name="connsiteY36" fmla="*/ 856724 h 2567281"/>
              <a:gd name="connsiteX37" fmla="*/ 279210 w 2567281"/>
              <a:gd name="connsiteY37" fmla="*/ 486794 h 2567281"/>
              <a:gd name="connsiteX38" fmla="*/ 319987 w 2567281"/>
              <a:gd name="connsiteY38" fmla="*/ 435584 h 2567281"/>
              <a:gd name="connsiteX39" fmla="*/ 504477 w 2567281"/>
              <a:gd name="connsiteY39" fmla="*/ 263576 h 2567281"/>
              <a:gd name="connsiteX40" fmla="*/ 542723 w 2567281"/>
              <a:gd name="connsiteY40" fmla="*/ 237362 h 256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567281" h="2567281">
                <a:moveTo>
                  <a:pt x="542723" y="237362"/>
                </a:moveTo>
                <a:cubicBezTo>
                  <a:pt x="669691" y="272098"/>
                  <a:pt x="758341" y="386844"/>
                  <a:pt x="923626" y="341570"/>
                </a:cubicBezTo>
                <a:cubicBezTo>
                  <a:pt x="1057958" y="257868"/>
                  <a:pt x="1044307" y="122483"/>
                  <a:pt x="1104648" y="12940"/>
                </a:cubicBezTo>
                <a:lnTo>
                  <a:pt x="1219853" y="1549"/>
                </a:lnTo>
                <a:cubicBezTo>
                  <a:pt x="1303105" y="-2556"/>
                  <a:pt x="1386072" y="1534"/>
                  <a:pt x="1467606" y="13418"/>
                </a:cubicBezTo>
                <a:lnTo>
                  <a:pt x="1496875" y="19128"/>
                </a:lnTo>
                <a:cubicBezTo>
                  <a:pt x="1540772" y="126168"/>
                  <a:pt x="1553691" y="232767"/>
                  <a:pt x="1628565" y="340248"/>
                </a:cubicBezTo>
                <a:cubicBezTo>
                  <a:pt x="1836513" y="363909"/>
                  <a:pt x="1897362" y="273938"/>
                  <a:pt x="2031761" y="240783"/>
                </a:cubicBezTo>
                <a:lnTo>
                  <a:pt x="2034286" y="242421"/>
                </a:lnTo>
                <a:cubicBezTo>
                  <a:pt x="2135070" y="314944"/>
                  <a:pt x="2226168" y="402746"/>
                  <a:pt x="2303706" y="504477"/>
                </a:cubicBezTo>
                <a:lnTo>
                  <a:pt x="2313004" y="518043"/>
                </a:lnTo>
                <a:cubicBezTo>
                  <a:pt x="2281386" y="632502"/>
                  <a:pt x="2200735" y="709083"/>
                  <a:pt x="2218151" y="861420"/>
                </a:cubicBezTo>
                <a:cubicBezTo>
                  <a:pt x="2351180" y="1041595"/>
                  <a:pt x="2437820" y="998031"/>
                  <a:pt x="2547655" y="1066337"/>
                </a:cubicBezTo>
                <a:lnTo>
                  <a:pt x="2553379" y="1094904"/>
                </a:lnTo>
                <a:cubicBezTo>
                  <a:pt x="2565780" y="1178154"/>
                  <a:pt x="2569784" y="1261693"/>
                  <a:pt x="2565794" y="1344373"/>
                </a:cubicBezTo>
                <a:lnTo>
                  <a:pt x="2556882" y="1436427"/>
                </a:lnTo>
                <a:cubicBezTo>
                  <a:pt x="2429780" y="1491923"/>
                  <a:pt x="2335419" y="1423953"/>
                  <a:pt x="2175577" y="1602914"/>
                </a:cubicBezTo>
                <a:cubicBezTo>
                  <a:pt x="2142509" y="1803196"/>
                  <a:pt x="2272106" y="1894254"/>
                  <a:pt x="2320371" y="2039924"/>
                </a:cubicBezTo>
                <a:lnTo>
                  <a:pt x="2247295" y="2131698"/>
                </a:lnTo>
                <a:cubicBezTo>
                  <a:pt x="2219775" y="2162997"/>
                  <a:pt x="2190608" y="2193076"/>
                  <a:pt x="2159843" y="2221792"/>
                </a:cubicBezTo>
                <a:lnTo>
                  <a:pt x="2093129" y="2278108"/>
                </a:lnTo>
                <a:cubicBezTo>
                  <a:pt x="1947181" y="2228921"/>
                  <a:pt x="1870528" y="2100164"/>
                  <a:pt x="1655286" y="2130546"/>
                </a:cubicBezTo>
                <a:cubicBezTo>
                  <a:pt x="1475044" y="2264484"/>
                  <a:pt x="1517653" y="2413986"/>
                  <a:pt x="1448837" y="2555706"/>
                </a:cubicBezTo>
                <a:lnTo>
                  <a:pt x="1347429" y="2565733"/>
                </a:lnTo>
                <a:cubicBezTo>
                  <a:pt x="1305803" y="2567786"/>
                  <a:pt x="1264248" y="2567789"/>
                  <a:pt x="1222908" y="2565794"/>
                </a:cubicBezTo>
                <a:lnTo>
                  <a:pt x="1150390" y="2558774"/>
                </a:lnTo>
                <a:cubicBezTo>
                  <a:pt x="1085862" y="2410306"/>
                  <a:pt x="1108687" y="2219706"/>
                  <a:pt x="956807" y="2113371"/>
                </a:cubicBezTo>
                <a:cubicBezTo>
                  <a:pt x="749394" y="2069712"/>
                  <a:pt x="638284" y="2225712"/>
                  <a:pt x="479023" y="2281883"/>
                </a:cubicBezTo>
                <a:lnTo>
                  <a:pt x="435584" y="2247295"/>
                </a:lnTo>
                <a:cubicBezTo>
                  <a:pt x="404285" y="2219775"/>
                  <a:pt x="374206" y="2190608"/>
                  <a:pt x="345490" y="2159843"/>
                </a:cubicBezTo>
                <a:lnTo>
                  <a:pt x="271660" y="2072382"/>
                </a:lnTo>
                <a:cubicBezTo>
                  <a:pt x="330331" y="1914768"/>
                  <a:pt x="511586" y="1851848"/>
                  <a:pt x="447673" y="1599540"/>
                </a:cubicBezTo>
                <a:cubicBezTo>
                  <a:pt x="326959" y="1463311"/>
                  <a:pt x="154568" y="1475064"/>
                  <a:pt x="8015" y="1412826"/>
                </a:cubicBezTo>
                <a:lnTo>
                  <a:pt x="1549" y="1347429"/>
                </a:lnTo>
                <a:cubicBezTo>
                  <a:pt x="-2556" y="1264177"/>
                  <a:pt x="1534" y="1181210"/>
                  <a:pt x="13418" y="1099676"/>
                </a:cubicBezTo>
                <a:lnTo>
                  <a:pt x="14995" y="1091591"/>
                </a:lnTo>
                <a:cubicBezTo>
                  <a:pt x="121784" y="1013008"/>
                  <a:pt x="381694" y="1060536"/>
                  <a:pt x="397317" y="856724"/>
                </a:cubicBezTo>
                <a:cubicBezTo>
                  <a:pt x="496046" y="753970"/>
                  <a:pt x="366341" y="592193"/>
                  <a:pt x="279210" y="486794"/>
                </a:cubicBezTo>
                <a:lnTo>
                  <a:pt x="319987" y="435584"/>
                </a:lnTo>
                <a:cubicBezTo>
                  <a:pt x="375026" y="372987"/>
                  <a:pt x="436657" y="315268"/>
                  <a:pt x="504477" y="263576"/>
                </a:cubicBezTo>
                <a:lnTo>
                  <a:pt x="542723" y="237362"/>
                </a:lnTo>
                <a:close/>
              </a:path>
            </a:pathLst>
          </a:cu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546944" y="2230871"/>
            <a:ext cx="11173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</a:p>
          <a:p>
            <a:r>
              <a:rPr lang="en-US" altLang="zh-CN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1</a:t>
            </a:r>
            <a:endParaRPr lang="zh-CN" altLang="en-US" sz="2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680175" y="3691443"/>
            <a:ext cx="1117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2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797521" y="2624332"/>
            <a:ext cx="1117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3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477792" y="2186176"/>
            <a:ext cx="1117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4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399396" y="3283923"/>
            <a:ext cx="1117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5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54823" y="3872922"/>
            <a:ext cx="1117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6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381802" y="5491518"/>
            <a:ext cx="9447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本模板的所有素材和逻辑图表，均可自由编辑替换和移动。本模板的所有素材和逻辑图表，均可自由编辑替换和移动。</a:t>
            </a:r>
          </a:p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639800" y="5321888"/>
            <a:ext cx="11089063" cy="15559"/>
          </a:xfrm>
          <a:prstGeom prst="line">
            <a:avLst/>
          </a:prstGeom>
          <a:ln>
            <a:solidFill>
              <a:srgbClr val="3636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0" y="404078"/>
            <a:ext cx="2872341" cy="461665"/>
            <a:chOff x="0" y="91440"/>
            <a:chExt cx="3829788" cy="615556"/>
          </a:xfrm>
        </p:grpSpPr>
        <p:sp>
          <p:nvSpPr>
            <p:cNvPr id="27" name="文本框 26"/>
            <p:cNvSpPr txBox="1"/>
            <p:nvPr/>
          </p:nvSpPr>
          <p:spPr>
            <a:xfrm>
              <a:off x="454152" y="91440"/>
              <a:ext cx="3375636" cy="615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研究背景及意义</a:t>
              </a:r>
              <a:endPara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43" name="矩形 42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846" y="261749"/>
            <a:ext cx="23717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5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18" b="20574"/>
          <a:stretch/>
        </p:blipFill>
        <p:spPr>
          <a:xfrm>
            <a:off x="0" y="-19050"/>
            <a:ext cx="12192000" cy="3448050"/>
          </a:xfrm>
          <a:prstGeom prst="rect">
            <a:avLst/>
          </a:prstGeom>
        </p:spPr>
      </p:pic>
      <p:sp>
        <p:nvSpPr>
          <p:cNvPr id="4" name="Oval 13"/>
          <p:cNvSpPr/>
          <p:nvPr/>
        </p:nvSpPr>
        <p:spPr>
          <a:xfrm>
            <a:off x="1228725" y="3834608"/>
            <a:ext cx="801439" cy="801439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AutoShape 59"/>
          <p:cNvSpPr>
            <a:spLocks/>
          </p:cNvSpPr>
          <p:nvPr/>
        </p:nvSpPr>
        <p:spPr bwMode="auto">
          <a:xfrm>
            <a:off x="1431528" y="4037411"/>
            <a:ext cx="390739" cy="390071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701" tIns="50701" rIns="50701" bIns="50701" anchor="ctr"/>
          <a:lstStyle/>
          <a:p>
            <a:pPr defTabSz="608396"/>
            <a:endParaRPr lang="en-US" sz="3992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Oval 14"/>
          <p:cNvSpPr/>
          <p:nvPr/>
        </p:nvSpPr>
        <p:spPr>
          <a:xfrm>
            <a:off x="4169371" y="3834608"/>
            <a:ext cx="801439" cy="80143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AutoShape 29"/>
          <p:cNvSpPr>
            <a:spLocks/>
          </p:cNvSpPr>
          <p:nvPr/>
        </p:nvSpPr>
        <p:spPr bwMode="auto">
          <a:xfrm>
            <a:off x="4372174" y="4074852"/>
            <a:ext cx="390074" cy="353399"/>
          </a:xfrm>
          <a:custGeom>
            <a:avLst/>
            <a:gdLst>
              <a:gd name="T0" fmla="+- 0 10736 439"/>
              <a:gd name="T1" fmla="*/ T0 w 20595"/>
              <a:gd name="T2" fmla="+- 0 10869 621"/>
              <a:gd name="T3" fmla="*/ 10869 h 20497"/>
              <a:gd name="T4" fmla="+- 0 10736 439"/>
              <a:gd name="T5" fmla="*/ T4 w 20595"/>
              <a:gd name="T6" fmla="+- 0 10869 621"/>
              <a:gd name="T7" fmla="*/ 10869 h 20497"/>
              <a:gd name="T8" fmla="+- 0 10736 439"/>
              <a:gd name="T9" fmla="*/ T8 w 20595"/>
              <a:gd name="T10" fmla="+- 0 10869 621"/>
              <a:gd name="T11" fmla="*/ 10869 h 20497"/>
              <a:gd name="T12" fmla="+- 0 10736 439"/>
              <a:gd name="T13" fmla="*/ T12 w 20595"/>
              <a:gd name="T14" fmla="+- 0 10869 621"/>
              <a:gd name="T15" fmla="*/ 10869 h 20497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0595" h="20497">
                <a:moveTo>
                  <a:pt x="18898" y="1863"/>
                </a:moveTo>
                <a:cubicBezTo>
                  <a:pt x="16636" y="-621"/>
                  <a:pt x="12968" y="-621"/>
                  <a:pt x="10707" y="1863"/>
                </a:cubicBezTo>
                <a:lnTo>
                  <a:pt x="1317" y="12053"/>
                </a:lnTo>
                <a:cubicBezTo>
                  <a:pt x="-439" y="13982"/>
                  <a:pt x="-439" y="17121"/>
                  <a:pt x="1317" y="19050"/>
                </a:cubicBezTo>
                <a:cubicBezTo>
                  <a:pt x="3073" y="20979"/>
                  <a:pt x="5931" y="20979"/>
                  <a:pt x="7687" y="19050"/>
                </a:cubicBezTo>
                <a:lnTo>
                  <a:pt x="17078" y="8860"/>
                </a:lnTo>
                <a:cubicBezTo>
                  <a:pt x="18335" y="7479"/>
                  <a:pt x="18335" y="5242"/>
                  <a:pt x="17078" y="3862"/>
                </a:cubicBezTo>
                <a:cubicBezTo>
                  <a:pt x="15821" y="2482"/>
                  <a:pt x="13783" y="2482"/>
                  <a:pt x="12527" y="3862"/>
                </a:cubicBezTo>
                <a:lnTo>
                  <a:pt x="5467" y="11614"/>
                </a:lnTo>
                <a:cubicBezTo>
                  <a:pt x="5216" y="11891"/>
                  <a:pt x="5216" y="12337"/>
                  <a:pt x="5467" y="12614"/>
                </a:cubicBezTo>
                <a:cubicBezTo>
                  <a:pt x="5719" y="12890"/>
                  <a:pt x="6126" y="12890"/>
                  <a:pt x="6378" y="12614"/>
                </a:cubicBezTo>
                <a:lnTo>
                  <a:pt x="13437" y="4861"/>
                </a:lnTo>
                <a:cubicBezTo>
                  <a:pt x="14190" y="4035"/>
                  <a:pt x="15414" y="4035"/>
                  <a:pt x="16167" y="4861"/>
                </a:cubicBezTo>
                <a:cubicBezTo>
                  <a:pt x="16920" y="5688"/>
                  <a:pt x="16920" y="7034"/>
                  <a:pt x="16167" y="7860"/>
                </a:cubicBezTo>
                <a:lnTo>
                  <a:pt x="6777" y="18050"/>
                </a:lnTo>
                <a:cubicBezTo>
                  <a:pt x="5520" y="19430"/>
                  <a:pt x="3484" y="19430"/>
                  <a:pt x="2227" y="18050"/>
                </a:cubicBezTo>
                <a:cubicBezTo>
                  <a:pt x="970" y="16670"/>
                  <a:pt x="970" y="14433"/>
                  <a:pt x="2227" y="13053"/>
                </a:cubicBezTo>
                <a:lnTo>
                  <a:pt x="11525" y="2963"/>
                </a:lnTo>
                <a:cubicBezTo>
                  <a:pt x="13285" y="1030"/>
                  <a:pt x="16139" y="1030"/>
                  <a:pt x="17896" y="2963"/>
                </a:cubicBezTo>
                <a:cubicBezTo>
                  <a:pt x="19657" y="4896"/>
                  <a:pt x="19657" y="8027"/>
                  <a:pt x="17897" y="9959"/>
                </a:cubicBezTo>
                <a:lnTo>
                  <a:pt x="10929" y="17611"/>
                </a:lnTo>
                <a:cubicBezTo>
                  <a:pt x="10677" y="17888"/>
                  <a:pt x="10677" y="18334"/>
                  <a:pt x="10929" y="18610"/>
                </a:cubicBezTo>
                <a:cubicBezTo>
                  <a:pt x="11181" y="18887"/>
                  <a:pt x="11588" y="18887"/>
                  <a:pt x="11839" y="18610"/>
                </a:cubicBezTo>
                <a:lnTo>
                  <a:pt x="18898" y="10859"/>
                </a:lnTo>
                <a:cubicBezTo>
                  <a:pt x="21160" y="8375"/>
                  <a:pt x="21160" y="4347"/>
                  <a:pt x="18898" y="1863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701" tIns="50701" rIns="50701" bIns="50701" anchor="ctr"/>
          <a:lstStyle/>
          <a:p>
            <a:pPr defTabSz="608396"/>
            <a:endParaRPr lang="en-US" sz="3992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" name="Oval 15"/>
          <p:cNvSpPr/>
          <p:nvPr/>
        </p:nvSpPr>
        <p:spPr>
          <a:xfrm>
            <a:off x="7008614" y="3834608"/>
            <a:ext cx="801439" cy="801439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AutoShape 46"/>
          <p:cNvSpPr>
            <a:spLocks/>
          </p:cNvSpPr>
          <p:nvPr/>
        </p:nvSpPr>
        <p:spPr bwMode="auto">
          <a:xfrm>
            <a:off x="7211417" y="4037411"/>
            <a:ext cx="366839" cy="36683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874" y="17549"/>
                </a:moveTo>
                <a:cubicBezTo>
                  <a:pt x="15513" y="17549"/>
                  <a:pt x="14343" y="15612"/>
                  <a:pt x="13809" y="12825"/>
                </a:cubicBezTo>
                <a:lnTo>
                  <a:pt x="15524" y="12825"/>
                </a:lnTo>
                <a:cubicBezTo>
                  <a:pt x="17038" y="12825"/>
                  <a:pt x="18224" y="11343"/>
                  <a:pt x="18224" y="9450"/>
                </a:cubicBezTo>
                <a:cubicBezTo>
                  <a:pt x="18224" y="7558"/>
                  <a:pt x="17038" y="6075"/>
                  <a:pt x="15524" y="6075"/>
                </a:cubicBezTo>
                <a:lnTo>
                  <a:pt x="13809" y="6075"/>
                </a:lnTo>
                <a:cubicBezTo>
                  <a:pt x="14343" y="3289"/>
                  <a:pt x="15513" y="1350"/>
                  <a:pt x="16874" y="1350"/>
                </a:cubicBezTo>
                <a:cubicBezTo>
                  <a:pt x="18739" y="1350"/>
                  <a:pt x="20249" y="4976"/>
                  <a:pt x="20249" y="9450"/>
                </a:cubicBezTo>
                <a:cubicBezTo>
                  <a:pt x="20249" y="13923"/>
                  <a:pt x="18739" y="17549"/>
                  <a:pt x="16874" y="17549"/>
                </a:cubicBezTo>
                <a:moveTo>
                  <a:pt x="8926" y="11482"/>
                </a:moveTo>
                <a:lnTo>
                  <a:pt x="8774" y="11482"/>
                </a:lnTo>
                <a:lnTo>
                  <a:pt x="8774" y="11475"/>
                </a:lnTo>
                <a:cubicBezTo>
                  <a:pt x="8028" y="11475"/>
                  <a:pt x="7424" y="10569"/>
                  <a:pt x="7424" y="9450"/>
                </a:cubicBezTo>
                <a:cubicBezTo>
                  <a:pt x="7424" y="8332"/>
                  <a:pt x="8028" y="7425"/>
                  <a:pt x="8774" y="7425"/>
                </a:cubicBezTo>
                <a:lnTo>
                  <a:pt x="8926" y="7425"/>
                </a:lnTo>
                <a:cubicBezTo>
                  <a:pt x="10200" y="7425"/>
                  <a:pt x="11391" y="6924"/>
                  <a:pt x="12441" y="6063"/>
                </a:cubicBezTo>
                <a:cubicBezTo>
                  <a:pt x="12248" y="7149"/>
                  <a:pt x="12149" y="8300"/>
                  <a:pt x="12149" y="9450"/>
                </a:cubicBezTo>
                <a:cubicBezTo>
                  <a:pt x="12149" y="10603"/>
                  <a:pt x="12248" y="11758"/>
                  <a:pt x="12442" y="12846"/>
                </a:cubicBezTo>
                <a:cubicBezTo>
                  <a:pt x="11393" y="11983"/>
                  <a:pt x="10200" y="11482"/>
                  <a:pt x="8926" y="11482"/>
                </a:cubicBezTo>
                <a:moveTo>
                  <a:pt x="8096" y="20249"/>
                </a:moveTo>
                <a:lnTo>
                  <a:pt x="5396" y="20249"/>
                </a:lnTo>
                <a:lnTo>
                  <a:pt x="5396" y="14175"/>
                </a:lnTo>
                <a:cubicBezTo>
                  <a:pt x="5396" y="13683"/>
                  <a:pt x="5264" y="13223"/>
                  <a:pt x="5033" y="12825"/>
                </a:cubicBezTo>
                <a:lnTo>
                  <a:pt x="5505" y="12825"/>
                </a:lnTo>
                <a:lnTo>
                  <a:pt x="5505" y="12832"/>
                </a:lnTo>
                <a:lnTo>
                  <a:pt x="7535" y="12832"/>
                </a:lnTo>
                <a:cubicBezTo>
                  <a:pt x="7463" y="13042"/>
                  <a:pt x="7421" y="13265"/>
                  <a:pt x="7421" y="13500"/>
                </a:cubicBezTo>
                <a:lnTo>
                  <a:pt x="7421" y="18225"/>
                </a:lnTo>
                <a:cubicBezTo>
                  <a:pt x="7421" y="18874"/>
                  <a:pt x="7784" y="19307"/>
                  <a:pt x="8001" y="19565"/>
                </a:cubicBezTo>
                <a:cubicBezTo>
                  <a:pt x="8031" y="19601"/>
                  <a:pt x="8065" y="19638"/>
                  <a:pt x="8096" y="19677"/>
                </a:cubicBezTo>
                <a:cubicBezTo>
                  <a:pt x="8096" y="19677"/>
                  <a:pt x="8096" y="20249"/>
                  <a:pt x="8096" y="20249"/>
                </a:cubicBezTo>
                <a:close/>
                <a:moveTo>
                  <a:pt x="1349" y="9450"/>
                </a:moveTo>
                <a:cubicBezTo>
                  <a:pt x="1349" y="8332"/>
                  <a:pt x="1953" y="7425"/>
                  <a:pt x="2699" y="7425"/>
                </a:cubicBezTo>
                <a:lnTo>
                  <a:pt x="7434" y="7425"/>
                </a:lnTo>
                <a:cubicBezTo>
                  <a:pt x="7014" y="7916"/>
                  <a:pt x="6749" y="8631"/>
                  <a:pt x="6749" y="9450"/>
                </a:cubicBezTo>
                <a:cubicBezTo>
                  <a:pt x="6749" y="10270"/>
                  <a:pt x="7014" y="10984"/>
                  <a:pt x="7434" y="11475"/>
                </a:cubicBezTo>
                <a:lnTo>
                  <a:pt x="2699" y="11475"/>
                </a:lnTo>
                <a:cubicBezTo>
                  <a:pt x="1953" y="11475"/>
                  <a:pt x="1349" y="10569"/>
                  <a:pt x="1349" y="9450"/>
                </a:cubicBezTo>
                <a:moveTo>
                  <a:pt x="13499" y="9450"/>
                </a:moveTo>
                <a:cubicBezTo>
                  <a:pt x="13499" y="8749"/>
                  <a:pt x="13540" y="8073"/>
                  <a:pt x="13610" y="7425"/>
                </a:cubicBezTo>
                <a:lnTo>
                  <a:pt x="15524" y="7425"/>
                </a:lnTo>
                <a:cubicBezTo>
                  <a:pt x="16269" y="7425"/>
                  <a:pt x="16874" y="8332"/>
                  <a:pt x="16874" y="9450"/>
                </a:cubicBezTo>
                <a:cubicBezTo>
                  <a:pt x="16874" y="10569"/>
                  <a:pt x="16269" y="11475"/>
                  <a:pt x="15524" y="11475"/>
                </a:cubicBezTo>
                <a:lnTo>
                  <a:pt x="13610" y="11475"/>
                </a:lnTo>
                <a:cubicBezTo>
                  <a:pt x="13540" y="10826"/>
                  <a:pt x="13499" y="10151"/>
                  <a:pt x="13499" y="9450"/>
                </a:cubicBezTo>
                <a:moveTo>
                  <a:pt x="16874" y="0"/>
                </a:moveTo>
                <a:cubicBezTo>
                  <a:pt x="15489" y="0"/>
                  <a:pt x="14400" y="951"/>
                  <a:pt x="13618" y="2420"/>
                </a:cubicBezTo>
                <a:lnTo>
                  <a:pt x="13604" y="2412"/>
                </a:lnTo>
                <a:cubicBezTo>
                  <a:pt x="12469" y="4635"/>
                  <a:pt x="10778" y="6075"/>
                  <a:pt x="8926" y="6075"/>
                </a:cubicBezTo>
                <a:lnTo>
                  <a:pt x="8479" y="6075"/>
                </a:lnTo>
                <a:lnTo>
                  <a:pt x="5505" y="6075"/>
                </a:lnTo>
                <a:lnTo>
                  <a:pt x="2699" y="6075"/>
                </a:lnTo>
                <a:cubicBezTo>
                  <a:pt x="1185" y="6075"/>
                  <a:pt x="0" y="7558"/>
                  <a:pt x="0" y="9450"/>
                </a:cubicBezTo>
                <a:cubicBezTo>
                  <a:pt x="0" y="11343"/>
                  <a:pt x="1185" y="12825"/>
                  <a:pt x="2699" y="12825"/>
                </a:cubicBezTo>
                <a:cubicBezTo>
                  <a:pt x="3443" y="12827"/>
                  <a:pt x="4046" y="13430"/>
                  <a:pt x="4046" y="14175"/>
                </a:cubicBezTo>
                <a:lnTo>
                  <a:pt x="4046" y="20249"/>
                </a:lnTo>
                <a:cubicBezTo>
                  <a:pt x="4046" y="20996"/>
                  <a:pt x="4651" y="21599"/>
                  <a:pt x="5396" y="21599"/>
                </a:cubicBezTo>
                <a:lnTo>
                  <a:pt x="8096" y="21599"/>
                </a:lnTo>
                <a:cubicBezTo>
                  <a:pt x="8842" y="21599"/>
                  <a:pt x="9446" y="20996"/>
                  <a:pt x="9446" y="20249"/>
                </a:cubicBezTo>
                <a:lnTo>
                  <a:pt x="9446" y="19575"/>
                </a:lnTo>
                <a:cubicBezTo>
                  <a:pt x="9446" y="18900"/>
                  <a:pt x="8771" y="18598"/>
                  <a:pt x="8771" y="18225"/>
                </a:cubicBezTo>
                <a:lnTo>
                  <a:pt x="8771" y="13500"/>
                </a:lnTo>
                <a:cubicBezTo>
                  <a:pt x="8771" y="13484"/>
                  <a:pt x="8781" y="13473"/>
                  <a:pt x="8782" y="13458"/>
                </a:cubicBezTo>
                <a:cubicBezTo>
                  <a:pt x="8789" y="13361"/>
                  <a:pt x="8815" y="13271"/>
                  <a:pt x="8859" y="13191"/>
                </a:cubicBezTo>
                <a:cubicBezTo>
                  <a:pt x="8871" y="13169"/>
                  <a:pt x="8884" y="13151"/>
                  <a:pt x="8898" y="13132"/>
                </a:cubicBezTo>
                <a:cubicBezTo>
                  <a:pt x="8952" y="13051"/>
                  <a:pt x="9020" y="12985"/>
                  <a:pt x="9103" y="12934"/>
                </a:cubicBezTo>
                <a:cubicBezTo>
                  <a:pt x="9107" y="12931"/>
                  <a:pt x="9108" y="12927"/>
                  <a:pt x="9112" y="12925"/>
                </a:cubicBezTo>
                <a:cubicBezTo>
                  <a:pt x="9115" y="12925"/>
                  <a:pt x="9117" y="12922"/>
                  <a:pt x="9120" y="12922"/>
                </a:cubicBezTo>
                <a:cubicBezTo>
                  <a:pt x="9174" y="12892"/>
                  <a:pt x="9238" y="12885"/>
                  <a:pt x="9299" y="12868"/>
                </a:cubicBezTo>
                <a:cubicBezTo>
                  <a:pt x="11003" y="13049"/>
                  <a:pt x="12545" y="14424"/>
                  <a:pt x="13604" y="16495"/>
                </a:cubicBezTo>
                <a:lnTo>
                  <a:pt x="13621" y="16487"/>
                </a:lnTo>
                <a:cubicBezTo>
                  <a:pt x="14404" y="17950"/>
                  <a:pt x="15490" y="18900"/>
                  <a:pt x="16874" y="18900"/>
                </a:cubicBezTo>
                <a:cubicBezTo>
                  <a:pt x="19977" y="18900"/>
                  <a:pt x="21600" y="14145"/>
                  <a:pt x="21600" y="9450"/>
                </a:cubicBezTo>
                <a:cubicBezTo>
                  <a:pt x="21600" y="4754"/>
                  <a:pt x="19977" y="0"/>
                  <a:pt x="16874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701" tIns="50701" rIns="50701" bIns="50701" anchor="ctr"/>
          <a:lstStyle/>
          <a:p>
            <a:pPr defTabSz="608396"/>
            <a:endParaRPr lang="en-US" sz="3992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Oval 16"/>
          <p:cNvSpPr/>
          <p:nvPr/>
        </p:nvSpPr>
        <p:spPr>
          <a:xfrm>
            <a:off x="9949260" y="3834608"/>
            <a:ext cx="801439" cy="80143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1" name="Group 12"/>
          <p:cNvGrpSpPr/>
          <p:nvPr/>
        </p:nvGrpSpPr>
        <p:grpSpPr>
          <a:xfrm>
            <a:off x="10152063" y="4037411"/>
            <a:ext cx="390071" cy="390071"/>
            <a:chOff x="2556020" y="2035176"/>
            <a:chExt cx="366050" cy="366050"/>
          </a:xfrm>
          <a:solidFill>
            <a:schemeClr val="tx2"/>
          </a:solidFill>
        </p:grpSpPr>
        <p:sp>
          <p:nvSpPr>
            <p:cNvPr id="12" name="AutoShape 126"/>
            <p:cNvSpPr>
              <a:spLocks/>
            </p:cNvSpPr>
            <p:nvPr/>
          </p:nvSpPr>
          <p:spPr bwMode="auto">
            <a:xfrm>
              <a:off x="2556020" y="2035176"/>
              <a:ext cx="366050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701" tIns="50701" rIns="50701" bIns="50701" anchor="ctr"/>
            <a:lstStyle/>
            <a:p>
              <a:pPr defTabSz="608396"/>
              <a:endParaRPr lang="en-US" sz="3992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3" name="AutoShape 127"/>
            <p:cNvSpPr>
              <a:spLocks/>
            </p:cNvSpPr>
            <p:nvPr/>
          </p:nvSpPr>
          <p:spPr bwMode="auto">
            <a:xfrm>
              <a:off x="2704317" y="2092118"/>
              <a:ext cx="86350" cy="857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701" tIns="50701" rIns="50701" bIns="50701" anchor="ctr"/>
            <a:lstStyle/>
            <a:p>
              <a:pPr defTabSz="608396"/>
              <a:endParaRPr lang="en-US" sz="3992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25121" y="4918906"/>
            <a:ext cx="2338080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单击编辑标题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858084" y="5208869"/>
            <a:ext cx="1672155" cy="5539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3318108" y="4918906"/>
            <a:ext cx="2338080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单击编辑标题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TextBox 13"/>
          <p:cNvSpPr txBox="1"/>
          <p:nvPr/>
        </p:nvSpPr>
        <p:spPr>
          <a:xfrm>
            <a:off x="3651071" y="5208869"/>
            <a:ext cx="1672155" cy="11079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单击此处可编辑内容，根据您的需要自由拉伸文本框大小更多模板：亮亮图文旗舰店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https://liangliangtuwen.tmall.com</a:t>
            </a:r>
          </a:p>
        </p:txBody>
      </p:sp>
      <p:sp>
        <p:nvSpPr>
          <p:cNvPr id="18" name="TextBox 13"/>
          <p:cNvSpPr txBox="1"/>
          <p:nvPr/>
        </p:nvSpPr>
        <p:spPr>
          <a:xfrm>
            <a:off x="6326527" y="4918906"/>
            <a:ext cx="2338080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单击编辑标题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13"/>
          <p:cNvSpPr txBox="1"/>
          <p:nvPr/>
        </p:nvSpPr>
        <p:spPr>
          <a:xfrm>
            <a:off x="6659490" y="5208869"/>
            <a:ext cx="1672155" cy="5539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13"/>
          <p:cNvSpPr txBox="1"/>
          <p:nvPr/>
        </p:nvSpPr>
        <p:spPr>
          <a:xfrm>
            <a:off x="9211121" y="4918906"/>
            <a:ext cx="2338080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单击编辑标题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TextBox 13"/>
          <p:cNvSpPr txBox="1"/>
          <p:nvPr/>
        </p:nvSpPr>
        <p:spPr>
          <a:xfrm>
            <a:off x="9544084" y="5208869"/>
            <a:ext cx="1672155" cy="5539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268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66"/>
          <a:stretch/>
        </p:blipFill>
        <p:spPr>
          <a:xfrm>
            <a:off x="3628" y="-1981"/>
            <a:ext cx="12188371" cy="6898081"/>
          </a:xfrm>
          <a:prstGeom prst="rect">
            <a:avLst/>
          </a:prstGeom>
        </p:spPr>
      </p:pic>
      <p:sp>
        <p:nvSpPr>
          <p:cNvPr id="24" name="弦形 23"/>
          <p:cNvSpPr/>
          <p:nvPr/>
        </p:nvSpPr>
        <p:spPr>
          <a:xfrm rot="6698024">
            <a:off x="3701142" y="3578032"/>
            <a:ext cx="4789715" cy="4789715"/>
          </a:xfrm>
          <a:prstGeom prst="chord">
            <a:avLst>
              <a:gd name="adj1" fmla="val 2700000"/>
              <a:gd name="adj2" fmla="val 16271768"/>
            </a:avLst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178629" y="4223141"/>
            <a:ext cx="725714" cy="725714"/>
          </a:xfrm>
          <a:prstGeom prst="ellipse">
            <a:avLst/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178629" y="5078837"/>
            <a:ext cx="1030514" cy="1030514"/>
          </a:xfrm>
          <a:prstGeom prst="ellipse">
            <a:avLst/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591089" y="4816998"/>
            <a:ext cx="523677" cy="523677"/>
          </a:xfrm>
          <a:prstGeom prst="ellipse">
            <a:avLst/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29" name="Freeform 225"/>
          <p:cNvSpPr>
            <a:spLocks noEditPoints="1"/>
          </p:cNvSpPr>
          <p:nvPr/>
        </p:nvSpPr>
        <p:spPr bwMode="auto">
          <a:xfrm>
            <a:off x="3482280" y="5427746"/>
            <a:ext cx="423212" cy="406148"/>
          </a:xfrm>
          <a:custGeom>
            <a:avLst/>
            <a:gdLst>
              <a:gd name="T0" fmla="*/ 125 w 249"/>
              <a:gd name="T1" fmla="*/ 237 h 237"/>
              <a:gd name="T2" fmla="*/ 125 w 249"/>
              <a:gd name="T3" fmla="*/ 236 h 237"/>
              <a:gd name="T4" fmla="*/ 125 w 249"/>
              <a:gd name="T5" fmla="*/ 236 h 237"/>
              <a:gd name="T6" fmla="*/ 84 w 249"/>
              <a:gd name="T7" fmla="*/ 206 h 237"/>
              <a:gd name="T8" fmla="*/ 39 w 249"/>
              <a:gd name="T9" fmla="*/ 162 h 237"/>
              <a:gd name="T10" fmla="*/ 16 w 249"/>
              <a:gd name="T11" fmla="*/ 123 h 237"/>
              <a:gd name="T12" fmla="*/ 3 w 249"/>
              <a:gd name="T13" fmla="*/ 85 h 237"/>
              <a:gd name="T14" fmla="*/ 0 w 249"/>
              <a:gd name="T15" fmla="*/ 71 h 237"/>
              <a:gd name="T16" fmla="*/ 2 w 249"/>
              <a:gd name="T17" fmla="*/ 47 h 237"/>
              <a:gd name="T18" fmla="*/ 19 w 249"/>
              <a:gd name="T19" fmla="*/ 17 h 237"/>
              <a:gd name="T20" fmla="*/ 50 w 249"/>
              <a:gd name="T21" fmla="*/ 2 h 237"/>
              <a:gd name="T22" fmla="*/ 73 w 249"/>
              <a:gd name="T23" fmla="*/ 0 h 237"/>
              <a:gd name="T24" fmla="*/ 97 w 249"/>
              <a:gd name="T25" fmla="*/ 8 h 237"/>
              <a:gd name="T26" fmla="*/ 115 w 249"/>
              <a:gd name="T27" fmla="*/ 25 h 237"/>
              <a:gd name="T28" fmla="*/ 125 w 249"/>
              <a:gd name="T29" fmla="*/ 51 h 237"/>
              <a:gd name="T30" fmla="*/ 129 w 249"/>
              <a:gd name="T31" fmla="*/ 36 h 237"/>
              <a:gd name="T32" fmla="*/ 147 w 249"/>
              <a:gd name="T33" fmla="*/ 12 h 237"/>
              <a:gd name="T34" fmla="*/ 168 w 249"/>
              <a:gd name="T35" fmla="*/ 2 h 237"/>
              <a:gd name="T36" fmla="*/ 186 w 249"/>
              <a:gd name="T37" fmla="*/ 0 h 237"/>
              <a:gd name="T38" fmla="*/ 221 w 249"/>
              <a:gd name="T39" fmla="*/ 10 h 237"/>
              <a:gd name="T40" fmla="*/ 243 w 249"/>
              <a:gd name="T41" fmla="*/ 37 h 237"/>
              <a:gd name="T42" fmla="*/ 249 w 249"/>
              <a:gd name="T43" fmla="*/ 59 h 237"/>
              <a:gd name="T44" fmla="*/ 249 w 249"/>
              <a:gd name="T45" fmla="*/ 75 h 237"/>
              <a:gd name="T46" fmla="*/ 240 w 249"/>
              <a:gd name="T47" fmla="*/ 111 h 237"/>
              <a:gd name="T48" fmla="*/ 220 w 249"/>
              <a:gd name="T49" fmla="*/ 147 h 237"/>
              <a:gd name="T50" fmla="*/ 184 w 249"/>
              <a:gd name="T51" fmla="*/ 190 h 237"/>
              <a:gd name="T52" fmla="*/ 125 w 249"/>
              <a:gd name="T53" fmla="*/ 236 h 237"/>
              <a:gd name="T54" fmla="*/ 217 w 249"/>
              <a:gd name="T55" fmla="*/ 76 h 237"/>
              <a:gd name="T56" fmla="*/ 212 w 249"/>
              <a:gd name="T57" fmla="*/ 51 h 237"/>
              <a:gd name="T58" fmla="*/ 198 w 249"/>
              <a:gd name="T59" fmla="*/ 33 h 237"/>
              <a:gd name="T60" fmla="*/ 182 w 249"/>
              <a:gd name="T61" fmla="*/ 29 h 237"/>
              <a:gd name="T62" fmla="*/ 162 w 249"/>
              <a:gd name="T63" fmla="*/ 34 h 237"/>
              <a:gd name="T64" fmla="*/ 138 w 249"/>
              <a:gd name="T65" fmla="*/ 59 h 237"/>
              <a:gd name="T66" fmla="*/ 125 w 249"/>
              <a:gd name="T67" fmla="*/ 89 h 237"/>
              <a:gd name="T68" fmla="*/ 117 w 249"/>
              <a:gd name="T69" fmla="*/ 69 h 237"/>
              <a:gd name="T70" fmla="*/ 99 w 249"/>
              <a:gd name="T71" fmla="*/ 42 h 237"/>
              <a:gd name="T72" fmla="*/ 82 w 249"/>
              <a:gd name="T73" fmla="*/ 32 h 237"/>
              <a:gd name="T74" fmla="*/ 68 w 249"/>
              <a:gd name="T75" fmla="*/ 29 h 237"/>
              <a:gd name="T76" fmla="*/ 45 w 249"/>
              <a:gd name="T77" fmla="*/ 37 h 237"/>
              <a:gd name="T78" fmla="*/ 33 w 249"/>
              <a:gd name="T79" fmla="*/ 59 h 237"/>
              <a:gd name="T80" fmla="*/ 30 w 249"/>
              <a:gd name="T81" fmla="*/ 76 h 237"/>
              <a:gd name="T82" fmla="*/ 32 w 249"/>
              <a:gd name="T83" fmla="*/ 93 h 237"/>
              <a:gd name="T84" fmla="*/ 55 w 249"/>
              <a:gd name="T85" fmla="*/ 134 h 237"/>
              <a:gd name="T86" fmla="*/ 82 w 249"/>
              <a:gd name="T87" fmla="*/ 164 h 237"/>
              <a:gd name="T88" fmla="*/ 124 w 249"/>
              <a:gd name="T89" fmla="*/ 197 h 237"/>
              <a:gd name="T90" fmla="*/ 124 w 249"/>
              <a:gd name="T91" fmla="*/ 197 h 237"/>
              <a:gd name="T92" fmla="*/ 125 w 249"/>
              <a:gd name="T93" fmla="*/ 197 h 237"/>
              <a:gd name="T94" fmla="*/ 125 w 249"/>
              <a:gd name="T95" fmla="*/ 197 h 237"/>
              <a:gd name="T96" fmla="*/ 167 w 249"/>
              <a:gd name="T97" fmla="*/ 164 h 237"/>
              <a:gd name="T98" fmla="*/ 194 w 249"/>
              <a:gd name="T99" fmla="*/ 134 h 237"/>
              <a:gd name="T100" fmla="*/ 216 w 249"/>
              <a:gd name="T101" fmla="*/ 93 h 237"/>
              <a:gd name="T102" fmla="*/ 217 w 249"/>
              <a:gd name="T103" fmla="*/ 7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49" h="237">
                <a:moveTo>
                  <a:pt x="125" y="236"/>
                </a:moveTo>
                <a:lnTo>
                  <a:pt x="125" y="236"/>
                </a:lnTo>
                <a:lnTo>
                  <a:pt x="125" y="237"/>
                </a:lnTo>
                <a:lnTo>
                  <a:pt x="125" y="237"/>
                </a:lnTo>
                <a:lnTo>
                  <a:pt x="125" y="236"/>
                </a:lnTo>
                <a:lnTo>
                  <a:pt x="125" y="236"/>
                </a:lnTo>
                <a:lnTo>
                  <a:pt x="125" y="237"/>
                </a:lnTo>
                <a:lnTo>
                  <a:pt x="125" y="237"/>
                </a:lnTo>
                <a:lnTo>
                  <a:pt x="125" y="236"/>
                </a:lnTo>
                <a:lnTo>
                  <a:pt x="125" y="236"/>
                </a:lnTo>
                <a:lnTo>
                  <a:pt x="103" y="220"/>
                </a:lnTo>
                <a:lnTo>
                  <a:pt x="84" y="206"/>
                </a:lnTo>
                <a:lnTo>
                  <a:pt x="67" y="190"/>
                </a:lnTo>
                <a:lnTo>
                  <a:pt x="52" y="176"/>
                </a:lnTo>
                <a:lnTo>
                  <a:pt x="39" y="162"/>
                </a:lnTo>
                <a:lnTo>
                  <a:pt x="30" y="147"/>
                </a:lnTo>
                <a:lnTo>
                  <a:pt x="22" y="134"/>
                </a:lnTo>
                <a:lnTo>
                  <a:pt x="16" y="123"/>
                </a:lnTo>
                <a:lnTo>
                  <a:pt x="11" y="111"/>
                </a:lnTo>
                <a:lnTo>
                  <a:pt x="7" y="102"/>
                </a:lnTo>
                <a:lnTo>
                  <a:pt x="3" y="85"/>
                </a:lnTo>
                <a:lnTo>
                  <a:pt x="2" y="75"/>
                </a:lnTo>
                <a:lnTo>
                  <a:pt x="0" y="71"/>
                </a:lnTo>
                <a:lnTo>
                  <a:pt x="0" y="71"/>
                </a:lnTo>
                <a:lnTo>
                  <a:pt x="0" y="59"/>
                </a:lnTo>
                <a:lnTo>
                  <a:pt x="0" y="59"/>
                </a:lnTo>
                <a:lnTo>
                  <a:pt x="2" y="47"/>
                </a:lnTo>
                <a:lnTo>
                  <a:pt x="6" y="37"/>
                </a:lnTo>
                <a:lnTo>
                  <a:pt x="12" y="26"/>
                </a:lnTo>
                <a:lnTo>
                  <a:pt x="19" y="17"/>
                </a:lnTo>
                <a:lnTo>
                  <a:pt x="28" y="10"/>
                </a:lnTo>
                <a:lnTo>
                  <a:pt x="38" y="4"/>
                </a:lnTo>
                <a:lnTo>
                  <a:pt x="50" y="2"/>
                </a:lnTo>
                <a:lnTo>
                  <a:pt x="63" y="0"/>
                </a:lnTo>
                <a:lnTo>
                  <a:pt x="63" y="0"/>
                </a:lnTo>
                <a:lnTo>
                  <a:pt x="73" y="0"/>
                </a:lnTo>
                <a:lnTo>
                  <a:pt x="81" y="2"/>
                </a:lnTo>
                <a:lnTo>
                  <a:pt x="90" y="4"/>
                </a:lnTo>
                <a:lnTo>
                  <a:pt x="97" y="8"/>
                </a:lnTo>
                <a:lnTo>
                  <a:pt x="102" y="12"/>
                </a:lnTo>
                <a:lnTo>
                  <a:pt x="107" y="16"/>
                </a:lnTo>
                <a:lnTo>
                  <a:pt x="115" y="25"/>
                </a:lnTo>
                <a:lnTo>
                  <a:pt x="120" y="36"/>
                </a:lnTo>
                <a:lnTo>
                  <a:pt x="124" y="43"/>
                </a:lnTo>
                <a:lnTo>
                  <a:pt x="125" y="51"/>
                </a:lnTo>
                <a:lnTo>
                  <a:pt x="125" y="51"/>
                </a:lnTo>
                <a:lnTo>
                  <a:pt x="126" y="43"/>
                </a:lnTo>
                <a:lnTo>
                  <a:pt x="129" y="36"/>
                </a:lnTo>
                <a:lnTo>
                  <a:pt x="134" y="25"/>
                </a:lnTo>
                <a:lnTo>
                  <a:pt x="142" y="16"/>
                </a:lnTo>
                <a:lnTo>
                  <a:pt x="147" y="12"/>
                </a:lnTo>
                <a:lnTo>
                  <a:pt x="152" y="8"/>
                </a:lnTo>
                <a:lnTo>
                  <a:pt x="160" y="4"/>
                </a:lnTo>
                <a:lnTo>
                  <a:pt x="168" y="2"/>
                </a:lnTo>
                <a:lnTo>
                  <a:pt x="176" y="0"/>
                </a:lnTo>
                <a:lnTo>
                  <a:pt x="186" y="0"/>
                </a:lnTo>
                <a:lnTo>
                  <a:pt x="186" y="0"/>
                </a:lnTo>
                <a:lnTo>
                  <a:pt x="199" y="2"/>
                </a:lnTo>
                <a:lnTo>
                  <a:pt x="211" y="4"/>
                </a:lnTo>
                <a:lnTo>
                  <a:pt x="221" y="10"/>
                </a:lnTo>
                <a:lnTo>
                  <a:pt x="230" y="17"/>
                </a:lnTo>
                <a:lnTo>
                  <a:pt x="237" y="26"/>
                </a:lnTo>
                <a:lnTo>
                  <a:pt x="243" y="37"/>
                </a:lnTo>
                <a:lnTo>
                  <a:pt x="247" y="47"/>
                </a:lnTo>
                <a:lnTo>
                  <a:pt x="249" y="59"/>
                </a:lnTo>
                <a:lnTo>
                  <a:pt x="249" y="59"/>
                </a:lnTo>
                <a:lnTo>
                  <a:pt x="249" y="71"/>
                </a:lnTo>
                <a:lnTo>
                  <a:pt x="249" y="71"/>
                </a:lnTo>
                <a:lnTo>
                  <a:pt x="249" y="75"/>
                </a:lnTo>
                <a:lnTo>
                  <a:pt x="247" y="85"/>
                </a:lnTo>
                <a:lnTo>
                  <a:pt x="242" y="102"/>
                </a:lnTo>
                <a:lnTo>
                  <a:pt x="240" y="111"/>
                </a:lnTo>
                <a:lnTo>
                  <a:pt x="234" y="123"/>
                </a:lnTo>
                <a:lnTo>
                  <a:pt x="228" y="134"/>
                </a:lnTo>
                <a:lnTo>
                  <a:pt x="220" y="147"/>
                </a:lnTo>
                <a:lnTo>
                  <a:pt x="210" y="162"/>
                </a:lnTo>
                <a:lnTo>
                  <a:pt x="198" y="176"/>
                </a:lnTo>
                <a:lnTo>
                  <a:pt x="184" y="190"/>
                </a:lnTo>
                <a:lnTo>
                  <a:pt x="167" y="206"/>
                </a:lnTo>
                <a:lnTo>
                  <a:pt x="147" y="220"/>
                </a:lnTo>
                <a:lnTo>
                  <a:pt x="125" y="236"/>
                </a:lnTo>
                <a:lnTo>
                  <a:pt x="125" y="236"/>
                </a:lnTo>
                <a:close/>
                <a:moveTo>
                  <a:pt x="217" y="76"/>
                </a:moveTo>
                <a:lnTo>
                  <a:pt x="217" y="76"/>
                </a:lnTo>
                <a:lnTo>
                  <a:pt x="216" y="67"/>
                </a:lnTo>
                <a:lnTo>
                  <a:pt x="215" y="59"/>
                </a:lnTo>
                <a:lnTo>
                  <a:pt x="212" y="51"/>
                </a:lnTo>
                <a:lnTo>
                  <a:pt x="208" y="43"/>
                </a:lnTo>
                <a:lnTo>
                  <a:pt x="204" y="37"/>
                </a:lnTo>
                <a:lnTo>
                  <a:pt x="198" y="33"/>
                </a:lnTo>
                <a:lnTo>
                  <a:pt x="190" y="29"/>
                </a:lnTo>
                <a:lnTo>
                  <a:pt x="182" y="29"/>
                </a:lnTo>
                <a:lnTo>
                  <a:pt x="182" y="29"/>
                </a:lnTo>
                <a:lnTo>
                  <a:pt x="175" y="29"/>
                </a:lnTo>
                <a:lnTo>
                  <a:pt x="168" y="32"/>
                </a:lnTo>
                <a:lnTo>
                  <a:pt x="162" y="34"/>
                </a:lnTo>
                <a:lnTo>
                  <a:pt x="156" y="38"/>
                </a:lnTo>
                <a:lnTo>
                  <a:pt x="146" y="47"/>
                </a:lnTo>
                <a:lnTo>
                  <a:pt x="138" y="59"/>
                </a:lnTo>
                <a:lnTo>
                  <a:pt x="132" y="69"/>
                </a:lnTo>
                <a:lnTo>
                  <a:pt x="128" y="80"/>
                </a:lnTo>
                <a:lnTo>
                  <a:pt x="125" y="89"/>
                </a:lnTo>
                <a:lnTo>
                  <a:pt x="125" y="89"/>
                </a:lnTo>
                <a:lnTo>
                  <a:pt x="121" y="80"/>
                </a:lnTo>
                <a:lnTo>
                  <a:pt x="117" y="69"/>
                </a:lnTo>
                <a:lnTo>
                  <a:pt x="111" y="59"/>
                </a:lnTo>
                <a:lnTo>
                  <a:pt x="103" y="47"/>
                </a:lnTo>
                <a:lnTo>
                  <a:pt x="99" y="42"/>
                </a:lnTo>
                <a:lnTo>
                  <a:pt x="94" y="38"/>
                </a:lnTo>
                <a:lnTo>
                  <a:pt x="87" y="34"/>
                </a:lnTo>
                <a:lnTo>
                  <a:pt x="82" y="32"/>
                </a:lnTo>
                <a:lnTo>
                  <a:pt x="74" y="29"/>
                </a:lnTo>
                <a:lnTo>
                  <a:pt x="68" y="29"/>
                </a:lnTo>
                <a:lnTo>
                  <a:pt x="68" y="29"/>
                </a:lnTo>
                <a:lnTo>
                  <a:pt x="59" y="29"/>
                </a:lnTo>
                <a:lnTo>
                  <a:pt x="51" y="33"/>
                </a:lnTo>
                <a:lnTo>
                  <a:pt x="45" y="37"/>
                </a:lnTo>
                <a:lnTo>
                  <a:pt x="39" y="43"/>
                </a:lnTo>
                <a:lnTo>
                  <a:pt x="35" y="51"/>
                </a:lnTo>
                <a:lnTo>
                  <a:pt x="33" y="59"/>
                </a:lnTo>
                <a:lnTo>
                  <a:pt x="30" y="67"/>
                </a:lnTo>
                <a:lnTo>
                  <a:pt x="30" y="76"/>
                </a:lnTo>
                <a:lnTo>
                  <a:pt x="30" y="76"/>
                </a:lnTo>
                <a:lnTo>
                  <a:pt x="30" y="84"/>
                </a:lnTo>
                <a:lnTo>
                  <a:pt x="30" y="84"/>
                </a:lnTo>
                <a:lnTo>
                  <a:pt x="32" y="93"/>
                </a:lnTo>
                <a:lnTo>
                  <a:pt x="35" y="104"/>
                </a:lnTo>
                <a:lnTo>
                  <a:pt x="43" y="117"/>
                </a:lnTo>
                <a:lnTo>
                  <a:pt x="55" y="134"/>
                </a:lnTo>
                <a:lnTo>
                  <a:pt x="63" y="143"/>
                </a:lnTo>
                <a:lnTo>
                  <a:pt x="72" y="154"/>
                </a:lnTo>
                <a:lnTo>
                  <a:pt x="82" y="164"/>
                </a:lnTo>
                <a:lnTo>
                  <a:pt x="94" y="175"/>
                </a:lnTo>
                <a:lnTo>
                  <a:pt x="108" y="185"/>
                </a:lnTo>
                <a:lnTo>
                  <a:pt x="124" y="197"/>
                </a:lnTo>
                <a:lnTo>
                  <a:pt x="124" y="197"/>
                </a:lnTo>
                <a:lnTo>
                  <a:pt x="124" y="197"/>
                </a:lnTo>
                <a:lnTo>
                  <a:pt x="124" y="197"/>
                </a:lnTo>
                <a:lnTo>
                  <a:pt x="125" y="197"/>
                </a:lnTo>
                <a:lnTo>
                  <a:pt x="125" y="197"/>
                </a:lnTo>
                <a:lnTo>
                  <a:pt x="125" y="197"/>
                </a:lnTo>
                <a:lnTo>
                  <a:pt x="125" y="197"/>
                </a:lnTo>
                <a:lnTo>
                  <a:pt x="125" y="197"/>
                </a:lnTo>
                <a:lnTo>
                  <a:pt x="125" y="197"/>
                </a:lnTo>
                <a:lnTo>
                  <a:pt x="141" y="185"/>
                </a:lnTo>
                <a:lnTo>
                  <a:pt x="155" y="175"/>
                </a:lnTo>
                <a:lnTo>
                  <a:pt x="167" y="164"/>
                </a:lnTo>
                <a:lnTo>
                  <a:pt x="177" y="154"/>
                </a:lnTo>
                <a:lnTo>
                  <a:pt x="186" y="143"/>
                </a:lnTo>
                <a:lnTo>
                  <a:pt x="194" y="134"/>
                </a:lnTo>
                <a:lnTo>
                  <a:pt x="206" y="117"/>
                </a:lnTo>
                <a:lnTo>
                  <a:pt x="212" y="104"/>
                </a:lnTo>
                <a:lnTo>
                  <a:pt x="216" y="93"/>
                </a:lnTo>
                <a:lnTo>
                  <a:pt x="217" y="84"/>
                </a:lnTo>
                <a:lnTo>
                  <a:pt x="217" y="84"/>
                </a:lnTo>
                <a:lnTo>
                  <a:pt x="217" y="76"/>
                </a:lnTo>
                <a:lnTo>
                  <a:pt x="217" y="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Freeform 293"/>
          <p:cNvSpPr>
            <a:spLocks/>
          </p:cNvSpPr>
          <p:nvPr/>
        </p:nvSpPr>
        <p:spPr bwMode="auto">
          <a:xfrm>
            <a:off x="2683455" y="4896986"/>
            <a:ext cx="266213" cy="443689"/>
          </a:xfrm>
          <a:custGeom>
            <a:avLst/>
            <a:gdLst>
              <a:gd name="T0" fmla="*/ 0 w 156"/>
              <a:gd name="T1" fmla="*/ 130 h 260"/>
              <a:gd name="T2" fmla="*/ 156 w 156"/>
              <a:gd name="T3" fmla="*/ 0 h 260"/>
              <a:gd name="T4" fmla="*/ 156 w 156"/>
              <a:gd name="T5" fmla="*/ 260 h 260"/>
              <a:gd name="T6" fmla="*/ 0 w 156"/>
              <a:gd name="T7" fmla="*/ 130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6" h="260">
                <a:moveTo>
                  <a:pt x="0" y="130"/>
                </a:moveTo>
                <a:lnTo>
                  <a:pt x="156" y="0"/>
                </a:lnTo>
                <a:lnTo>
                  <a:pt x="156" y="260"/>
                </a:lnTo>
                <a:lnTo>
                  <a:pt x="0" y="1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33" name="Freeform 295"/>
          <p:cNvSpPr>
            <a:spLocks noEditPoints="1"/>
          </p:cNvSpPr>
          <p:nvPr/>
        </p:nvSpPr>
        <p:spPr bwMode="auto">
          <a:xfrm>
            <a:off x="3321347" y="4338173"/>
            <a:ext cx="440277" cy="440277"/>
          </a:xfrm>
          <a:custGeom>
            <a:avLst/>
            <a:gdLst>
              <a:gd name="T0" fmla="*/ 130 w 258"/>
              <a:gd name="T1" fmla="*/ 257 h 257"/>
              <a:gd name="T2" fmla="*/ 154 w 258"/>
              <a:gd name="T3" fmla="*/ 255 h 257"/>
              <a:gd name="T4" fmla="*/ 179 w 258"/>
              <a:gd name="T5" fmla="*/ 247 h 257"/>
              <a:gd name="T6" fmla="*/ 201 w 258"/>
              <a:gd name="T7" fmla="*/ 235 h 257"/>
              <a:gd name="T8" fmla="*/ 221 w 258"/>
              <a:gd name="T9" fmla="*/ 219 h 257"/>
              <a:gd name="T10" fmla="*/ 236 w 258"/>
              <a:gd name="T11" fmla="*/ 200 h 257"/>
              <a:gd name="T12" fmla="*/ 248 w 258"/>
              <a:gd name="T13" fmla="*/ 178 h 257"/>
              <a:gd name="T14" fmla="*/ 256 w 258"/>
              <a:gd name="T15" fmla="*/ 154 h 257"/>
              <a:gd name="T16" fmla="*/ 258 w 258"/>
              <a:gd name="T17" fmla="*/ 128 h 257"/>
              <a:gd name="T18" fmla="*/ 257 w 258"/>
              <a:gd name="T19" fmla="*/ 115 h 257"/>
              <a:gd name="T20" fmla="*/ 252 w 258"/>
              <a:gd name="T21" fmla="*/ 90 h 257"/>
              <a:gd name="T22" fmla="*/ 243 w 258"/>
              <a:gd name="T23" fmla="*/ 66 h 257"/>
              <a:gd name="T24" fmla="*/ 229 w 258"/>
              <a:gd name="T25" fmla="*/ 47 h 257"/>
              <a:gd name="T26" fmla="*/ 212 w 258"/>
              <a:gd name="T27" fmla="*/ 28 h 257"/>
              <a:gd name="T28" fmla="*/ 191 w 258"/>
              <a:gd name="T29" fmla="*/ 14 h 257"/>
              <a:gd name="T30" fmla="*/ 167 w 258"/>
              <a:gd name="T31" fmla="*/ 5 h 257"/>
              <a:gd name="T32" fmla="*/ 143 w 258"/>
              <a:gd name="T33" fmla="*/ 0 h 257"/>
              <a:gd name="T34" fmla="*/ 130 w 258"/>
              <a:gd name="T35" fmla="*/ 0 h 257"/>
              <a:gd name="T36" fmla="*/ 104 w 258"/>
              <a:gd name="T37" fmla="*/ 2 h 257"/>
              <a:gd name="T38" fmla="*/ 79 w 258"/>
              <a:gd name="T39" fmla="*/ 9 h 257"/>
              <a:gd name="T40" fmla="*/ 57 w 258"/>
              <a:gd name="T41" fmla="*/ 21 h 257"/>
              <a:gd name="T42" fmla="*/ 37 w 258"/>
              <a:gd name="T43" fmla="*/ 38 h 257"/>
              <a:gd name="T44" fmla="*/ 22 w 258"/>
              <a:gd name="T45" fmla="*/ 56 h 257"/>
              <a:gd name="T46" fmla="*/ 10 w 258"/>
              <a:gd name="T47" fmla="*/ 78 h 257"/>
              <a:gd name="T48" fmla="*/ 2 w 258"/>
              <a:gd name="T49" fmla="*/ 103 h 257"/>
              <a:gd name="T50" fmla="*/ 0 w 258"/>
              <a:gd name="T51" fmla="*/ 128 h 257"/>
              <a:gd name="T52" fmla="*/ 1 w 258"/>
              <a:gd name="T53" fmla="*/ 141 h 257"/>
              <a:gd name="T54" fmla="*/ 6 w 258"/>
              <a:gd name="T55" fmla="*/ 166 h 257"/>
              <a:gd name="T56" fmla="*/ 15 w 258"/>
              <a:gd name="T57" fmla="*/ 190 h 257"/>
              <a:gd name="T58" fmla="*/ 30 w 258"/>
              <a:gd name="T59" fmla="*/ 210 h 257"/>
              <a:gd name="T60" fmla="*/ 47 w 258"/>
              <a:gd name="T61" fmla="*/ 227 h 257"/>
              <a:gd name="T62" fmla="*/ 67 w 258"/>
              <a:gd name="T63" fmla="*/ 242 h 257"/>
              <a:gd name="T64" fmla="*/ 91 w 258"/>
              <a:gd name="T65" fmla="*/ 251 h 257"/>
              <a:gd name="T66" fmla="*/ 115 w 258"/>
              <a:gd name="T67" fmla="*/ 256 h 257"/>
              <a:gd name="T68" fmla="*/ 130 w 258"/>
              <a:gd name="T69" fmla="*/ 257 h 257"/>
              <a:gd name="T70" fmla="*/ 156 w 258"/>
              <a:gd name="T71" fmla="*/ 195 h 257"/>
              <a:gd name="T72" fmla="*/ 156 w 258"/>
              <a:gd name="T73" fmla="*/ 69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58" h="257">
                <a:moveTo>
                  <a:pt x="130" y="257"/>
                </a:moveTo>
                <a:lnTo>
                  <a:pt x="130" y="257"/>
                </a:lnTo>
                <a:lnTo>
                  <a:pt x="143" y="256"/>
                </a:lnTo>
                <a:lnTo>
                  <a:pt x="154" y="255"/>
                </a:lnTo>
                <a:lnTo>
                  <a:pt x="167" y="251"/>
                </a:lnTo>
                <a:lnTo>
                  <a:pt x="179" y="247"/>
                </a:lnTo>
                <a:lnTo>
                  <a:pt x="191" y="242"/>
                </a:lnTo>
                <a:lnTo>
                  <a:pt x="201" y="235"/>
                </a:lnTo>
                <a:lnTo>
                  <a:pt x="212" y="227"/>
                </a:lnTo>
                <a:lnTo>
                  <a:pt x="221" y="219"/>
                </a:lnTo>
                <a:lnTo>
                  <a:pt x="229" y="210"/>
                </a:lnTo>
                <a:lnTo>
                  <a:pt x="236" y="200"/>
                </a:lnTo>
                <a:lnTo>
                  <a:pt x="243" y="190"/>
                </a:lnTo>
                <a:lnTo>
                  <a:pt x="248" y="178"/>
                </a:lnTo>
                <a:lnTo>
                  <a:pt x="252" y="166"/>
                </a:lnTo>
                <a:lnTo>
                  <a:pt x="256" y="154"/>
                </a:lnTo>
                <a:lnTo>
                  <a:pt x="257" y="141"/>
                </a:lnTo>
                <a:lnTo>
                  <a:pt x="258" y="128"/>
                </a:lnTo>
                <a:lnTo>
                  <a:pt x="258" y="128"/>
                </a:lnTo>
                <a:lnTo>
                  <a:pt x="257" y="115"/>
                </a:lnTo>
                <a:lnTo>
                  <a:pt x="256" y="103"/>
                </a:lnTo>
                <a:lnTo>
                  <a:pt x="252" y="90"/>
                </a:lnTo>
                <a:lnTo>
                  <a:pt x="248" y="78"/>
                </a:lnTo>
                <a:lnTo>
                  <a:pt x="243" y="66"/>
                </a:lnTo>
                <a:lnTo>
                  <a:pt x="236" y="56"/>
                </a:lnTo>
                <a:lnTo>
                  <a:pt x="229" y="47"/>
                </a:lnTo>
                <a:lnTo>
                  <a:pt x="221" y="38"/>
                </a:lnTo>
                <a:lnTo>
                  <a:pt x="212" y="28"/>
                </a:lnTo>
                <a:lnTo>
                  <a:pt x="201" y="21"/>
                </a:lnTo>
                <a:lnTo>
                  <a:pt x="191" y="14"/>
                </a:lnTo>
                <a:lnTo>
                  <a:pt x="179" y="9"/>
                </a:lnTo>
                <a:lnTo>
                  <a:pt x="167" y="5"/>
                </a:lnTo>
                <a:lnTo>
                  <a:pt x="154" y="2"/>
                </a:lnTo>
                <a:lnTo>
                  <a:pt x="143" y="0"/>
                </a:lnTo>
                <a:lnTo>
                  <a:pt x="130" y="0"/>
                </a:lnTo>
                <a:lnTo>
                  <a:pt x="130" y="0"/>
                </a:lnTo>
                <a:lnTo>
                  <a:pt x="115" y="0"/>
                </a:lnTo>
                <a:lnTo>
                  <a:pt x="104" y="2"/>
                </a:lnTo>
                <a:lnTo>
                  <a:pt x="91" y="5"/>
                </a:lnTo>
                <a:lnTo>
                  <a:pt x="79" y="9"/>
                </a:lnTo>
                <a:lnTo>
                  <a:pt x="67" y="14"/>
                </a:lnTo>
                <a:lnTo>
                  <a:pt x="57" y="21"/>
                </a:lnTo>
                <a:lnTo>
                  <a:pt x="47" y="28"/>
                </a:lnTo>
                <a:lnTo>
                  <a:pt x="37" y="38"/>
                </a:lnTo>
                <a:lnTo>
                  <a:pt x="30" y="47"/>
                </a:lnTo>
                <a:lnTo>
                  <a:pt x="22" y="56"/>
                </a:lnTo>
                <a:lnTo>
                  <a:pt x="15" y="66"/>
                </a:lnTo>
                <a:lnTo>
                  <a:pt x="10" y="78"/>
                </a:lnTo>
                <a:lnTo>
                  <a:pt x="6" y="90"/>
                </a:lnTo>
                <a:lnTo>
                  <a:pt x="2" y="103"/>
                </a:lnTo>
                <a:lnTo>
                  <a:pt x="1" y="115"/>
                </a:lnTo>
                <a:lnTo>
                  <a:pt x="0" y="128"/>
                </a:lnTo>
                <a:lnTo>
                  <a:pt x="0" y="128"/>
                </a:lnTo>
                <a:lnTo>
                  <a:pt x="1" y="141"/>
                </a:lnTo>
                <a:lnTo>
                  <a:pt x="2" y="154"/>
                </a:lnTo>
                <a:lnTo>
                  <a:pt x="6" y="166"/>
                </a:lnTo>
                <a:lnTo>
                  <a:pt x="10" y="178"/>
                </a:lnTo>
                <a:lnTo>
                  <a:pt x="15" y="190"/>
                </a:lnTo>
                <a:lnTo>
                  <a:pt x="22" y="200"/>
                </a:lnTo>
                <a:lnTo>
                  <a:pt x="30" y="210"/>
                </a:lnTo>
                <a:lnTo>
                  <a:pt x="37" y="219"/>
                </a:lnTo>
                <a:lnTo>
                  <a:pt x="47" y="227"/>
                </a:lnTo>
                <a:lnTo>
                  <a:pt x="57" y="235"/>
                </a:lnTo>
                <a:lnTo>
                  <a:pt x="67" y="242"/>
                </a:lnTo>
                <a:lnTo>
                  <a:pt x="79" y="247"/>
                </a:lnTo>
                <a:lnTo>
                  <a:pt x="91" y="251"/>
                </a:lnTo>
                <a:lnTo>
                  <a:pt x="104" y="255"/>
                </a:lnTo>
                <a:lnTo>
                  <a:pt x="115" y="256"/>
                </a:lnTo>
                <a:lnTo>
                  <a:pt x="130" y="257"/>
                </a:lnTo>
                <a:lnTo>
                  <a:pt x="130" y="257"/>
                </a:lnTo>
                <a:close/>
                <a:moveTo>
                  <a:pt x="156" y="69"/>
                </a:moveTo>
                <a:lnTo>
                  <a:pt x="156" y="195"/>
                </a:lnTo>
                <a:lnTo>
                  <a:pt x="70" y="130"/>
                </a:lnTo>
                <a:lnTo>
                  <a:pt x="156" y="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45496" y="4432505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prstClr val="white"/>
                </a:solidFill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23" name="矩形 22"/>
          <p:cNvSpPr/>
          <p:nvPr/>
        </p:nvSpPr>
        <p:spPr>
          <a:xfrm>
            <a:off x="4649750" y="5324092"/>
            <a:ext cx="324900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0" dirty="0">
                <a:solidFill>
                  <a:prstClr val="white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本模板的所有素材和逻辑图表，均可自由编辑替换和移动。</a:t>
            </a:r>
          </a:p>
        </p:txBody>
      </p:sp>
    </p:spTree>
    <p:extLst>
      <p:ext uri="{BB962C8B-B14F-4D97-AF65-F5344CB8AC3E}">
        <p14:creationId xmlns:p14="http://schemas.microsoft.com/office/powerpoint/2010/main" val="4007729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29090" y="0"/>
            <a:ext cx="12221090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771365" y="2500312"/>
            <a:ext cx="6737197" cy="1828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2662237" y="2547937"/>
            <a:ext cx="1762125" cy="1762125"/>
          </a:xfrm>
          <a:prstGeom prst="ellipse">
            <a:avLst/>
          </a:prstGeom>
          <a:solidFill>
            <a:srgbClr val="6B8A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3543299" y="2604968"/>
            <a:ext cx="6153151" cy="1648063"/>
            <a:chOff x="1230223" y="4584832"/>
            <a:chExt cx="2133600" cy="1648063"/>
          </a:xfrm>
        </p:grpSpPr>
        <p:sp>
          <p:nvSpPr>
            <p:cNvPr id="32" name="文本框 31"/>
            <p:cNvSpPr txBox="1"/>
            <p:nvPr/>
          </p:nvSpPr>
          <p:spPr>
            <a:xfrm>
              <a:off x="1523744" y="4584832"/>
              <a:ext cx="133851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第二章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230223" y="5401898"/>
              <a:ext cx="2133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论文综述</a:t>
              </a: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4819650" y="3414712"/>
            <a:ext cx="3619500" cy="1428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367"/>
          <p:cNvSpPr>
            <a:spLocks noEditPoints="1"/>
          </p:cNvSpPr>
          <p:nvPr/>
        </p:nvSpPr>
        <p:spPr bwMode="auto">
          <a:xfrm>
            <a:off x="3165587" y="3020439"/>
            <a:ext cx="766990" cy="817121"/>
          </a:xfrm>
          <a:custGeom>
            <a:avLst/>
            <a:gdLst>
              <a:gd name="T0" fmla="*/ 251 w 269"/>
              <a:gd name="T1" fmla="*/ 192 h 288"/>
              <a:gd name="T2" fmla="*/ 234 w 269"/>
              <a:gd name="T3" fmla="*/ 209 h 288"/>
              <a:gd name="T4" fmla="*/ 234 w 269"/>
              <a:gd name="T5" fmla="*/ 211 h 288"/>
              <a:gd name="T6" fmla="*/ 201 w 269"/>
              <a:gd name="T7" fmla="*/ 233 h 288"/>
              <a:gd name="T8" fmla="*/ 160 w 269"/>
              <a:gd name="T9" fmla="*/ 240 h 288"/>
              <a:gd name="T10" fmla="*/ 148 w 269"/>
              <a:gd name="T11" fmla="*/ 187 h 288"/>
              <a:gd name="T12" fmla="*/ 146 w 269"/>
              <a:gd name="T13" fmla="*/ 121 h 288"/>
              <a:gd name="T14" fmla="*/ 193 w 269"/>
              <a:gd name="T15" fmla="*/ 121 h 288"/>
              <a:gd name="T16" fmla="*/ 211 w 269"/>
              <a:gd name="T17" fmla="*/ 117 h 288"/>
              <a:gd name="T18" fmla="*/ 222 w 269"/>
              <a:gd name="T19" fmla="*/ 123 h 288"/>
              <a:gd name="T20" fmla="*/ 236 w 269"/>
              <a:gd name="T21" fmla="*/ 109 h 288"/>
              <a:gd name="T22" fmla="*/ 222 w 269"/>
              <a:gd name="T23" fmla="*/ 95 h 288"/>
              <a:gd name="T24" fmla="*/ 210 w 269"/>
              <a:gd name="T25" fmla="*/ 101 h 288"/>
              <a:gd name="T26" fmla="*/ 145 w 269"/>
              <a:gd name="T27" fmla="*/ 101 h 288"/>
              <a:gd name="T28" fmla="*/ 144 w 269"/>
              <a:gd name="T29" fmla="*/ 68 h 288"/>
              <a:gd name="T30" fmla="*/ 169 w 269"/>
              <a:gd name="T31" fmla="*/ 35 h 288"/>
              <a:gd name="T32" fmla="*/ 134 w 269"/>
              <a:gd name="T33" fmla="*/ 0 h 288"/>
              <a:gd name="T34" fmla="*/ 99 w 269"/>
              <a:gd name="T35" fmla="*/ 35 h 288"/>
              <a:gd name="T36" fmla="*/ 124 w 269"/>
              <a:gd name="T37" fmla="*/ 68 h 288"/>
              <a:gd name="T38" fmla="*/ 123 w 269"/>
              <a:gd name="T39" fmla="*/ 101 h 288"/>
              <a:gd name="T40" fmla="*/ 58 w 269"/>
              <a:gd name="T41" fmla="*/ 101 h 288"/>
              <a:gd name="T42" fmla="*/ 46 w 269"/>
              <a:gd name="T43" fmla="*/ 95 h 288"/>
              <a:gd name="T44" fmla="*/ 32 w 269"/>
              <a:gd name="T45" fmla="*/ 109 h 288"/>
              <a:gd name="T46" fmla="*/ 46 w 269"/>
              <a:gd name="T47" fmla="*/ 123 h 288"/>
              <a:gd name="T48" fmla="*/ 57 w 269"/>
              <a:gd name="T49" fmla="*/ 117 h 288"/>
              <a:gd name="T50" fmla="*/ 76 w 269"/>
              <a:gd name="T51" fmla="*/ 121 h 288"/>
              <a:gd name="T52" fmla="*/ 122 w 269"/>
              <a:gd name="T53" fmla="*/ 121 h 288"/>
              <a:gd name="T54" fmla="*/ 120 w 269"/>
              <a:gd name="T55" fmla="*/ 187 h 288"/>
              <a:gd name="T56" fmla="*/ 109 w 269"/>
              <a:gd name="T57" fmla="*/ 239 h 288"/>
              <a:gd name="T58" fmla="*/ 59 w 269"/>
              <a:gd name="T59" fmla="*/ 227 h 288"/>
              <a:gd name="T60" fmla="*/ 34 w 269"/>
              <a:gd name="T61" fmla="*/ 212 h 288"/>
              <a:gd name="T62" fmla="*/ 35 w 269"/>
              <a:gd name="T63" fmla="*/ 209 h 288"/>
              <a:gd name="T64" fmla="*/ 17 w 269"/>
              <a:gd name="T65" fmla="*/ 192 h 288"/>
              <a:gd name="T66" fmla="*/ 0 w 269"/>
              <a:gd name="T67" fmla="*/ 209 h 288"/>
              <a:gd name="T68" fmla="*/ 17 w 269"/>
              <a:gd name="T69" fmla="*/ 227 h 288"/>
              <a:gd name="T70" fmla="*/ 21 w 269"/>
              <a:gd name="T71" fmla="*/ 226 h 288"/>
              <a:gd name="T72" fmla="*/ 48 w 269"/>
              <a:gd name="T73" fmla="*/ 247 h 288"/>
              <a:gd name="T74" fmla="*/ 102 w 269"/>
              <a:gd name="T75" fmla="*/ 273 h 288"/>
              <a:gd name="T76" fmla="*/ 135 w 269"/>
              <a:gd name="T77" fmla="*/ 288 h 288"/>
              <a:gd name="T78" fmla="*/ 166 w 269"/>
              <a:gd name="T79" fmla="*/ 273 h 288"/>
              <a:gd name="T80" fmla="*/ 220 w 269"/>
              <a:gd name="T81" fmla="*/ 247 h 288"/>
              <a:gd name="T82" fmla="*/ 247 w 269"/>
              <a:gd name="T83" fmla="*/ 226 h 288"/>
              <a:gd name="T84" fmla="*/ 251 w 269"/>
              <a:gd name="T85" fmla="*/ 227 h 288"/>
              <a:gd name="T86" fmla="*/ 269 w 269"/>
              <a:gd name="T87" fmla="*/ 209 h 288"/>
              <a:gd name="T88" fmla="*/ 251 w 269"/>
              <a:gd name="T89" fmla="*/ 192 h 288"/>
              <a:gd name="T90" fmla="*/ 115 w 269"/>
              <a:gd name="T91" fmla="*/ 35 h 288"/>
              <a:gd name="T92" fmla="*/ 134 w 269"/>
              <a:gd name="T93" fmla="*/ 16 h 288"/>
              <a:gd name="T94" fmla="*/ 152 w 269"/>
              <a:gd name="T95" fmla="*/ 35 h 288"/>
              <a:gd name="T96" fmla="*/ 134 w 269"/>
              <a:gd name="T97" fmla="*/ 53 h 288"/>
              <a:gd name="T98" fmla="*/ 115 w 269"/>
              <a:gd name="T99" fmla="*/ 35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69" h="288">
                <a:moveTo>
                  <a:pt x="251" y="192"/>
                </a:moveTo>
                <a:cubicBezTo>
                  <a:pt x="241" y="192"/>
                  <a:pt x="234" y="200"/>
                  <a:pt x="234" y="209"/>
                </a:cubicBezTo>
                <a:cubicBezTo>
                  <a:pt x="234" y="210"/>
                  <a:pt x="234" y="211"/>
                  <a:pt x="234" y="211"/>
                </a:cubicBezTo>
                <a:cubicBezTo>
                  <a:pt x="226" y="217"/>
                  <a:pt x="215" y="224"/>
                  <a:pt x="201" y="233"/>
                </a:cubicBezTo>
                <a:cubicBezTo>
                  <a:pt x="189" y="240"/>
                  <a:pt x="174" y="241"/>
                  <a:pt x="160" y="240"/>
                </a:cubicBezTo>
                <a:cubicBezTo>
                  <a:pt x="148" y="187"/>
                  <a:pt x="148" y="187"/>
                  <a:pt x="148" y="187"/>
                </a:cubicBezTo>
                <a:cubicBezTo>
                  <a:pt x="148" y="187"/>
                  <a:pt x="147" y="153"/>
                  <a:pt x="146" y="121"/>
                </a:cubicBezTo>
                <a:cubicBezTo>
                  <a:pt x="193" y="121"/>
                  <a:pt x="193" y="121"/>
                  <a:pt x="193" y="121"/>
                </a:cubicBezTo>
                <a:cubicBezTo>
                  <a:pt x="211" y="117"/>
                  <a:pt x="211" y="117"/>
                  <a:pt x="211" y="117"/>
                </a:cubicBezTo>
                <a:cubicBezTo>
                  <a:pt x="213" y="120"/>
                  <a:pt x="217" y="123"/>
                  <a:pt x="222" y="123"/>
                </a:cubicBezTo>
                <a:cubicBezTo>
                  <a:pt x="230" y="123"/>
                  <a:pt x="236" y="116"/>
                  <a:pt x="236" y="109"/>
                </a:cubicBezTo>
                <a:cubicBezTo>
                  <a:pt x="236" y="101"/>
                  <a:pt x="230" y="95"/>
                  <a:pt x="222" y="95"/>
                </a:cubicBezTo>
                <a:cubicBezTo>
                  <a:pt x="217" y="95"/>
                  <a:pt x="213" y="97"/>
                  <a:pt x="210" y="101"/>
                </a:cubicBezTo>
                <a:cubicBezTo>
                  <a:pt x="145" y="101"/>
                  <a:pt x="145" y="101"/>
                  <a:pt x="145" y="101"/>
                </a:cubicBezTo>
                <a:cubicBezTo>
                  <a:pt x="145" y="87"/>
                  <a:pt x="144" y="75"/>
                  <a:pt x="144" y="68"/>
                </a:cubicBezTo>
                <a:cubicBezTo>
                  <a:pt x="158" y="63"/>
                  <a:pt x="169" y="50"/>
                  <a:pt x="169" y="35"/>
                </a:cubicBezTo>
                <a:cubicBezTo>
                  <a:pt x="169" y="16"/>
                  <a:pt x="153" y="0"/>
                  <a:pt x="134" y="0"/>
                </a:cubicBezTo>
                <a:cubicBezTo>
                  <a:pt x="115" y="0"/>
                  <a:pt x="99" y="16"/>
                  <a:pt x="99" y="35"/>
                </a:cubicBezTo>
                <a:cubicBezTo>
                  <a:pt x="99" y="50"/>
                  <a:pt x="110" y="64"/>
                  <a:pt x="124" y="68"/>
                </a:cubicBezTo>
                <a:cubicBezTo>
                  <a:pt x="124" y="75"/>
                  <a:pt x="124" y="87"/>
                  <a:pt x="123" y="101"/>
                </a:cubicBezTo>
                <a:cubicBezTo>
                  <a:pt x="58" y="101"/>
                  <a:pt x="58" y="101"/>
                  <a:pt x="58" y="101"/>
                </a:cubicBezTo>
                <a:cubicBezTo>
                  <a:pt x="55" y="97"/>
                  <a:pt x="51" y="95"/>
                  <a:pt x="46" y="95"/>
                </a:cubicBezTo>
                <a:cubicBezTo>
                  <a:pt x="38" y="95"/>
                  <a:pt x="32" y="101"/>
                  <a:pt x="32" y="109"/>
                </a:cubicBezTo>
                <a:cubicBezTo>
                  <a:pt x="32" y="116"/>
                  <a:pt x="38" y="123"/>
                  <a:pt x="46" y="123"/>
                </a:cubicBezTo>
                <a:cubicBezTo>
                  <a:pt x="51" y="123"/>
                  <a:pt x="55" y="120"/>
                  <a:pt x="57" y="117"/>
                </a:cubicBezTo>
                <a:cubicBezTo>
                  <a:pt x="76" y="121"/>
                  <a:pt x="76" y="121"/>
                  <a:pt x="76" y="121"/>
                </a:cubicBezTo>
                <a:cubicBezTo>
                  <a:pt x="122" y="121"/>
                  <a:pt x="122" y="121"/>
                  <a:pt x="122" y="121"/>
                </a:cubicBezTo>
                <a:cubicBezTo>
                  <a:pt x="121" y="153"/>
                  <a:pt x="120" y="187"/>
                  <a:pt x="120" y="187"/>
                </a:cubicBezTo>
                <a:cubicBezTo>
                  <a:pt x="109" y="239"/>
                  <a:pt x="109" y="239"/>
                  <a:pt x="109" y="239"/>
                </a:cubicBezTo>
                <a:cubicBezTo>
                  <a:pt x="91" y="239"/>
                  <a:pt x="73" y="237"/>
                  <a:pt x="59" y="227"/>
                </a:cubicBezTo>
                <a:cubicBezTo>
                  <a:pt x="49" y="221"/>
                  <a:pt x="41" y="217"/>
                  <a:pt x="34" y="212"/>
                </a:cubicBezTo>
                <a:cubicBezTo>
                  <a:pt x="35" y="211"/>
                  <a:pt x="35" y="210"/>
                  <a:pt x="35" y="209"/>
                </a:cubicBezTo>
                <a:cubicBezTo>
                  <a:pt x="35" y="200"/>
                  <a:pt x="27" y="192"/>
                  <a:pt x="17" y="192"/>
                </a:cubicBezTo>
                <a:cubicBezTo>
                  <a:pt x="8" y="192"/>
                  <a:pt x="0" y="200"/>
                  <a:pt x="0" y="209"/>
                </a:cubicBezTo>
                <a:cubicBezTo>
                  <a:pt x="0" y="219"/>
                  <a:pt x="8" y="227"/>
                  <a:pt x="17" y="227"/>
                </a:cubicBezTo>
                <a:cubicBezTo>
                  <a:pt x="19" y="227"/>
                  <a:pt x="20" y="227"/>
                  <a:pt x="21" y="226"/>
                </a:cubicBezTo>
                <a:cubicBezTo>
                  <a:pt x="28" y="232"/>
                  <a:pt x="37" y="239"/>
                  <a:pt x="48" y="247"/>
                </a:cubicBezTo>
                <a:cubicBezTo>
                  <a:pt x="64" y="257"/>
                  <a:pt x="82" y="267"/>
                  <a:pt x="102" y="273"/>
                </a:cubicBezTo>
                <a:cubicBezTo>
                  <a:pt x="105" y="274"/>
                  <a:pt x="128" y="288"/>
                  <a:pt x="135" y="288"/>
                </a:cubicBezTo>
                <a:cubicBezTo>
                  <a:pt x="141" y="288"/>
                  <a:pt x="161" y="276"/>
                  <a:pt x="166" y="273"/>
                </a:cubicBezTo>
                <a:cubicBezTo>
                  <a:pt x="186" y="267"/>
                  <a:pt x="205" y="257"/>
                  <a:pt x="220" y="247"/>
                </a:cubicBezTo>
                <a:cubicBezTo>
                  <a:pt x="231" y="239"/>
                  <a:pt x="241" y="232"/>
                  <a:pt x="247" y="226"/>
                </a:cubicBezTo>
                <a:cubicBezTo>
                  <a:pt x="248" y="227"/>
                  <a:pt x="250" y="227"/>
                  <a:pt x="251" y="227"/>
                </a:cubicBezTo>
                <a:cubicBezTo>
                  <a:pt x="261" y="227"/>
                  <a:pt x="269" y="219"/>
                  <a:pt x="269" y="209"/>
                </a:cubicBezTo>
                <a:cubicBezTo>
                  <a:pt x="269" y="200"/>
                  <a:pt x="261" y="192"/>
                  <a:pt x="251" y="192"/>
                </a:cubicBezTo>
                <a:close/>
                <a:moveTo>
                  <a:pt x="115" y="35"/>
                </a:moveTo>
                <a:cubicBezTo>
                  <a:pt x="115" y="25"/>
                  <a:pt x="124" y="16"/>
                  <a:pt x="134" y="16"/>
                </a:cubicBezTo>
                <a:cubicBezTo>
                  <a:pt x="144" y="16"/>
                  <a:pt x="152" y="25"/>
                  <a:pt x="152" y="35"/>
                </a:cubicBezTo>
                <a:cubicBezTo>
                  <a:pt x="152" y="45"/>
                  <a:pt x="144" y="53"/>
                  <a:pt x="134" y="53"/>
                </a:cubicBezTo>
                <a:cubicBezTo>
                  <a:pt x="124" y="53"/>
                  <a:pt x="115" y="45"/>
                  <a:pt x="115" y="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5423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/>
        </p:nvSpPr>
        <p:spPr>
          <a:xfrm>
            <a:off x="6372225" y="0"/>
            <a:ext cx="5010150" cy="6858000"/>
          </a:xfrm>
          <a:prstGeom prst="parallelogram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305" y="2039510"/>
            <a:ext cx="5348795" cy="3035951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62532" y="1905378"/>
            <a:ext cx="1069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1718139" y="2136773"/>
            <a:ext cx="310551" cy="4833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106335" y="1970986"/>
            <a:ext cx="3688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模板的发布并为您提供专业的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个性定制服务。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62532" y="2851523"/>
            <a:ext cx="1069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1718139" y="3082918"/>
            <a:ext cx="310551" cy="4833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106335" y="2917131"/>
            <a:ext cx="3688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模板的发布并为您提供专业的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个性定制服务。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62532" y="3777997"/>
            <a:ext cx="1069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1718139" y="4009392"/>
            <a:ext cx="310551" cy="4833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106335" y="3843605"/>
            <a:ext cx="3688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模板的发布并为您提供专业的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个性定制服务。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62532" y="4724142"/>
            <a:ext cx="1069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1718139" y="4955537"/>
            <a:ext cx="310551" cy="4833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106335" y="4789750"/>
            <a:ext cx="3688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 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0" y="404078"/>
            <a:ext cx="2872341" cy="461665"/>
            <a:chOff x="0" y="91440"/>
            <a:chExt cx="3829788" cy="615555"/>
          </a:xfrm>
        </p:grpSpPr>
        <p:sp>
          <p:nvSpPr>
            <p:cNvPr id="27" name="文本框 26"/>
            <p:cNvSpPr txBox="1"/>
            <p:nvPr/>
          </p:nvSpPr>
          <p:spPr>
            <a:xfrm>
              <a:off x="454152" y="91440"/>
              <a:ext cx="3375636" cy="615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论文综述</a:t>
              </a: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9261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365391" y="1829701"/>
            <a:ext cx="3635234" cy="3635234"/>
            <a:chOff x="742316" y="1258253"/>
            <a:chExt cx="4622164" cy="4622164"/>
          </a:xfrm>
        </p:grpSpPr>
        <p:sp>
          <p:nvSpPr>
            <p:cNvPr id="3" name="椭圆 2"/>
            <p:cNvSpPr/>
            <p:nvPr/>
          </p:nvSpPr>
          <p:spPr>
            <a:xfrm>
              <a:off x="742316" y="1258253"/>
              <a:ext cx="4622164" cy="4622164"/>
            </a:xfrm>
            <a:prstGeom prst="ellipse">
              <a:avLst/>
            </a:prstGeom>
            <a:solidFill>
              <a:srgbClr val="6B8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459548" y="1923891"/>
              <a:ext cx="3179763" cy="3287713"/>
              <a:chOff x="1459548" y="1923891"/>
              <a:chExt cx="3179763" cy="3287713"/>
            </a:xfrm>
          </p:grpSpPr>
          <p:sp>
            <p:nvSpPr>
              <p:cNvPr id="5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1467485" y="1927066"/>
                <a:ext cx="3171825" cy="3284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" name="Freeform 5"/>
              <p:cNvSpPr>
                <a:spLocks/>
              </p:cNvSpPr>
              <p:nvPr/>
            </p:nvSpPr>
            <p:spPr bwMode="auto">
              <a:xfrm>
                <a:off x="2953385" y="2743041"/>
                <a:ext cx="1584325" cy="1990725"/>
              </a:xfrm>
              <a:custGeom>
                <a:avLst/>
                <a:gdLst>
                  <a:gd name="T0" fmla="*/ 868 w 998"/>
                  <a:gd name="T1" fmla="*/ 624 h 1254"/>
                  <a:gd name="T2" fmla="*/ 998 w 998"/>
                  <a:gd name="T3" fmla="*/ 1254 h 1254"/>
                  <a:gd name="T4" fmla="*/ 0 w 998"/>
                  <a:gd name="T5" fmla="*/ 1254 h 1254"/>
                  <a:gd name="T6" fmla="*/ 0 w 998"/>
                  <a:gd name="T7" fmla="*/ 0 h 1254"/>
                  <a:gd name="T8" fmla="*/ 998 w 998"/>
                  <a:gd name="T9" fmla="*/ 0 h 1254"/>
                  <a:gd name="T10" fmla="*/ 868 w 998"/>
                  <a:gd name="T11" fmla="*/ 624 h 1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98" h="1254">
                    <a:moveTo>
                      <a:pt x="868" y="624"/>
                    </a:moveTo>
                    <a:lnTo>
                      <a:pt x="998" y="1254"/>
                    </a:lnTo>
                    <a:lnTo>
                      <a:pt x="0" y="1254"/>
                    </a:lnTo>
                    <a:lnTo>
                      <a:pt x="0" y="0"/>
                    </a:lnTo>
                    <a:lnTo>
                      <a:pt x="998" y="0"/>
                    </a:lnTo>
                    <a:lnTo>
                      <a:pt x="868" y="6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" name="Line 6"/>
              <p:cNvSpPr>
                <a:spLocks noChangeShapeType="1"/>
              </p:cNvSpPr>
              <p:nvPr/>
            </p:nvSpPr>
            <p:spPr bwMode="auto">
              <a:xfrm>
                <a:off x="2731135" y="2443004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" name="Line 7"/>
              <p:cNvSpPr>
                <a:spLocks noChangeShapeType="1"/>
              </p:cNvSpPr>
              <p:nvPr/>
            </p:nvSpPr>
            <p:spPr bwMode="auto">
              <a:xfrm>
                <a:off x="2731135" y="2443004"/>
                <a:ext cx="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2562860" y="2306479"/>
                <a:ext cx="41275" cy="373063"/>
              </a:xfrm>
              <a:prstGeom prst="rect">
                <a:avLst/>
              </a:prstGeom>
              <a:solidFill>
                <a:srgbClr val="E862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2588260" y="2581116"/>
                <a:ext cx="195263" cy="1968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2385060" y="2581116"/>
                <a:ext cx="203200" cy="196850"/>
              </a:xfrm>
              <a:prstGeom prst="rect">
                <a:avLst/>
              </a:prstGeom>
              <a:solidFill>
                <a:srgbClr val="E3D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Freeform 11"/>
              <p:cNvSpPr>
                <a:spLocks/>
              </p:cNvSpPr>
              <p:nvPr/>
            </p:nvSpPr>
            <p:spPr bwMode="auto">
              <a:xfrm>
                <a:off x="2162810" y="2679541"/>
                <a:ext cx="430213" cy="595313"/>
              </a:xfrm>
              <a:custGeom>
                <a:avLst/>
                <a:gdLst>
                  <a:gd name="T0" fmla="*/ 0 w 271"/>
                  <a:gd name="T1" fmla="*/ 375 h 375"/>
                  <a:gd name="T2" fmla="*/ 43 w 271"/>
                  <a:gd name="T3" fmla="*/ 43 h 375"/>
                  <a:gd name="T4" fmla="*/ 268 w 271"/>
                  <a:gd name="T5" fmla="*/ 0 h 375"/>
                  <a:gd name="T6" fmla="*/ 271 w 271"/>
                  <a:gd name="T7" fmla="*/ 296 h 375"/>
                  <a:gd name="T8" fmla="*/ 0 w 271"/>
                  <a:gd name="T9" fmla="*/ 375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1" h="375">
                    <a:moveTo>
                      <a:pt x="0" y="375"/>
                    </a:moveTo>
                    <a:lnTo>
                      <a:pt x="43" y="43"/>
                    </a:lnTo>
                    <a:lnTo>
                      <a:pt x="268" y="0"/>
                    </a:lnTo>
                    <a:lnTo>
                      <a:pt x="271" y="296"/>
                    </a:lnTo>
                    <a:lnTo>
                      <a:pt x="0" y="375"/>
                    </a:lnTo>
                    <a:close/>
                  </a:path>
                </a:pathLst>
              </a:custGeom>
              <a:solidFill>
                <a:srgbClr val="5270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 12"/>
              <p:cNvSpPr>
                <a:spLocks/>
              </p:cNvSpPr>
              <p:nvPr/>
            </p:nvSpPr>
            <p:spPr bwMode="auto">
              <a:xfrm>
                <a:off x="2588260" y="2679541"/>
                <a:ext cx="428625" cy="595313"/>
              </a:xfrm>
              <a:custGeom>
                <a:avLst/>
                <a:gdLst>
                  <a:gd name="T0" fmla="*/ 3 w 270"/>
                  <a:gd name="T1" fmla="*/ 296 h 375"/>
                  <a:gd name="T2" fmla="*/ 0 w 270"/>
                  <a:gd name="T3" fmla="*/ 0 h 375"/>
                  <a:gd name="T4" fmla="*/ 3 w 270"/>
                  <a:gd name="T5" fmla="*/ 0 h 375"/>
                  <a:gd name="T6" fmla="*/ 230 w 270"/>
                  <a:gd name="T7" fmla="*/ 43 h 375"/>
                  <a:gd name="T8" fmla="*/ 270 w 270"/>
                  <a:gd name="T9" fmla="*/ 375 h 375"/>
                  <a:gd name="T10" fmla="*/ 3 w 270"/>
                  <a:gd name="T11" fmla="*/ 296 h 375"/>
                  <a:gd name="T12" fmla="*/ 3 w 270"/>
                  <a:gd name="T13" fmla="*/ 296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0" h="375">
                    <a:moveTo>
                      <a:pt x="3" y="296"/>
                    </a:moveTo>
                    <a:lnTo>
                      <a:pt x="0" y="0"/>
                    </a:lnTo>
                    <a:lnTo>
                      <a:pt x="3" y="0"/>
                    </a:lnTo>
                    <a:lnTo>
                      <a:pt x="230" y="43"/>
                    </a:lnTo>
                    <a:lnTo>
                      <a:pt x="270" y="375"/>
                    </a:lnTo>
                    <a:lnTo>
                      <a:pt x="3" y="296"/>
                    </a:lnTo>
                    <a:lnTo>
                      <a:pt x="3" y="296"/>
                    </a:ln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Freeform 13"/>
              <p:cNvSpPr>
                <a:spLocks/>
              </p:cNvSpPr>
              <p:nvPr/>
            </p:nvSpPr>
            <p:spPr bwMode="auto">
              <a:xfrm>
                <a:off x="2593023" y="3363754"/>
                <a:ext cx="722313" cy="1493838"/>
              </a:xfrm>
              <a:custGeom>
                <a:avLst/>
                <a:gdLst>
                  <a:gd name="T0" fmla="*/ 286 w 455"/>
                  <a:gd name="T1" fmla="*/ 83 h 941"/>
                  <a:gd name="T2" fmla="*/ 455 w 455"/>
                  <a:gd name="T3" fmla="*/ 131 h 941"/>
                  <a:gd name="T4" fmla="*/ 362 w 455"/>
                  <a:gd name="T5" fmla="*/ 877 h 941"/>
                  <a:gd name="T6" fmla="*/ 7 w 455"/>
                  <a:gd name="T7" fmla="*/ 941 h 941"/>
                  <a:gd name="T8" fmla="*/ 0 w 455"/>
                  <a:gd name="T9" fmla="*/ 121 h 941"/>
                  <a:gd name="T10" fmla="*/ 0 w 455"/>
                  <a:gd name="T11" fmla="*/ 0 h 941"/>
                  <a:gd name="T12" fmla="*/ 286 w 455"/>
                  <a:gd name="T13" fmla="*/ 83 h 9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5" h="941">
                    <a:moveTo>
                      <a:pt x="286" y="83"/>
                    </a:moveTo>
                    <a:lnTo>
                      <a:pt x="455" y="131"/>
                    </a:lnTo>
                    <a:lnTo>
                      <a:pt x="362" y="877"/>
                    </a:lnTo>
                    <a:lnTo>
                      <a:pt x="7" y="94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286" y="83"/>
                    </a:lnTo>
                    <a:close/>
                  </a:path>
                </a:pathLst>
              </a:custGeom>
              <a:solidFill>
                <a:srgbClr val="5270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Freeform 14"/>
              <p:cNvSpPr>
                <a:spLocks/>
              </p:cNvSpPr>
              <p:nvPr/>
            </p:nvSpPr>
            <p:spPr bwMode="auto">
              <a:xfrm>
                <a:off x="1870710" y="3363754"/>
                <a:ext cx="733425" cy="1498600"/>
              </a:xfrm>
              <a:custGeom>
                <a:avLst/>
                <a:gdLst>
                  <a:gd name="T0" fmla="*/ 168 w 462"/>
                  <a:gd name="T1" fmla="*/ 83 h 944"/>
                  <a:gd name="T2" fmla="*/ 455 w 462"/>
                  <a:gd name="T3" fmla="*/ 0 h 944"/>
                  <a:gd name="T4" fmla="*/ 455 w 462"/>
                  <a:gd name="T5" fmla="*/ 0 h 944"/>
                  <a:gd name="T6" fmla="*/ 455 w 462"/>
                  <a:gd name="T7" fmla="*/ 121 h 944"/>
                  <a:gd name="T8" fmla="*/ 462 w 462"/>
                  <a:gd name="T9" fmla="*/ 941 h 944"/>
                  <a:gd name="T10" fmla="*/ 455 w 462"/>
                  <a:gd name="T11" fmla="*/ 944 h 944"/>
                  <a:gd name="T12" fmla="*/ 92 w 462"/>
                  <a:gd name="T13" fmla="*/ 877 h 944"/>
                  <a:gd name="T14" fmla="*/ 0 w 462"/>
                  <a:gd name="T15" fmla="*/ 131 h 944"/>
                  <a:gd name="T16" fmla="*/ 168 w 462"/>
                  <a:gd name="T17" fmla="*/ 83 h 9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944">
                    <a:moveTo>
                      <a:pt x="168" y="83"/>
                    </a:moveTo>
                    <a:lnTo>
                      <a:pt x="455" y="0"/>
                    </a:lnTo>
                    <a:lnTo>
                      <a:pt x="455" y="0"/>
                    </a:lnTo>
                    <a:lnTo>
                      <a:pt x="455" y="121"/>
                    </a:lnTo>
                    <a:lnTo>
                      <a:pt x="462" y="941"/>
                    </a:lnTo>
                    <a:lnTo>
                      <a:pt x="455" y="944"/>
                    </a:lnTo>
                    <a:lnTo>
                      <a:pt x="92" y="877"/>
                    </a:lnTo>
                    <a:lnTo>
                      <a:pt x="0" y="131"/>
                    </a:lnTo>
                    <a:lnTo>
                      <a:pt x="168" y="83"/>
                    </a:ln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Freeform 15"/>
              <p:cNvSpPr>
                <a:spLocks/>
              </p:cNvSpPr>
              <p:nvPr/>
            </p:nvSpPr>
            <p:spPr bwMode="auto">
              <a:xfrm>
                <a:off x="1846898" y="3149441"/>
                <a:ext cx="746125" cy="422275"/>
              </a:xfrm>
              <a:custGeom>
                <a:avLst/>
                <a:gdLst>
                  <a:gd name="T0" fmla="*/ 199 w 470"/>
                  <a:gd name="T1" fmla="*/ 79 h 266"/>
                  <a:gd name="T2" fmla="*/ 470 w 470"/>
                  <a:gd name="T3" fmla="*/ 0 h 266"/>
                  <a:gd name="T4" fmla="*/ 470 w 470"/>
                  <a:gd name="T5" fmla="*/ 135 h 266"/>
                  <a:gd name="T6" fmla="*/ 470 w 470"/>
                  <a:gd name="T7" fmla="*/ 135 h 266"/>
                  <a:gd name="T8" fmla="*/ 183 w 470"/>
                  <a:gd name="T9" fmla="*/ 218 h 266"/>
                  <a:gd name="T10" fmla="*/ 15 w 470"/>
                  <a:gd name="T11" fmla="*/ 266 h 266"/>
                  <a:gd name="T12" fmla="*/ 0 w 470"/>
                  <a:gd name="T13" fmla="*/ 135 h 266"/>
                  <a:gd name="T14" fmla="*/ 199 w 470"/>
                  <a:gd name="T15" fmla="*/ 79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0" h="266">
                    <a:moveTo>
                      <a:pt x="199" y="79"/>
                    </a:moveTo>
                    <a:lnTo>
                      <a:pt x="470" y="0"/>
                    </a:lnTo>
                    <a:lnTo>
                      <a:pt x="470" y="135"/>
                    </a:lnTo>
                    <a:lnTo>
                      <a:pt x="470" y="135"/>
                    </a:lnTo>
                    <a:lnTo>
                      <a:pt x="183" y="218"/>
                    </a:lnTo>
                    <a:lnTo>
                      <a:pt x="15" y="266"/>
                    </a:lnTo>
                    <a:lnTo>
                      <a:pt x="0" y="135"/>
                    </a:lnTo>
                    <a:lnTo>
                      <a:pt x="199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Freeform 16"/>
              <p:cNvSpPr>
                <a:spLocks/>
              </p:cNvSpPr>
              <p:nvPr/>
            </p:nvSpPr>
            <p:spPr bwMode="auto">
              <a:xfrm>
                <a:off x="2593023" y="3149441"/>
                <a:ext cx="744538" cy="422275"/>
              </a:xfrm>
              <a:custGeom>
                <a:avLst/>
                <a:gdLst>
                  <a:gd name="T0" fmla="*/ 0 w 469"/>
                  <a:gd name="T1" fmla="*/ 0 h 266"/>
                  <a:gd name="T2" fmla="*/ 267 w 469"/>
                  <a:gd name="T3" fmla="*/ 79 h 266"/>
                  <a:gd name="T4" fmla="*/ 469 w 469"/>
                  <a:gd name="T5" fmla="*/ 135 h 266"/>
                  <a:gd name="T6" fmla="*/ 455 w 469"/>
                  <a:gd name="T7" fmla="*/ 266 h 266"/>
                  <a:gd name="T8" fmla="*/ 286 w 469"/>
                  <a:gd name="T9" fmla="*/ 218 h 266"/>
                  <a:gd name="T10" fmla="*/ 0 w 469"/>
                  <a:gd name="T11" fmla="*/ 135 h 266"/>
                  <a:gd name="T12" fmla="*/ 0 w 469"/>
                  <a:gd name="T13" fmla="*/ 0 h 266"/>
                  <a:gd name="T14" fmla="*/ 0 w 469"/>
                  <a:gd name="T1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9" h="266">
                    <a:moveTo>
                      <a:pt x="0" y="0"/>
                    </a:moveTo>
                    <a:lnTo>
                      <a:pt x="267" y="79"/>
                    </a:lnTo>
                    <a:lnTo>
                      <a:pt x="469" y="135"/>
                    </a:lnTo>
                    <a:lnTo>
                      <a:pt x="455" y="266"/>
                    </a:lnTo>
                    <a:lnTo>
                      <a:pt x="286" y="218"/>
                    </a:lnTo>
                    <a:lnTo>
                      <a:pt x="0" y="1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ED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Freeform 17"/>
              <p:cNvSpPr>
                <a:spLocks/>
              </p:cNvSpPr>
              <p:nvPr/>
            </p:nvSpPr>
            <p:spPr bwMode="auto">
              <a:xfrm>
                <a:off x="2272348" y="2904966"/>
                <a:ext cx="320675" cy="153988"/>
              </a:xfrm>
              <a:custGeom>
                <a:avLst/>
                <a:gdLst>
                  <a:gd name="T0" fmla="*/ 0 w 202"/>
                  <a:gd name="T1" fmla="*/ 0 h 97"/>
                  <a:gd name="T2" fmla="*/ 199 w 202"/>
                  <a:gd name="T3" fmla="*/ 0 h 97"/>
                  <a:gd name="T4" fmla="*/ 202 w 202"/>
                  <a:gd name="T5" fmla="*/ 97 h 97"/>
                  <a:gd name="T6" fmla="*/ 0 w 202"/>
                  <a:gd name="T7" fmla="*/ 97 h 97"/>
                  <a:gd name="T8" fmla="*/ 0 w 202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2" h="97">
                    <a:moveTo>
                      <a:pt x="0" y="0"/>
                    </a:moveTo>
                    <a:lnTo>
                      <a:pt x="199" y="0"/>
                    </a:lnTo>
                    <a:lnTo>
                      <a:pt x="202" y="97"/>
                    </a:lnTo>
                    <a:lnTo>
                      <a:pt x="0" y="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Freeform 18"/>
              <p:cNvSpPr>
                <a:spLocks/>
              </p:cNvSpPr>
              <p:nvPr/>
            </p:nvSpPr>
            <p:spPr bwMode="auto">
              <a:xfrm>
                <a:off x="2588260" y="2904966"/>
                <a:ext cx="304800" cy="153988"/>
              </a:xfrm>
              <a:custGeom>
                <a:avLst/>
                <a:gdLst>
                  <a:gd name="T0" fmla="*/ 192 w 192"/>
                  <a:gd name="T1" fmla="*/ 0 h 97"/>
                  <a:gd name="T2" fmla="*/ 192 w 192"/>
                  <a:gd name="T3" fmla="*/ 97 h 97"/>
                  <a:gd name="T4" fmla="*/ 3 w 192"/>
                  <a:gd name="T5" fmla="*/ 97 h 97"/>
                  <a:gd name="T6" fmla="*/ 0 w 192"/>
                  <a:gd name="T7" fmla="*/ 0 h 97"/>
                  <a:gd name="T8" fmla="*/ 192 w 192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97">
                    <a:moveTo>
                      <a:pt x="192" y="0"/>
                    </a:moveTo>
                    <a:lnTo>
                      <a:pt x="192" y="97"/>
                    </a:lnTo>
                    <a:lnTo>
                      <a:pt x="3" y="97"/>
                    </a:lnTo>
                    <a:lnTo>
                      <a:pt x="0" y="0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E3D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Freeform 19"/>
              <p:cNvSpPr>
                <a:spLocks/>
              </p:cNvSpPr>
              <p:nvPr/>
            </p:nvSpPr>
            <p:spPr bwMode="auto">
              <a:xfrm>
                <a:off x="2272348" y="3967004"/>
                <a:ext cx="225425" cy="635000"/>
              </a:xfrm>
              <a:custGeom>
                <a:avLst/>
                <a:gdLst>
                  <a:gd name="T0" fmla="*/ 1 w 60"/>
                  <a:gd name="T1" fmla="*/ 36 h 169"/>
                  <a:gd name="T2" fmla="*/ 12 w 60"/>
                  <a:gd name="T3" fmla="*/ 24 h 169"/>
                  <a:gd name="T4" fmla="*/ 1 w 60"/>
                  <a:gd name="T5" fmla="*/ 11 h 169"/>
                  <a:gd name="T6" fmla="*/ 0 w 60"/>
                  <a:gd name="T7" fmla="*/ 11 h 169"/>
                  <a:gd name="T8" fmla="*/ 0 w 60"/>
                  <a:gd name="T9" fmla="*/ 0 h 169"/>
                  <a:gd name="T10" fmla="*/ 1 w 60"/>
                  <a:gd name="T11" fmla="*/ 0 h 169"/>
                  <a:gd name="T12" fmla="*/ 23 w 60"/>
                  <a:gd name="T13" fmla="*/ 24 h 169"/>
                  <a:gd name="T14" fmla="*/ 5 w 60"/>
                  <a:gd name="T15" fmla="*/ 46 h 169"/>
                  <a:gd name="T16" fmla="*/ 15 w 60"/>
                  <a:gd name="T17" fmla="*/ 46 h 169"/>
                  <a:gd name="T18" fmla="*/ 20 w 60"/>
                  <a:gd name="T19" fmla="*/ 51 h 169"/>
                  <a:gd name="T20" fmla="*/ 15 w 60"/>
                  <a:gd name="T21" fmla="*/ 55 h 169"/>
                  <a:gd name="T22" fmla="*/ 7 w 60"/>
                  <a:gd name="T23" fmla="*/ 55 h 169"/>
                  <a:gd name="T24" fmla="*/ 7 w 60"/>
                  <a:gd name="T25" fmla="*/ 144 h 169"/>
                  <a:gd name="T26" fmla="*/ 49 w 60"/>
                  <a:gd name="T27" fmla="*/ 95 h 169"/>
                  <a:gd name="T28" fmla="*/ 54 w 60"/>
                  <a:gd name="T29" fmla="*/ 90 h 169"/>
                  <a:gd name="T30" fmla="*/ 60 w 60"/>
                  <a:gd name="T31" fmla="*/ 95 h 169"/>
                  <a:gd name="T32" fmla="*/ 13 w 60"/>
                  <a:gd name="T33" fmla="*/ 154 h 169"/>
                  <a:gd name="T34" fmla="*/ 1 w 60"/>
                  <a:gd name="T35" fmla="*/ 169 h 169"/>
                  <a:gd name="T36" fmla="*/ 0 w 60"/>
                  <a:gd name="T37" fmla="*/ 36 h 169"/>
                  <a:gd name="T38" fmla="*/ 1 w 60"/>
                  <a:gd name="T39" fmla="*/ 36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0" h="169">
                    <a:moveTo>
                      <a:pt x="1" y="36"/>
                    </a:moveTo>
                    <a:cubicBezTo>
                      <a:pt x="7" y="36"/>
                      <a:pt x="12" y="30"/>
                      <a:pt x="12" y="24"/>
                    </a:cubicBezTo>
                    <a:cubicBezTo>
                      <a:pt x="12" y="17"/>
                      <a:pt x="7" y="11"/>
                      <a:pt x="1" y="11"/>
                    </a:cubicBezTo>
                    <a:cubicBezTo>
                      <a:pt x="1" y="11"/>
                      <a:pt x="0" y="11"/>
                      <a:pt x="0" y="1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3" y="0"/>
                      <a:pt x="23" y="11"/>
                      <a:pt x="23" y="24"/>
                    </a:cubicBezTo>
                    <a:cubicBezTo>
                      <a:pt x="23" y="35"/>
                      <a:pt x="15" y="44"/>
                      <a:pt x="5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8" y="46"/>
                      <a:pt x="20" y="48"/>
                      <a:pt x="20" y="51"/>
                    </a:cubicBezTo>
                    <a:cubicBezTo>
                      <a:pt x="20" y="53"/>
                      <a:pt x="18" y="55"/>
                      <a:pt x="15" y="55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7" y="144"/>
                      <a:pt x="7" y="144"/>
                      <a:pt x="7" y="144"/>
                    </a:cubicBezTo>
                    <a:cubicBezTo>
                      <a:pt x="31" y="140"/>
                      <a:pt x="49" y="120"/>
                      <a:pt x="49" y="95"/>
                    </a:cubicBezTo>
                    <a:cubicBezTo>
                      <a:pt x="49" y="92"/>
                      <a:pt x="51" y="90"/>
                      <a:pt x="54" y="90"/>
                    </a:cubicBezTo>
                    <a:cubicBezTo>
                      <a:pt x="57" y="90"/>
                      <a:pt x="60" y="92"/>
                      <a:pt x="60" y="95"/>
                    </a:cubicBezTo>
                    <a:cubicBezTo>
                      <a:pt x="60" y="124"/>
                      <a:pt x="40" y="148"/>
                      <a:pt x="13" y="154"/>
                    </a:cubicBezTo>
                    <a:cubicBezTo>
                      <a:pt x="1" y="169"/>
                      <a:pt x="1" y="169"/>
                      <a:pt x="1" y="169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6"/>
                      <a:pt x="1" y="36"/>
                      <a:pt x="1" y="36"/>
                    </a:cubicBezTo>
                    <a:close/>
                  </a:path>
                </a:pathLst>
              </a:custGeom>
              <a:solidFill>
                <a:srgbClr val="E862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1" name="Freeform 20"/>
              <p:cNvSpPr>
                <a:spLocks/>
              </p:cNvSpPr>
              <p:nvPr/>
            </p:nvSpPr>
            <p:spPr bwMode="auto">
              <a:xfrm>
                <a:off x="2046923" y="3967004"/>
                <a:ext cx="230188" cy="635000"/>
              </a:xfrm>
              <a:custGeom>
                <a:avLst/>
                <a:gdLst>
                  <a:gd name="T0" fmla="*/ 6 w 61"/>
                  <a:gd name="T1" fmla="*/ 90 h 169"/>
                  <a:gd name="T2" fmla="*/ 11 w 61"/>
                  <a:gd name="T3" fmla="*/ 95 h 169"/>
                  <a:gd name="T4" fmla="*/ 54 w 61"/>
                  <a:gd name="T5" fmla="*/ 144 h 169"/>
                  <a:gd name="T6" fmla="*/ 54 w 61"/>
                  <a:gd name="T7" fmla="*/ 55 h 169"/>
                  <a:gd name="T8" fmla="*/ 47 w 61"/>
                  <a:gd name="T9" fmla="*/ 55 h 169"/>
                  <a:gd name="T10" fmla="*/ 41 w 61"/>
                  <a:gd name="T11" fmla="*/ 51 h 169"/>
                  <a:gd name="T12" fmla="*/ 47 w 61"/>
                  <a:gd name="T13" fmla="*/ 46 h 169"/>
                  <a:gd name="T14" fmla="*/ 56 w 61"/>
                  <a:gd name="T15" fmla="*/ 46 h 169"/>
                  <a:gd name="T16" fmla="*/ 38 w 61"/>
                  <a:gd name="T17" fmla="*/ 24 h 169"/>
                  <a:gd name="T18" fmla="*/ 60 w 61"/>
                  <a:gd name="T19" fmla="*/ 0 h 169"/>
                  <a:gd name="T20" fmla="*/ 60 w 61"/>
                  <a:gd name="T21" fmla="*/ 11 h 169"/>
                  <a:gd name="T22" fmla="*/ 49 w 61"/>
                  <a:gd name="T23" fmla="*/ 24 h 169"/>
                  <a:gd name="T24" fmla="*/ 60 w 61"/>
                  <a:gd name="T25" fmla="*/ 36 h 169"/>
                  <a:gd name="T26" fmla="*/ 61 w 61"/>
                  <a:gd name="T27" fmla="*/ 169 h 169"/>
                  <a:gd name="T28" fmla="*/ 61 w 61"/>
                  <a:gd name="T29" fmla="*/ 169 h 169"/>
                  <a:gd name="T30" fmla="*/ 48 w 61"/>
                  <a:gd name="T31" fmla="*/ 154 h 169"/>
                  <a:gd name="T32" fmla="*/ 0 w 61"/>
                  <a:gd name="T33" fmla="*/ 95 h 169"/>
                  <a:gd name="T34" fmla="*/ 6 w 61"/>
                  <a:gd name="T35" fmla="*/ 9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1" h="169">
                    <a:moveTo>
                      <a:pt x="6" y="90"/>
                    </a:moveTo>
                    <a:cubicBezTo>
                      <a:pt x="9" y="90"/>
                      <a:pt x="11" y="92"/>
                      <a:pt x="11" y="95"/>
                    </a:cubicBezTo>
                    <a:cubicBezTo>
                      <a:pt x="11" y="120"/>
                      <a:pt x="30" y="141"/>
                      <a:pt x="54" y="144"/>
                    </a:cubicBezTo>
                    <a:cubicBezTo>
                      <a:pt x="54" y="55"/>
                      <a:pt x="54" y="55"/>
                      <a:pt x="54" y="55"/>
                    </a:cubicBezTo>
                    <a:cubicBezTo>
                      <a:pt x="47" y="55"/>
                      <a:pt x="47" y="55"/>
                      <a:pt x="47" y="55"/>
                    </a:cubicBezTo>
                    <a:cubicBezTo>
                      <a:pt x="44" y="55"/>
                      <a:pt x="41" y="53"/>
                      <a:pt x="41" y="51"/>
                    </a:cubicBezTo>
                    <a:cubicBezTo>
                      <a:pt x="41" y="48"/>
                      <a:pt x="44" y="46"/>
                      <a:pt x="47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46" y="44"/>
                      <a:pt x="38" y="35"/>
                      <a:pt x="38" y="24"/>
                    </a:cubicBezTo>
                    <a:cubicBezTo>
                      <a:pt x="38" y="11"/>
                      <a:pt x="48" y="1"/>
                      <a:pt x="60" y="0"/>
                    </a:cubicBezTo>
                    <a:cubicBezTo>
                      <a:pt x="60" y="11"/>
                      <a:pt x="60" y="11"/>
                      <a:pt x="60" y="11"/>
                    </a:cubicBezTo>
                    <a:cubicBezTo>
                      <a:pt x="54" y="11"/>
                      <a:pt x="49" y="17"/>
                      <a:pt x="49" y="24"/>
                    </a:cubicBezTo>
                    <a:cubicBezTo>
                      <a:pt x="49" y="30"/>
                      <a:pt x="54" y="36"/>
                      <a:pt x="60" y="36"/>
                    </a:cubicBezTo>
                    <a:cubicBezTo>
                      <a:pt x="61" y="169"/>
                      <a:pt x="61" y="169"/>
                      <a:pt x="61" y="169"/>
                    </a:cubicBezTo>
                    <a:cubicBezTo>
                      <a:pt x="61" y="169"/>
                      <a:pt x="61" y="169"/>
                      <a:pt x="61" y="169"/>
                    </a:cubicBezTo>
                    <a:cubicBezTo>
                      <a:pt x="48" y="154"/>
                      <a:pt x="48" y="154"/>
                      <a:pt x="48" y="154"/>
                    </a:cubicBezTo>
                    <a:cubicBezTo>
                      <a:pt x="21" y="148"/>
                      <a:pt x="0" y="124"/>
                      <a:pt x="0" y="95"/>
                    </a:cubicBezTo>
                    <a:cubicBezTo>
                      <a:pt x="0" y="92"/>
                      <a:pt x="3" y="90"/>
                      <a:pt x="6" y="90"/>
                    </a:cubicBezTo>
                    <a:close/>
                  </a:path>
                </a:pathLst>
              </a:custGeom>
              <a:solidFill>
                <a:srgbClr val="E651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Freeform 21"/>
              <p:cNvSpPr>
                <a:spLocks noEditPoints="1"/>
              </p:cNvSpPr>
              <p:nvPr/>
            </p:nvSpPr>
            <p:spPr bwMode="auto">
              <a:xfrm>
                <a:off x="1780223" y="4733766"/>
                <a:ext cx="2859088" cy="477838"/>
              </a:xfrm>
              <a:custGeom>
                <a:avLst/>
                <a:gdLst>
                  <a:gd name="T0" fmla="*/ 732 w 760"/>
                  <a:gd name="T1" fmla="*/ 0 h 127"/>
                  <a:gd name="T2" fmla="*/ 27 w 760"/>
                  <a:gd name="T3" fmla="*/ 2 h 127"/>
                  <a:gd name="T4" fmla="*/ 2 w 760"/>
                  <a:gd name="T5" fmla="*/ 15 h 127"/>
                  <a:gd name="T6" fmla="*/ 33 w 760"/>
                  <a:gd name="T7" fmla="*/ 27 h 127"/>
                  <a:gd name="T8" fmla="*/ 165 w 760"/>
                  <a:gd name="T9" fmla="*/ 25 h 127"/>
                  <a:gd name="T10" fmla="*/ 193 w 760"/>
                  <a:gd name="T11" fmla="*/ 38 h 127"/>
                  <a:gd name="T12" fmla="*/ 165 w 760"/>
                  <a:gd name="T13" fmla="*/ 52 h 127"/>
                  <a:gd name="T14" fmla="*/ 128 w 760"/>
                  <a:gd name="T15" fmla="*/ 52 h 127"/>
                  <a:gd name="T16" fmla="*/ 100 w 760"/>
                  <a:gd name="T17" fmla="*/ 64 h 127"/>
                  <a:gd name="T18" fmla="*/ 128 w 760"/>
                  <a:gd name="T19" fmla="*/ 75 h 127"/>
                  <a:gd name="T20" fmla="*/ 288 w 760"/>
                  <a:gd name="T21" fmla="*/ 75 h 127"/>
                  <a:gd name="T22" fmla="*/ 316 w 760"/>
                  <a:gd name="T23" fmla="*/ 88 h 127"/>
                  <a:gd name="T24" fmla="*/ 288 w 760"/>
                  <a:gd name="T25" fmla="*/ 101 h 127"/>
                  <a:gd name="T26" fmla="*/ 248 w 760"/>
                  <a:gd name="T27" fmla="*/ 101 h 127"/>
                  <a:gd name="T28" fmla="*/ 222 w 760"/>
                  <a:gd name="T29" fmla="*/ 114 h 127"/>
                  <a:gd name="T30" fmla="*/ 252 w 760"/>
                  <a:gd name="T31" fmla="*/ 127 h 127"/>
                  <a:gd name="T32" fmla="*/ 487 w 760"/>
                  <a:gd name="T33" fmla="*/ 124 h 127"/>
                  <a:gd name="T34" fmla="*/ 516 w 760"/>
                  <a:gd name="T35" fmla="*/ 112 h 127"/>
                  <a:gd name="T36" fmla="*/ 488 w 760"/>
                  <a:gd name="T37" fmla="*/ 101 h 127"/>
                  <a:gd name="T38" fmla="*/ 478 w 760"/>
                  <a:gd name="T39" fmla="*/ 101 h 127"/>
                  <a:gd name="T40" fmla="*/ 450 w 760"/>
                  <a:gd name="T41" fmla="*/ 88 h 127"/>
                  <a:gd name="T42" fmla="*/ 478 w 760"/>
                  <a:gd name="T43" fmla="*/ 75 h 127"/>
                  <a:gd name="T44" fmla="*/ 662 w 760"/>
                  <a:gd name="T45" fmla="*/ 75 h 127"/>
                  <a:gd name="T46" fmla="*/ 690 w 760"/>
                  <a:gd name="T47" fmla="*/ 61 h 127"/>
                  <a:gd name="T48" fmla="*/ 662 w 760"/>
                  <a:gd name="T49" fmla="*/ 47 h 127"/>
                  <a:gd name="T50" fmla="*/ 520 w 760"/>
                  <a:gd name="T51" fmla="*/ 51 h 127"/>
                  <a:gd name="T52" fmla="*/ 492 w 760"/>
                  <a:gd name="T53" fmla="*/ 49 h 127"/>
                  <a:gd name="T54" fmla="*/ 521 w 760"/>
                  <a:gd name="T55" fmla="*/ 47 h 127"/>
                  <a:gd name="T56" fmla="*/ 732 w 760"/>
                  <a:gd name="T57" fmla="*/ 41 h 127"/>
                  <a:gd name="T58" fmla="*/ 760 w 760"/>
                  <a:gd name="T59" fmla="*/ 20 h 127"/>
                  <a:gd name="T60" fmla="*/ 732 w 760"/>
                  <a:gd name="T61" fmla="*/ 0 h 127"/>
                  <a:gd name="T62" fmla="*/ 302 w 760"/>
                  <a:gd name="T63" fmla="*/ 119 h 127"/>
                  <a:gd name="T64" fmla="*/ 254 w 760"/>
                  <a:gd name="T65" fmla="*/ 119 h 127"/>
                  <a:gd name="T66" fmla="*/ 246 w 760"/>
                  <a:gd name="T67" fmla="*/ 113 h 127"/>
                  <a:gd name="T68" fmla="*/ 254 w 760"/>
                  <a:gd name="T69" fmla="*/ 108 h 127"/>
                  <a:gd name="T70" fmla="*/ 302 w 760"/>
                  <a:gd name="T71" fmla="*/ 108 h 127"/>
                  <a:gd name="T72" fmla="*/ 311 w 760"/>
                  <a:gd name="T73" fmla="*/ 113 h 127"/>
                  <a:gd name="T74" fmla="*/ 302 w 760"/>
                  <a:gd name="T75" fmla="*/ 119 h 127"/>
                  <a:gd name="T76" fmla="*/ 463 w 760"/>
                  <a:gd name="T77" fmla="*/ 58 h 127"/>
                  <a:gd name="T78" fmla="*/ 384 w 760"/>
                  <a:gd name="T79" fmla="*/ 58 h 127"/>
                  <a:gd name="T80" fmla="*/ 369 w 760"/>
                  <a:gd name="T81" fmla="*/ 49 h 127"/>
                  <a:gd name="T82" fmla="*/ 384 w 760"/>
                  <a:gd name="T83" fmla="*/ 39 h 127"/>
                  <a:gd name="T84" fmla="*/ 463 w 760"/>
                  <a:gd name="T85" fmla="*/ 39 h 127"/>
                  <a:gd name="T86" fmla="*/ 478 w 760"/>
                  <a:gd name="T87" fmla="*/ 49 h 127"/>
                  <a:gd name="T88" fmla="*/ 463 w 760"/>
                  <a:gd name="T89" fmla="*/ 58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60" h="127">
                    <a:moveTo>
                      <a:pt x="732" y="0"/>
                    </a:moveTo>
                    <a:cubicBezTo>
                      <a:pt x="27" y="2"/>
                      <a:pt x="27" y="2"/>
                      <a:pt x="27" y="2"/>
                    </a:cubicBezTo>
                    <a:cubicBezTo>
                      <a:pt x="12" y="2"/>
                      <a:pt x="0" y="8"/>
                      <a:pt x="2" y="15"/>
                    </a:cubicBezTo>
                    <a:cubicBezTo>
                      <a:pt x="4" y="22"/>
                      <a:pt x="18" y="28"/>
                      <a:pt x="33" y="27"/>
                    </a:cubicBezTo>
                    <a:cubicBezTo>
                      <a:pt x="165" y="25"/>
                      <a:pt x="165" y="25"/>
                      <a:pt x="165" y="25"/>
                    </a:cubicBezTo>
                    <a:cubicBezTo>
                      <a:pt x="180" y="25"/>
                      <a:pt x="193" y="31"/>
                      <a:pt x="193" y="38"/>
                    </a:cubicBezTo>
                    <a:cubicBezTo>
                      <a:pt x="193" y="46"/>
                      <a:pt x="180" y="52"/>
                      <a:pt x="165" y="52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13" y="52"/>
                      <a:pt x="100" y="57"/>
                      <a:pt x="100" y="64"/>
                    </a:cubicBezTo>
                    <a:cubicBezTo>
                      <a:pt x="100" y="70"/>
                      <a:pt x="113" y="75"/>
                      <a:pt x="128" y="75"/>
                    </a:cubicBezTo>
                    <a:cubicBezTo>
                      <a:pt x="288" y="75"/>
                      <a:pt x="288" y="75"/>
                      <a:pt x="288" y="75"/>
                    </a:cubicBezTo>
                    <a:cubicBezTo>
                      <a:pt x="304" y="75"/>
                      <a:pt x="316" y="81"/>
                      <a:pt x="316" y="88"/>
                    </a:cubicBezTo>
                    <a:cubicBezTo>
                      <a:pt x="316" y="96"/>
                      <a:pt x="304" y="101"/>
                      <a:pt x="288" y="101"/>
                    </a:cubicBezTo>
                    <a:cubicBezTo>
                      <a:pt x="248" y="101"/>
                      <a:pt x="248" y="101"/>
                      <a:pt x="248" y="101"/>
                    </a:cubicBezTo>
                    <a:cubicBezTo>
                      <a:pt x="232" y="101"/>
                      <a:pt x="221" y="107"/>
                      <a:pt x="222" y="114"/>
                    </a:cubicBezTo>
                    <a:cubicBezTo>
                      <a:pt x="223" y="121"/>
                      <a:pt x="237" y="127"/>
                      <a:pt x="252" y="127"/>
                    </a:cubicBezTo>
                    <a:cubicBezTo>
                      <a:pt x="487" y="124"/>
                      <a:pt x="487" y="124"/>
                      <a:pt x="487" y="124"/>
                    </a:cubicBezTo>
                    <a:cubicBezTo>
                      <a:pt x="502" y="124"/>
                      <a:pt x="515" y="118"/>
                      <a:pt x="516" y="112"/>
                    </a:cubicBezTo>
                    <a:cubicBezTo>
                      <a:pt x="516" y="106"/>
                      <a:pt x="504" y="101"/>
                      <a:pt x="488" y="101"/>
                    </a:cubicBezTo>
                    <a:cubicBezTo>
                      <a:pt x="478" y="101"/>
                      <a:pt x="478" y="101"/>
                      <a:pt x="478" y="101"/>
                    </a:cubicBezTo>
                    <a:cubicBezTo>
                      <a:pt x="462" y="101"/>
                      <a:pt x="450" y="95"/>
                      <a:pt x="450" y="88"/>
                    </a:cubicBezTo>
                    <a:cubicBezTo>
                      <a:pt x="450" y="81"/>
                      <a:pt x="463" y="75"/>
                      <a:pt x="478" y="75"/>
                    </a:cubicBezTo>
                    <a:cubicBezTo>
                      <a:pt x="662" y="75"/>
                      <a:pt x="662" y="75"/>
                      <a:pt x="662" y="75"/>
                    </a:cubicBezTo>
                    <a:cubicBezTo>
                      <a:pt x="677" y="75"/>
                      <a:pt x="690" y="69"/>
                      <a:pt x="690" y="61"/>
                    </a:cubicBezTo>
                    <a:cubicBezTo>
                      <a:pt x="690" y="53"/>
                      <a:pt x="677" y="47"/>
                      <a:pt x="662" y="47"/>
                    </a:cubicBezTo>
                    <a:cubicBezTo>
                      <a:pt x="520" y="51"/>
                      <a:pt x="520" y="51"/>
                      <a:pt x="520" y="51"/>
                    </a:cubicBezTo>
                    <a:cubicBezTo>
                      <a:pt x="504" y="51"/>
                      <a:pt x="492" y="54"/>
                      <a:pt x="492" y="49"/>
                    </a:cubicBezTo>
                    <a:cubicBezTo>
                      <a:pt x="492" y="45"/>
                      <a:pt x="505" y="47"/>
                      <a:pt x="521" y="47"/>
                    </a:cubicBezTo>
                    <a:cubicBezTo>
                      <a:pt x="732" y="41"/>
                      <a:pt x="732" y="41"/>
                      <a:pt x="732" y="41"/>
                    </a:cubicBezTo>
                    <a:cubicBezTo>
                      <a:pt x="748" y="41"/>
                      <a:pt x="760" y="31"/>
                      <a:pt x="760" y="20"/>
                    </a:cubicBezTo>
                    <a:cubicBezTo>
                      <a:pt x="760" y="9"/>
                      <a:pt x="748" y="0"/>
                      <a:pt x="732" y="0"/>
                    </a:cubicBezTo>
                    <a:close/>
                    <a:moveTo>
                      <a:pt x="302" y="119"/>
                    </a:moveTo>
                    <a:cubicBezTo>
                      <a:pt x="254" y="119"/>
                      <a:pt x="254" y="119"/>
                      <a:pt x="254" y="119"/>
                    </a:cubicBezTo>
                    <a:cubicBezTo>
                      <a:pt x="250" y="119"/>
                      <a:pt x="246" y="116"/>
                      <a:pt x="246" y="113"/>
                    </a:cubicBezTo>
                    <a:cubicBezTo>
                      <a:pt x="246" y="110"/>
                      <a:pt x="250" y="108"/>
                      <a:pt x="254" y="108"/>
                    </a:cubicBezTo>
                    <a:cubicBezTo>
                      <a:pt x="302" y="108"/>
                      <a:pt x="302" y="108"/>
                      <a:pt x="302" y="108"/>
                    </a:cubicBezTo>
                    <a:cubicBezTo>
                      <a:pt x="307" y="108"/>
                      <a:pt x="311" y="110"/>
                      <a:pt x="311" y="113"/>
                    </a:cubicBezTo>
                    <a:cubicBezTo>
                      <a:pt x="311" y="116"/>
                      <a:pt x="307" y="119"/>
                      <a:pt x="302" y="119"/>
                    </a:cubicBezTo>
                    <a:close/>
                    <a:moveTo>
                      <a:pt x="463" y="58"/>
                    </a:moveTo>
                    <a:cubicBezTo>
                      <a:pt x="384" y="58"/>
                      <a:pt x="384" y="58"/>
                      <a:pt x="384" y="58"/>
                    </a:cubicBezTo>
                    <a:cubicBezTo>
                      <a:pt x="375" y="58"/>
                      <a:pt x="369" y="54"/>
                      <a:pt x="369" y="49"/>
                    </a:cubicBezTo>
                    <a:cubicBezTo>
                      <a:pt x="369" y="44"/>
                      <a:pt x="375" y="39"/>
                      <a:pt x="384" y="39"/>
                    </a:cubicBezTo>
                    <a:cubicBezTo>
                      <a:pt x="463" y="39"/>
                      <a:pt x="463" y="39"/>
                      <a:pt x="463" y="39"/>
                    </a:cubicBezTo>
                    <a:cubicBezTo>
                      <a:pt x="472" y="39"/>
                      <a:pt x="478" y="44"/>
                      <a:pt x="478" y="49"/>
                    </a:cubicBezTo>
                    <a:cubicBezTo>
                      <a:pt x="478" y="54"/>
                      <a:pt x="472" y="58"/>
                      <a:pt x="463" y="58"/>
                    </a:cubicBezTo>
                    <a:close/>
                  </a:path>
                </a:pathLst>
              </a:custGeom>
              <a:solidFill>
                <a:srgbClr val="48B8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Freeform 22"/>
              <p:cNvSpPr>
                <a:spLocks/>
              </p:cNvSpPr>
              <p:nvPr/>
            </p:nvSpPr>
            <p:spPr bwMode="auto">
              <a:xfrm>
                <a:off x="3736023" y="5068729"/>
                <a:ext cx="255588" cy="71438"/>
              </a:xfrm>
              <a:custGeom>
                <a:avLst/>
                <a:gdLst>
                  <a:gd name="T0" fmla="*/ 68 w 68"/>
                  <a:gd name="T1" fmla="*/ 10 h 19"/>
                  <a:gd name="T2" fmla="*/ 59 w 68"/>
                  <a:gd name="T3" fmla="*/ 19 h 19"/>
                  <a:gd name="T4" fmla="*/ 9 w 68"/>
                  <a:gd name="T5" fmla="*/ 19 h 19"/>
                  <a:gd name="T6" fmla="*/ 0 w 68"/>
                  <a:gd name="T7" fmla="*/ 10 h 19"/>
                  <a:gd name="T8" fmla="*/ 0 w 68"/>
                  <a:gd name="T9" fmla="*/ 10 h 19"/>
                  <a:gd name="T10" fmla="*/ 9 w 68"/>
                  <a:gd name="T11" fmla="*/ 0 h 19"/>
                  <a:gd name="T12" fmla="*/ 59 w 68"/>
                  <a:gd name="T13" fmla="*/ 0 h 19"/>
                  <a:gd name="T14" fmla="*/ 68 w 68"/>
                  <a:gd name="T15" fmla="*/ 1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8" h="19">
                    <a:moveTo>
                      <a:pt x="68" y="10"/>
                    </a:moveTo>
                    <a:cubicBezTo>
                      <a:pt x="68" y="15"/>
                      <a:pt x="64" y="19"/>
                      <a:pt x="5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4" y="19"/>
                      <a:pt x="0" y="15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5"/>
                      <a:pt x="4" y="0"/>
                      <a:pt x="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4" y="0"/>
                      <a:pt x="68" y="5"/>
                      <a:pt x="68" y="10"/>
                    </a:cubicBezTo>
                    <a:close/>
                  </a:path>
                </a:pathLst>
              </a:custGeom>
              <a:solidFill>
                <a:srgbClr val="1AB2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Freeform 23"/>
              <p:cNvSpPr>
                <a:spLocks/>
              </p:cNvSpPr>
              <p:nvPr/>
            </p:nvSpPr>
            <p:spPr bwMode="auto">
              <a:xfrm>
                <a:off x="2453323" y="5068729"/>
                <a:ext cx="127000" cy="71438"/>
              </a:xfrm>
              <a:custGeom>
                <a:avLst/>
                <a:gdLst>
                  <a:gd name="T0" fmla="*/ 34 w 34"/>
                  <a:gd name="T1" fmla="*/ 10 h 19"/>
                  <a:gd name="T2" fmla="*/ 29 w 34"/>
                  <a:gd name="T3" fmla="*/ 19 h 19"/>
                  <a:gd name="T4" fmla="*/ 4 w 34"/>
                  <a:gd name="T5" fmla="*/ 19 h 19"/>
                  <a:gd name="T6" fmla="*/ 0 w 34"/>
                  <a:gd name="T7" fmla="*/ 10 h 19"/>
                  <a:gd name="T8" fmla="*/ 0 w 34"/>
                  <a:gd name="T9" fmla="*/ 10 h 19"/>
                  <a:gd name="T10" fmla="*/ 4 w 34"/>
                  <a:gd name="T11" fmla="*/ 0 h 19"/>
                  <a:gd name="T12" fmla="*/ 29 w 34"/>
                  <a:gd name="T13" fmla="*/ 0 h 19"/>
                  <a:gd name="T14" fmla="*/ 34 w 34"/>
                  <a:gd name="T15" fmla="*/ 1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" h="19">
                    <a:moveTo>
                      <a:pt x="34" y="10"/>
                    </a:moveTo>
                    <a:cubicBezTo>
                      <a:pt x="34" y="15"/>
                      <a:pt x="32" y="19"/>
                      <a:pt x="29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2" y="19"/>
                      <a:pt x="0" y="15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5"/>
                      <a:pt x="2" y="0"/>
                      <a:pt x="4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2" y="0"/>
                      <a:pt x="34" y="5"/>
                      <a:pt x="34" y="10"/>
                    </a:cubicBezTo>
                    <a:close/>
                  </a:path>
                </a:pathLst>
              </a:custGeom>
              <a:solidFill>
                <a:srgbClr val="1AB2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Freeform 24"/>
              <p:cNvSpPr>
                <a:spLocks/>
              </p:cNvSpPr>
              <p:nvPr/>
            </p:nvSpPr>
            <p:spPr bwMode="auto">
              <a:xfrm>
                <a:off x="2121535" y="4851241"/>
                <a:ext cx="207963" cy="55563"/>
              </a:xfrm>
              <a:custGeom>
                <a:avLst/>
                <a:gdLst>
                  <a:gd name="T0" fmla="*/ 55 w 55"/>
                  <a:gd name="T1" fmla="*/ 8 h 15"/>
                  <a:gd name="T2" fmla="*/ 48 w 55"/>
                  <a:gd name="T3" fmla="*/ 15 h 15"/>
                  <a:gd name="T4" fmla="*/ 7 w 55"/>
                  <a:gd name="T5" fmla="*/ 15 h 15"/>
                  <a:gd name="T6" fmla="*/ 0 w 55"/>
                  <a:gd name="T7" fmla="*/ 8 h 15"/>
                  <a:gd name="T8" fmla="*/ 0 w 55"/>
                  <a:gd name="T9" fmla="*/ 8 h 15"/>
                  <a:gd name="T10" fmla="*/ 7 w 55"/>
                  <a:gd name="T11" fmla="*/ 0 h 15"/>
                  <a:gd name="T12" fmla="*/ 48 w 55"/>
                  <a:gd name="T13" fmla="*/ 0 h 15"/>
                  <a:gd name="T14" fmla="*/ 55 w 55"/>
                  <a:gd name="T15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5">
                    <a:moveTo>
                      <a:pt x="55" y="8"/>
                    </a:moveTo>
                    <a:cubicBezTo>
                      <a:pt x="55" y="12"/>
                      <a:pt x="52" y="15"/>
                      <a:pt x="48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3" y="15"/>
                      <a:pt x="0" y="12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52" y="0"/>
                      <a:pt x="55" y="4"/>
                      <a:pt x="55" y="8"/>
                    </a:cubicBezTo>
                    <a:close/>
                  </a:path>
                </a:pathLst>
              </a:custGeom>
              <a:solidFill>
                <a:srgbClr val="1AB2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Freeform 40"/>
              <p:cNvSpPr>
                <a:spLocks/>
              </p:cNvSpPr>
              <p:nvPr/>
            </p:nvSpPr>
            <p:spPr bwMode="auto">
              <a:xfrm>
                <a:off x="3307398" y="4387691"/>
                <a:ext cx="79375" cy="173038"/>
              </a:xfrm>
              <a:custGeom>
                <a:avLst/>
                <a:gdLst>
                  <a:gd name="T0" fmla="*/ 7 w 21"/>
                  <a:gd name="T1" fmla="*/ 45 h 46"/>
                  <a:gd name="T2" fmla="*/ 6 w 21"/>
                  <a:gd name="T3" fmla="*/ 44 h 46"/>
                  <a:gd name="T4" fmla="*/ 5 w 21"/>
                  <a:gd name="T5" fmla="*/ 43 h 46"/>
                  <a:gd name="T6" fmla="*/ 7 w 21"/>
                  <a:gd name="T7" fmla="*/ 40 h 46"/>
                  <a:gd name="T8" fmla="*/ 9 w 21"/>
                  <a:gd name="T9" fmla="*/ 35 h 46"/>
                  <a:gd name="T10" fmla="*/ 11 w 21"/>
                  <a:gd name="T11" fmla="*/ 30 h 46"/>
                  <a:gd name="T12" fmla="*/ 13 w 21"/>
                  <a:gd name="T13" fmla="*/ 25 h 46"/>
                  <a:gd name="T14" fmla="*/ 16 w 21"/>
                  <a:gd name="T15" fmla="*/ 18 h 46"/>
                  <a:gd name="T16" fmla="*/ 18 w 21"/>
                  <a:gd name="T17" fmla="*/ 9 h 46"/>
                  <a:gd name="T18" fmla="*/ 17 w 21"/>
                  <a:gd name="T19" fmla="*/ 6 h 46"/>
                  <a:gd name="T20" fmla="*/ 14 w 21"/>
                  <a:gd name="T21" fmla="*/ 8 h 46"/>
                  <a:gd name="T22" fmla="*/ 10 w 21"/>
                  <a:gd name="T23" fmla="*/ 11 h 46"/>
                  <a:gd name="T24" fmla="*/ 6 w 21"/>
                  <a:gd name="T25" fmla="*/ 16 h 46"/>
                  <a:gd name="T26" fmla="*/ 5 w 21"/>
                  <a:gd name="T27" fmla="*/ 21 h 46"/>
                  <a:gd name="T28" fmla="*/ 5 w 21"/>
                  <a:gd name="T29" fmla="*/ 21 h 46"/>
                  <a:gd name="T30" fmla="*/ 5 w 21"/>
                  <a:gd name="T31" fmla="*/ 21 h 46"/>
                  <a:gd name="T32" fmla="*/ 7 w 21"/>
                  <a:gd name="T33" fmla="*/ 20 h 46"/>
                  <a:gd name="T34" fmla="*/ 8 w 21"/>
                  <a:gd name="T35" fmla="*/ 20 h 46"/>
                  <a:gd name="T36" fmla="*/ 6 w 21"/>
                  <a:gd name="T37" fmla="*/ 23 h 46"/>
                  <a:gd name="T38" fmla="*/ 3 w 21"/>
                  <a:gd name="T39" fmla="*/ 25 h 46"/>
                  <a:gd name="T40" fmla="*/ 1 w 21"/>
                  <a:gd name="T41" fmla="*/ 24 h 46"/>
                  <a:gd name="T42" fmla="*/ 0 w 21"/>
                  <a:gd name="T43" fmla="*/ 20 h 46"/>
                  <a:gd name="T44" fmla="*/ 1 w 21"/>
                  <a:gd name="T45" fmla="*/ 18 h 46"/>
                  <a:gd name="T46" fmla="*/ 3 w 21"/>
                  <a:gd name="T47" fmla="*/ 13 h 46"/>
                  <a:gd name="T48" fmla="*/ 5 w 21"/>
                  <a:gd name="T49" fmla="*/ 8 h 46"/>
                  <a:gd name="T50" fmla="*/ 9 w 21"/>
                  <a:gd name="T51" fmla="*/ 4 h 46"/>
                  <a:gd name="T52" fmla="*/ 14 w 21"/>
                  <a:gd name="T53" fmla="*/ 1 h 46"/>
                  <a:gd name="T54" fmla="*/ 17 w 21"/>
                  <a:gd name="T55" fmla="*/ 0 h 46"/>
                  <a:gd name="T56" fmla="*/ 20 w 21"/>
                  <a:gd name="T57" fmla="*/ 2 h 46"/>
                  <a:gd name="T58" fmla="*/ 21 w 21"/>
                  <a:gd name="T59" fmla="*/ 7 h 46"/>
                  <a:gd name="T60" fmla="*/ 18 w 21"/>
                  <a:gd name="T61" fmla="*/ 20 h 46"/>
                  <a:gd name="T62" fmla="*/ 10 w 21"/>
                  <a:gd name="T63" fmla="*/ 39 h 46"/>
                  <a:gd name="T64" fmla="*/ 11 w 21"/>
                  <a:gd name="T65" fmla="*/ 39 h 46"/>
                  <a:gd name="T66" fmla="*/ 11 w 21"/>
                  <a:gd name="T67" fmla="*/ 40 h 46"/>
                  <a:gd name="T68" fmla="*/ 11 w 21"/>
                  <a:gd name="T69" fmla="*/ 40 h 46"/>
                  <a:gd name="T70" fmla="*/ 10 w 21"/>
                  <a:gd name="T71" fmla="*/ 41 h 46"/>
                  <a:gd name="T72" fmla="*/ 10 w 21"/>
                  <a:gd name="T73" fmla="*/ 41 h 46"/>
                  <a:gd name="T74" fmla="*/ 8 w 21"/>
                  <a:gd name="T75" fmla="*/ 45 h 46"/>
                  <a:gd name="T76" fmla="*/ 8 w 21"/>
                  <a:gd name="T77" fmla="*/ 46 h 46"/>
                  <a:gd name="T78" fmla="*/ 7 w 21"/>
                  <a:gd name="T79" fmla="*/ 45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1" h="46">
                    <a:moveTo>
                      <a:pt x="7" y="45"/>
                    </a:move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5" y="43"/>
                      <a:pt x="5" y="43"/>
                    </a:cubicBezTo>
                    <a:cubicBezTo>
                      <a:pt x="5" y="43"/>
                      <a:pt x="6" y="42"/>
                      <a:pt x="7" y="40"/>
                    </a:cubicBezTo>
                    <a:cubicBezTo>
                      <a:pt x="7" y="39"/>
                      <a:pt x="8" y="37"/>
                      <a:pt x="9" y="35"/>
                    </a:cubicBezTo>
                    <a:cubicBezTo>
                      <a:pt x="10" y="33"/>
                      <a:pt x="11" y="31"/>
                      <a:pt x="11" y="30"/>
                    </a:cubicBezTo>
                    <a:cubicBezTo>
                      <a:pt x="12" y="29"/>
                      <a:pt x="13" y="27"/>
                      <a:pt x="13" y="25"/>
                    </a:cubicBezTo>
                    <a:cubicBezTo>
                      <a:pt x="14" y="22"/>
                      <a:pt x="15" y="20"/>
                      <a:pt x="16" y="18"/>
                    </a:cubicBezTo>
                    <a:cubicBezTo>
                      <a:pt x="17" y="13"/>
                      <a:pt x="18" y="10"/>
                      <a:pt x="18" y="9"/>
                    </a:cubicBezTo>
                    <a:cubicBezTo>
                      <a:pt x="18" y="7"/>
                      <a:pt x="18" y="6"/>
                      <a:pt x="17" y="6"/>
                    </a:cubicBezTo>
                    <a:cubicBezTo>
                      <a:pt x="16" y="6"/>
                      <a:pt x="15" y="7"/>
                      <a:pt x="14" y="8"/>
                    </a:cubicBezTo>
                    <a:cubicBezTo>
                      <a:pt x="12" y="9"/>
                      <a:pt x="11" y="10"/>
                      <a:pt x="10" y="11"/>
                    </a:cubicBezTo>
                    <a:cubicBezTo>
                      <a:pt x="8" y="13"/>
                      <a:pt x="7" y="15"/>
                      <a:pt x="6" y="16"/>
                    </a:cubicBezTo>
                    <a:cubicBezTo>
                      <a:pt x="5" y="18"/>
                      <a:pt x="5" y="19"/>
                      <a:pt x="5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21"/>
                      <a:pt x="6" y="21"/>
                      <a:pt x="7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1"/>
                      <a:pt x="7" y="22"/>
                      <a:pt x="6" y="23"/>
                    </a:cubicBezTo>
                    <a:cubicBezTo>
                      <a:pt x="5" y="25"/>
                      <a:pt x="4" y="25"/>
                      <a:pt x="3" y="25"/>
                    </a:cubicBezTo>
                    <a:cubicBezTo>
                      <a:pt x="3" y="25"/>
                      <a:pt x="2" y="25"/>
                      <a:pt x="1" y="24"/>
                    </a:cubicBezTo>
                    <a:cubicBezTo>
                      <a:pt x="0" y="22"/>
                      <a:pt x="0" y="21"/>
                      <a:pt x="0" y="20"/>
                    </a:cubicBezTo>
                    <a:cubicBezTo>
                      <a:pt x="0" y="20"/>
                      <a:pt x="0" y="19"/>
                      <a:pt x="1" y="18"/>
                    </a:cubicBezTo>
                    <a:cubicBezTo>
                      <a:pt x="1" y="16"/>
                      <a:pt x="2" y="15"/>
                      <a:pt x="3" y="13"/>
                    </a:cubicBezTo>
                    <a:cubicBezTo>
                      <a:pt x="4" y="11"/>
                      <a:pt x="4" y="10"/>
                      <a:pt x="5" y="8"/>
                    </a:cubicBezTo>
                    <a:cubicBezTo>
                      <a:pt x="7" y="7"/>
                      <a:pt x="8" y="5"/>
                      <a:pt x="9" y="4"/>
                    </a:cubicBezTo>
                    <a:cubicBezTo>
                      <a:pt x="11" y="3"/>
                      <a:pt x="12" y="2"/>
                      <a:pt x="14" y="1"/>
                    </a:cubicBezTo>
                    <a:cubicBezTo>
                      <a:pt x="15" y="1"/>
                      <a:pt x="16" y="0"/>
                      <a:pt x="17" y="0"/>
                    </a:cubicBezTo>
                    <a:cubicBezTo>
                      <a:pt x="18" y="0"/>
                      <a:pt x="19" y="1"/>
                      <a:pt x="20" y="2"/>
                    </a:cubicBezTo>
                    <a:cubicBezTo>
                      <a:pt x="20" y="3"/>
                      <a:pt x="21" y="5"/>
                      <a:pt x="21" y="7"/>
                    </a:cubicBezTo>
                    <a:cubicBezTo>
                      <a:pt x="21" y="10"/>
                      <a:pt x="20" y="14"/>
                      <a:pt x="18" y="20"/>
                    </a:cubicBezTo>
                    <a:cubicBezTo>
                      <a:pt x="17" y="25"/>
                      <a:pt x="14" y="31"/>
                      <a:pt x="10" y="39"/>
                    </a:cubicBezTo>
                    <a:cubicBezTo>
                      <a:pt x="10" y="39"/>
                      <a:pt x="10" y="39"/>
                      <a:pt x="11" y="39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6"/>
                      <a:pt x="8" y="46"/>
                    </a:cubicBezTo>
                    <a:cubicBezTo>
                      <a:pt x="8" y="46"/>
                      <a:pt x="7" y="46"/>
                      <a:pt x="7" y="45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Freeform 41"/>
              <p:cNvSpPr>
                <a:spLocks/>
              </p:cNvSpPr>
              <p:nvPr/>
            </p:nvSpPr>
            <p:spPr bwMode="auto">
              <a:xfrm>
                <a:off x="3378835" y="4428966"/>
                <a:ext cx="63500" cy="131763"/>
              </a:xfrm>
              <a:custGeom>
                <a:avLst/>
                <a:gdLst>
                  <a:gd name="T0" fmla="*/ 10 w 17"/>
                  <a:gd name="T1" fmla="*/ 6 h 35"/>
                  <a:gd name="T2" fmla="*/ 11 w 17"/>
                  <a:gd name="T3" fmla="*/ 6 h 35"/>
                  <a:gd name="T4" fmla="*/ 13 w 17"/>
                  <a:gd name="T5" fmla="*/ 1 h 35"/>
                  <a:gd name="T6" fmla="*/ 15 w 17"/>
                  <a:gd name="T7" fmla="*/ 0 h 35"/>
                  <a:gd name="T8" fmla="*/ 17 w 17"/>
                  <a:gd name="T9" fmla="*/ 1 h 35"/>
                  <a:gd name="T10" fmla="*/ 16 w 17"/>
                  <a:gd name="T11" fmla="*/ 3 h 35"/>
                  <a:gd name="T12" fmla="*/ 14 w 17"/>
                  <a:gd name="T13" fmla="*/ 6 h 35"/>
                  <a:gd name="T14" fmla="*/ 16 w 17"/>
                  <a:gd name="T15" fmla="*/ 6 h 35"/>
                  <a:gd name="T16" fmla="*/ 17 w 17"/>
                  <a:gd name="T17" fmla="*/ 6 h 35"/>
                  <a:gd name="T18" fmla="*/ 13 w 17"/>
                  <a:gd name="T19" fmla="*/ 14 h 35"/>
                  <a:gd name="T20" fmla="*/ 12 w 17"/>
                  <a:gd name="T21" fmla="*/ 14 h 35"/>
                  <a:gd name="T22" fmla="*/ 11 w 17"/>
                  <a:gd name="T23" fmla="*/ 13 h 35"/>
                  <a:gd name="T24" fmla="*/ 10 w 17"/>
                  <a:gd name="T25" fmla="*/ 13 h 35"/>
                  <a:gd name="T26" fmla="*/ 8 w 17"/>
                  <a:gd name="T27" fmla="*/ 18 h 35"/>
                  <a:gd name="T28" fmla="*/ 6 w 17"/>
                  <a:gd name="T29" fmla="*/ 23 h 35"/>
                  <a:gd name="T30" fmla="*/ 6 w 17"/>
                  <a:gd name="T31" fmla="*/ 26 h 35"/>
                  <a:gd name="T32" fmla="*/ 7 w 17"/>
                  <a:gd name="T33" fmla="*/ 28 h 35"/>
                  <a:gd name="T34" fmla="*/ 9 w 17"/>
                  <a:gd name="T35" fmla="*/ 27 h 35"/>
                  <a:gd name="T36" fmla="*/ 14 w 17"/>
                  <a:gd name="T37" fmla="*/ 23 h 35"/>
                  <a:gd name="T38" fmla="*/ 14 w 17"/>
                  <a:gd name="T39" fmla="*/ 25 h 35"/>
                  <a:gd name="T40" fmla="*/ 4 w 17"/>
                  <a:gd name="T41" fmla="*/ 35 h 35"/>
                  <a:gd name="T42" fmla="*/ 2 w 17"/>
                  <a:gd name="T43" fmla="*/ 34 h 35"/>
                  <a:gd name="T44" fmla="*/ 1 w 17"/>
                  <a:gd name="T45" fmla="*/ 31 h 35"/>
                  <a:gd name="T46" fmla="*/ 2 w 17"/>
                  <a:gd name="T47" fmla="*/ 28 h 35"/>
                  <a:gd name="T48" fmla="*/ 3 w 17"/>
                  <a:gd name="T49" fmla="*/ 23 h 35"/>
                  <a:gd name="T50" fmla="*/ 2 w 17"/>
                  <a:gd name="T51" fmla="*/ 24 h 35"/>
                  <a:gd name="T52" fmla="*/ 2 w 17"/>
                  <a:gd name="T53" fmla="*/ 24 h 35"/>
                  <a:gd name="T54" fmla="*/ 1 w 17"/>
                  <a:gd name="T55" fmla="*/ 25 h 35"/>
                  <a:gd name="T56" fmla="*/ 0 w 17"/>
                  <a:gd name="T57" fmla="*/ 26 h 35"/>
                  <a:gd name="T58" fmla="*/ 0 w 17"/>
                  <a:gd name="T59" fmla="*/ 23 h 35"/>
                  <a:gd name="T60" fmla="*/ 7 w 17"/>
                  <a:gd name="T61" fmla="*/ 13 h 35"/>
                  <a:gd name="T62" fmla="*/ 6 w 17"/>
                  <a:gd name="T63" fmla="*/ 13 h 35"/>
                  <a:gd name="T64" fmla="*/ 5 w 17"/>
                  <a:gd name="T65" fmla="*/ 13 h 35"/>
                  <a:gd name="T66" fmla="*/ 3 w 17"/>
                  <a:gd name="T67" fmla="*/ 13 h 35"/>
                  <a:gd name="T68" fmla="*/ 3 w 17"/>
                  <a:gd name="T69" fmla="*/ 14 h 35"/>
                  <a:gd name="T70" fmla="*/ 2 w 17"/>
                  <a:gd name="T71" fmla="*/ 14 h 35"/>
                  <a:gd name="T72" fmla="*/ 2 w 17"/>
                  <a:gd name="T73" fmla="*/ 13 h 35"/>
                  <a:gd name="T74" fmla="*/ 3 w 17"/>
                  <a:gd name="T75" fmla="*/ 10 h 35"/>
                  <a:gd name="T76" fmla="*/ 5 w 17"/>
                  <a:gd name="T77" fmla="*/ 7 h 35"/>
                  <a:gd name="T78" fmla="*/ 7 w 17"/>
                  <a:gd name="T79" fmla="*/ 6 h 35"/>
                  <a:gd name="T80" fmla="*/ 10 w 17"/>
                  <a:gd name="T81" fmla="*/ 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" h="35">
                    <a:moveTo>
                      <a:pt x="10" y="6"/>
                    </a:moveTo>
                    <a:cubicBezTo>
                      <a:pt x="11" y="6"/>
                      <a:pt x="11" y="6"/>
                      <a:pt x="11" y="6"/>
                    </a:cubicBezTo>
                    <a:cubicBezTo>
                      <a:pt x="11" y="4"/>
                      <a:pt x="12" y="2"/>
                      <a:pt x="13" y="1"/>
                    </a:cubicBezTo>
                    <a:cubicBezTo>
                      <a:pt x="14" y="1"/>
                      <a:pt x="15" y="0"/>
                      <a:pt x="15" y="0"/>
                    </a:cubicBezTo>
                    <a:cubicBezTo>
                      <a:pt x="16" y="0"/>
                      <a:pt x="17" y="0"/>
                      <a:pt x="17" y="1"/>
                    </a:cubicBezTo>
                    <a:cubicBezTo>
                      <a:pt x="17" y="1"/>
                      <a:pt x="16" y="2"/>
                      <a:pt x="16" y="3"/>
                    </a:cubicBezTo>
                    <a:cubicBezTo>
                      <a:pt x="15" y="4"/>
                      <a:pt x="14" y="5"/>
                      <a:pt x="14" y="6"/>
                    </a:cubicBezTo>
                    <a:cubicBezTo>
                      <a:pt x="15" y="6"/>
                      <a:pt x="15" y="6"/>
                      <a:pt x="16" y="6"/>
                    </a:cubicBezTo>
                    <a:cubicBezTo>
                      <a:pt x="16" y="6"/>
                      <a:pt x="16" y="6"/>
                      <a:pt x="17" y="6"/>
                    </a:cubicBezTo>
                    <a:cubicBezTo>
                      <a:pt x="16" y="9"/>
                      <a:pt x="15" y="11"/>
                      <a:pt x="13" y="14"/>
                    </a:cubicBezTo>
                    <a:cubicBezTo>
                      <a:pt x="13" y="14"/>
                      <a:pt x="12" y="14"/>
                      <a:pt x="12" y="14"/>
                    </a:cubicBezTo>
                    <a:cubicBezTo>
                      <a:pt x="12" y="13"/>
                      <a:pt x="11" y="13"/>
                      <a:pt x="11" y="13"/>
                    </a:cubicBezTo>
                    <a:cubicBezTo>
                      <a:pt x="11" y="13"/>
                      <a:pt x="10" y="13"/>
                      <a:pt x="10" y="13"/>
                    </a:cubicBezTo>
                    <a:cubicBezTo>
                      <a:pt x="9" y="15"/>
                      <a:pt x="8" y="17"/>
                      <a:pt x="8" y="18"/>
                    </a:cubicBezTo>
                    <a:cubicBezTo>
                      <a:pt x="7" y="20"/>
                      <a:pt x="6" y="21"/>
                      <a:pt x="6" y="23"/>
                    </a:cubicBezTo>
                    <a:cubicBezTo>
                      <a:pt x="6" y="24"/>
                      <a:pt x="6" y="25"/>
                      <a:pt x="6" y="26"/>
                    </a:cubicBezTo>
                    <a:cubicBezTo>
                      <a:pt x="6" y="28"/>
                      <a:pt x="6" y="28"/>
                      <a:pt x="7" y="28"/>
                    </a:cubicBezTo>
                    <a:cubicBezTo>
                      <a:pt x="8" y="28"/>
                      <a:pt x="8" y="28"/>
                      <a:pt x="9" y="27"/>
                    </a:cubicBezTo>
                    <a:cubicBezTo>
                      <a:pt x="10" y="26"/>
                      <a:pt x="12" y="25"/>
                      <a:pt x="14" y="23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9" y="32"/>
                      <a:pt x="6" y="35"/>
                      <a:pt x="4" y="35"/>
                    </a:cubicBezTo>
                    <a:cubicBezTo>
                      <a:pt x="3" y="35"/>
                      <a:pt x="2" y="34"/>
                      <a:pt x="2" y="34"/>
                    </a:cubicBezTo>
                    <a:cubicBezTo>
                      <a:pt x="1" y="33"/>
                      <a:pt x="1" y="32"/>
                      <a:pt x="1" y="31"/>
                    </a:cubicBezTo>
                    <a:cubicBezTo>
                      <a:pt x="1" y="30"/>
                      <a:pt x="1" y="29"/>
                      <a:pt x="2" y="28"/>
                    </a:cubicBezTo>
                    <a:cubicBezTo>
                      <a:pt x="2" y="27"/>
                      <a:pt x="2" y="25"/>
                      <a:pt x="3" y="23"/>
                    </a:cubicBezTo>
                    <a:cubicBezTo>
                      <a:pt x="3" y="23"/>
                      <a:pt x="2" y="23"/>
                      <a:pt x="2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1" y="24"/>
                      <a:pt x="1" y="25"/>
                      <a:pt x="1" y="25"/>
                    </a:cubicBezTo>
                    <a:cubicBezTo>
                      <a:pt x="1" y="25"/>
                      <a:pt x="1" y="25"/>
                      <a:pt x="0" y="26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2" y="21"/>
                      <a:pt x="4" y="18"/>
                      <a:pt x="7" y="13"/>
                    </a:cubicBezTo>
                    <a:cubicBezTo>
                      <a:pt x="7" y="13"/>
                      <a:pt x="6" y="13"/>
                      <a:pt x="6" y="13"/>
                    </a:cubicBezTo>
                    <a:cubicBezTo>
                      <a:pt x="6" y="13"/>
                      <a:pt x="6" y="13"/>
                      <a:pt x="5" y="13"/>
                    </a:cubicBezTo>
                    <a:cubicBezTo>
                      <a:pt x="4" y="13"/>
                      <a:pt x="4" y="13"/>
                      <a:pt x="3" y="13"/>
                    </a:cubicBezTo>
                    <a:cubicBezTo>
                      <a:pt x="3" y="13"/>
                      <a:pt x="3" y="13"/>
                      <a:pt x="3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4"/>
                      <a:pt x="2" y="14"/>
                      <a:pt x="2" y="13"/>
                    </a:cubicBezTo>
                    <a:cubicBezTo>
                      <a:pt x="2" y="13"/>
                      <a:pt x="2" y="12"/>
                      <a:pt x="3" y="10"/>
                    </a:cubicBezTo>
                    <a:cubicBezTo>
                      <a:pt x="4" y="9"/>
                      <a:pt x="4" y="8"/>
                      <a:pt x="5" y="7"/>
                    </a:cubicBezTo>
                    <a:cubicBezTo>
                      <a:pt x="5" y="7"/>
                      <a:pt x="6" y="6"/>
                      <a:pt x="7" y="6"/>
                    </a:cubicBezTo>
                    <a:cubicBezTo>
                      <a:pt x="7" y="6"/>
                      <a:pt x="8" y="6"/>
                      <a:pt x="10" y="6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Freeform 42"/>
              <p:cNvSpPr>
                <a:spLocks/>
              </p:cNvSpPr>
              <p:nvPr/>
            </p:nvSpPr>
            <p:spPr bwMode="auto">
              <a:xfrm>
                <a:off x="3469323" y="4387691"/>
                <a:ext cx="19050" cy="41275"/>
              </a:xfrm>
              <a:custGeom>
                <a:avLst/>
                <a:gdLst>
                  <a:gd name="T0" fmla="*/ 1 w 5"/>
                  <a:gd name="T1" fmla="*/ 8 h 11"/>
                  <a:gd name="T2" fmla="*/ 1 w 5"/>
                  <a:gd name="T3" fmla="*/ 7 h 11"/>
                  <a:gd name="T4" fmla="*/ 0 w 5"/>
                  <a:gd name="T5" fmla="*/ 6 h 11"/>
                  <a:gd name="T6" fmla="*/ 1 w 5"/>
                  <a:gd name="T7" fmla="*/ 4 h 11"/>
                  <a:gd name="T8" fmla="*/ 2 w 5"/>
                  <a:gd name="T9" fmla="*/ 1 h 11"/>
                  <a:gd name="T10" fmla="*/ 4 w 5"/>
                  <a:gd name="T11" fmla="*/ 0 h 11"/>
                  <a:gd name="T12" fmla="*/ 5 w 5"/>
                  <a:gd name="T13" fmla="*/ 2 h 11"/>
                  <a:gd name="T14" fmla="*/ 4 w 5"/>
                  <a:gd name="T15" fmla="*/ 6 h 11"/>
                  <a:gd name="T16" fmla="*/ 2 w 5"/>
                  <a:gd name="T17" fmla="*/ 9 h 11"/>
                  <a:gd name="T18" fmla="*/ 0 w 5"/>
                  <a:gd name="T19" fmla="*/ 11 h 11"/>
                  <a:gd name="T20" fmla="*/ 0 w 5"/>
                  <a:gd name="T21" fmla="*/ 10 h 11"/>
                  <a:gd name="T22" fmla="*/ 0 w 5"/>
                  <a:gd name="T23" fmla="*/ 9 h 11"/>
                  <a:gd name="T24" fmla="*/ 1 w 5"/>
                  <a:gd name="T25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" h="11">
                    <a:moveTo>
                      <a:pt x="1" y="8"/>
                    </a:moveTo>
                    <a:cubicBezTo>
                      <a:pt x="1" y="7"/>
                      <a:pt x="1" y="7"/>
                      <a:pt x="1" y="7"/>
                    </a:cubicBezTo>
                    <a:cubicBezTo>
                      <a:pt x="0" y="7"/>
                      <a:pt x="0" y="7"/>
                      <a:pt x="0" y="6"/>
                    </a:cubicBezTo>
                    <a:cubicBezTo>
                      <a:pt x="0" y="5"/>
                      <a:pt x="0" y="4"/>
                      <a:pt x="1" y="4"/>
                    </a:cubicBezTo>
                    <a:cubicBezTo>
                      <a:pt x="1" y="3"/>
                      <a:pt x="1" y="2"/>
                      <a:pt x="2" y="1"/>
                    </a:cubicBezTo>
                    <a:cubicBezTo>
                      <a:pt x="3" y="0"/>
                      <a:pt x="3" y="0"/>
                      <a:pt x="4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3"/>
                      <a:pt x="4" y="4"/>
                      <a:pt x="4" y="6"/>
                    </a:cubicBezTo>
                    <a:cubicBezTo>
                      <a:pt x="3" y="7"/>
                      <a:pt x="2" y="8"/>
                      <a:pt x="2" y="9"/>
                    </a:cubicBezTo>
                    <a:cubicBezTo>
                      <a:pt x="1" y="10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10"/>
                      <a:pt x="0" y="10"/>
                      <a:pt x="0" y="9"/>
                    </a:cubicBezTo>
                    <a:cubicBezTo>
                      <a:pt x="1" y="8"/>
                      <a:pt x="1" y="8"/>
                      <a:pt x="1" y="8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Freeform 43"/>
              <p:cNvSpPr>
                <a:spLocks noEditPoints="1"/>
              </p:cNvSpPr>
              <p:nvPr/>
            </p:nvSpPr>
            <p:spPr bwMode="auto">
              <a:xfrm>
                <a:off x="3480435" y="4455954"/>
                <a:ext cx="60325" cy="101600"/>
              </a:xfrm>
              <a:custGeom>
                <a:avLst/>
                <a:gdLst>
                  <a:gd name="T0" fmla="*/ 0 w 16"/>
                  <a:gd name="T1" fmla="*/ 17 h 27"/>
                  <a:gd name="T2" fmla="*/ 0 w 16"/>
                  <a:gd name="T3" fmla="*/ 16 h 27"/>
                  <a:gd name="T4" fmla="*/ 8 w 16"/>
                  <a:gd name="T5" fmla="*/ 4 h 27"/>
                  <a:gd name="T6" fmla="*/ 11 w 16"/>
                  <a:gd name="T7" fmla="*/ 0 h 27"/>
                  <a:gd name="T8" fmla="*/ 12 w 16"/>
                  <a:gd name="T9" fmla="*/ 0 h 27"/>
                  <a:gd name="T10" fmla="*/ 12 w 16"/>
                  <a:gd name="T11" fmla="*/ 1 h 27"/>
                  <a:gd name="T12" fmla="*/ 12 w 16"/>
                  <a:gd name="T13" fmla="*/ 2 h 27"/>
                  <a:gd name="T14" fmla="*/ 13 w 16"/>
                  <a:gd name="T15" fmla="*/ 4 h 27"/>
                  <a:gd name="T16" fmla="*/ 13 w 16"/>
                  <a:gd name="T17" fmla="*/ 7 h 27"/>
                  <a:gd name="T18" fmla="*/ 13 w 16"/>
                  <a:gd name="T19" fmla="*/ 9 h 27"/>
                  <a:gd name="T20" fmla="*/ 13 w 16"/>
                  <a:gd name="T21" fmla="*/ 14 h 27"/>
                  <a:gd name="T22" fmla="*/ 10 w 16"/>
                  <a:gd name="T23" fmla="*/ 17 h 27"/>
                  <a:gd name="T24" fmla="*/ 7 w 16"/>
                  <a:gd name="T25" fmla="*/ 21 h 27"/>
                  <a:gd name="T26" fmla="*/ 8 w 16"/>
                  <a:gd name="T27" fmla="*/ 21 h 27"/>
                  <a:gd name="T28" fmla="*/ 10 w 16"/>
                  <a:gd name="T29" fmla="*/ 21 h 27"/>
                  <a:gd name="T30" fmla="*/ 13 w 16"/>
                  <a:gd name="T31" fmla="*/ 19 h 27"/>
                  <a:gd name="T32" fmla="*/ 16 w 16"/>
                  <a:gd name="T33" fmla="*/ 16 h 27"/>
                  <a:gd name="T34" fmla="*/ 16 w 16"/>
                  <a:gd name="T35" fmla="*/ 18 h 27"/>
                  <a:gd name="T36" fmla="*/ 10 w 16"/>
                  <a:gd name="T37" fmla="*/ 24 h 27"/>
                  <a:gd name="T38" fmla="*/ 6 w 16"/>
                  <a:gd name="T39" fmla="*/ 27 h 27"/>
                  <a:gd name="T40" fmla="*/ 1 w 16"/>
                  <a:gd name="T41" fmla="*/ 24 h 27"/>
                  <a:gd name="T42" fmla="*/ 0 w 16"/>
                  <a:gd name="T43" fmla="*/ 21 h 27"/>
                  <a:gd name="T44" fmla="*/ 0 w 16"/>
                  <a:gd name="T45" fmla="*/ 17 h 27"/>
                  <a:gd name="T46" fmla="*/ 9 w 16"/>
                  <a:gd name="T47" fmla="*/ 12 h 27"/>
                  <a:gd name="T48" fmla="*/ 8 w 16"/>
                  <a:gd name="T49" fmla="*/ 7 h 27"/>
                  <a:gd name="T50" fmla="*/ 2 w 16"/>
                  <a:gd name="T51" fmla="*/ 16 h 27"/>
                  <a:gd name="T52" fmla="*/ 4 w 16"/>
                  <a:gd name="T53" fmla="*/ 17 h 27"/>
                  <a:gd name="T54" fmla="*/ 5 w 16"/>
                  <a:gd name="T55" fmla="*/ 20 h 27"/>
                  <a:gd name="T56" fmla="*/ 8 w 16"/>
                  <a:gd name="T57" fmla="*/ 17 h 27"/>
                  <a:gd name="T58" fmla="*/ 9 w 16"/>
                  <a:gd name="T59" fmla="*/ 13 h 27"/>
                  <a:gd name="T60" fmla="*/ 9 w 16"/>
                  <a:gd name="T61" fmla="*/ 12 h 27"/>
                  <a:gd name="T62" fmla="*/ 9 w 16"/>
                  <a:gd name="T63" fmla="*/ 1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" h="27">
                    <a:moveTo>
                      <a:pt x="0" y="17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4" y="10"/>
                      <a:pt x="7" y="6"/>
                      <a:pt x="8" y="4"/>
                    </a:cubicBezTo>
                    <a:cubicBezTo>
                      <a:pt x="9" y="1"/>
                      <a:pt x="10" y="0"/>
                      <a:pt x="11" y="0"/>
                    </a:cubicBezTo>
                    <a:cubicBezTo>
                      <a:pt x="11" y="0"/>
                      <a:pt x="12" y="0"/>
                      <a:pt x="12" y="0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2" y="1"/>
                      <a:pt x="12" y="2"/>
                    </a:cubicBezTo>
                    <a:cubicBezTo>
                      <a:pt x="12" y="2"/>
                      <a:pt x="12" y="3"/>
                      <a:pt x="13" y="4"/>
                    </a:cubicBezTo>
                    <a:cubicBezTo>
                      <a:pt x="13" y="5"/>
                      <a:pt x="13" y="6"/>
                      <a:pt x="13" y="7"/>
                    </a:cubicBezTo>
                    <a:cubicBezTo>
                      <a:pt x="13" y="8"/>
                      <a:pt x="13" y="9"/>
                      <a:pt x="13" y="9"/>
                    </a:cubicBezTo>
                    <a:cubicBezTo>
                      <a:pt x="13" y="11"/>
                      <a:pt x="13" y="12"/>
                      <a:pt x="13" y="14"/>
                    </a:cubicBezTo>
                    <a:cubicBezTo>
                      <a:pt x="12" y="15"/>
                      <a:pt x="11" y="16"/>
                      <a:pt x="10" y="17"/>
                    </a:cubicBezTo>
                    <a:cubicBezTo>
                      <a:pt x="10" y="19"/>
                      <a:pt x="8" y="20"/>
                      <a:pt x="7" y="21"/>
                    </a:cubicBezTo>
                    <a:cubicBezTo>
                      <a:pt x="7" y="21"/>
                      <a:pt x="8" y="21"/>
                      <a:pt x="8" y="21"/>
                    </a:cubicBezTo>
                    <a:cubicBezTo>
                      <a:pt x="9" y="21"/>
                      <a:pt x="10" y="21"/>
                      <a:pt x="10" y="21"/>
                    </a:cubicBezTo>
                    <a:cubicBezTo>
                      <a:pt x="11" y="20"/>
                      <a:pt x="12" y="20"/>
                      <a:pt x="13" y="19"/>
                    </a:cubicBezTo>
                    <a:cubicBezTo>
                      <a:pt x="14" y="18"/>
                      <a:pt x="15" y="17"/>
                      <a:pt x="16" y="16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21"/>
                      <a:pt x="12" y="23"/>
                      <a:pt x="10" y="24"/>
                    </a:cubicBezTo>
                    <a:cubicBezTo>
                      <a:pt x="8" y="26"/>
                      <a:pt x="7" y="27"/>
                      <a:pt x="6" y="27"/>
                    </a:cubicBezTo>
                    <a:cubicBezTo>
                      <a:pt x="4" y="27"/>
                      <a:pt x="3" y="26"/>
                      <a:pt x="1" y="24"/>
                    </a:cubicBezTo>
                    <a:cubicBezTo>
                      <a:pt x="1" y="23"/>
                      <a:pt x="0" y="22"/>
                      <a:pt x="0" y="21"/>
                    </a:cubicBezTo>
                    <a:cubicBezTo>
                      <a:pt x="0" y="20"/>
                      <a:pt x="0" y="19"/>
                      <a:pt x="0" y="17"/>
                    </a:cubicBezTo>
                    <a:close/>
                    <a:moveTo>
                      <a:pt x="9" y="12"/>
                    </a:moveTo>
                    <a:cubicBezTo>
                      <a:pt x="8" y="7"/>
                      <a:pt x="8" y="7"/>
                      <a:pt x="8" y="7"/>
                    </a:cubicBezTo>
                    <a:cubicBezTo>
                      <a:pt x="7" y="9"/>
                      <a:pt x="5" y="12"/>
                      <a:pt x="2" y="16"/>
                    </a:cubicBezTo>
                    <a:cubicBezTo>
                      <a:pt x="3" y="16"/>
                      <a:pt x="3" y="17"/>
                      <a:pt x="4" y="17"/>
                    </a:cubicBezTo>
                    <a:cubicBezTo>
                      <a:pt x="4" y="18"/>
                      <a:pt x="5" y="19"/>
                      <a:pt x="5" y="20"/>
                    </a:cubicBezTo>
                    <a:cubicBezTo>
                      <a:pt x="7" y="19"/>
                      <a:pt x="7" y="18"/>
                      <a:pt x="8" y="17"/>
                    </a:cubicBezTo>
                    <a:cubicBezTo>
                      <a:pt x="9" y="16"/>
                      <a:pt x="9" y="15"/>
                      <a:pt x="9" y="13"/>
                    </a:cubicBezTo>
                    <a:cubicBezTo>
                      <a:pt x="9" y="13"/>
                      <a:pt x="9" y="13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Freeform 44"/>
              <p:cNvSpPr>
                <a:spLocks/>
              </p:cNvSpPr>
              <p:nvPr/>
            </p:nvSpPr>
            <p:spPr bwMode="auto">
              <a:xfrm>
                <a:off x="3593148" y="4428966"/>
                <a:ext cx="60325" cy="131763"/>
              </a:xfrm>
              <a:custGeom>
                <a:avLst/>
                <a:gdLst>
                  <a:gd name="T0" fmla="*/ 9 w 16"/>
                  <a:gd name="T1" fmla="*/ 6 h 35"/>
                  <a:gd name="T2" fmla="*/ 10 w 16"/>
                  <a:gd name="T3" fmla="*/ 6 h 35"/>
                  <a:gd name="T4" fmla="*/ 12 w 16"/>
                  <a:gd name="T5" fmla="*/ 1 h 35"/>
                  <a:gd name="T6" fmla="*/ 15 w 16"/>
                  <a:gd name="T7" fmla="*/ 0 h 35"/>
                  <a:gd name="T8" fmla="*/ 16 w 16"/>
                  <a:gd name="T9" fmla="*/ 1 h 35"/>
                  <a:gd name="T10" fmla="*/ 15 w 16"/>
                  <a:gd name="T11" fmla="*/ 3 h 35"/>
                  <a:gd name="T12" fmla="*/ 13 w 16"/>
                  <a:gd name="T13" fmla="*/ 6 h 35"/>
                  <a:gd name="T14" fmla="*/ 15 w 16"/>
                  <a:gd name="T15" fmla="*/ 6 h 35"/>
                  <a:gd name="T16" fmla="*/ 16 w 16"/>
                  <a:gd name="T17" fmla="*/ 6 h 35"/>
                  <a:gd name="T18" fmla="*/ 12 w 16"/>
                  <a:gd name="T19" fmla="*/ 14 h 35"/>
                  <a:gd name="T20" fmla="*/ 11 w 16"/>
                  <a:gd name="T21" fmla="*/ 14 h 35"/>
                  <a:gd name="T22" fmla="*/ 10 w 16"/>
                  <a:gd name="T23" fmla="*/ 13 h 35"/>
                  <a:gd name="T24" fmla="*/ 9 w 16"/>
                  <a:gd name="T25" fmla="*/ 13 h 35"/>
                  <a:gd name="T26" fmla="*/ 7 w 16"/>
                  <a:gd name="T27" fmla="*/ 18 h 35"/>
                  <a:gd name="T28" fmla="*/ 5 w 16"/>
                  <a:gd name="T29" fmla="*/ 23 h 35"/>
                  <a:gd name="T30" fmla="*/ 5 w 16"/>
                  <a:gd name="T31" fmla="*/ 26 h 35"/>
                  <a:gd name="T32" fmla="*/ 6 w 16"/>
                  <a:gd name="T33" fmla="*/ 28 h 35"/>
                  <a:gd name="T34" fmla="*/ 9 w 16"/>
                  <a:gd name="T35" fmla="*/ 27 h 35"/>
                  <a:gd name="T36" fmla="*/ 13 w 16"/>
                  <a:gd name="T37" fmla="*/ 23 h 35"/>
                  <a:gd name="T38" fmla="*/ 13 w 16"/>
                  <a:gd name="T39" fmla="*/ 25 h 35"/>
                  <a:gd name="T40" fmla="*/ 3 w 16"/>
                  <a:gd name="T41" fmla="*/ 35 h 35"/>
                  <a:gd name="T42" fmla="*/ 1 w 16"/>
                  <a:gd name="T43" fmla="*/ 34 h 35"/>
                  <a:gd name="T44" fmla="*/ 0 w 16"/>
                  <a:gd name="T45" fmla="*/ 31 h 35"/>
                  <a:gd name="T46" fmla="*/ 1 w 16"/>
                  <a:gd name="T47" fmla="*/ 28 h 35"/>
                  <a:gd name="T48" fmla="*/ 2 w 16"/>
                  <a:gd name="T49" fmla="*/ 23 h 35"/>
                  <a:gd name="T50" fmla="*/ 1 w 16"/>
                  <a:gd name="T51" fmla="*/ 24 h 35"/>
                  <a:gd name="T52" fmla="*/ 1 w 16"/>
                  <a:gd name="T53" fmla="*/ 24 h 35"/>
                  <a:gd name="T54" fmla="*/ 0 w 16"/>
                  <a:gd name="T55" fmla="*/ 25 h 35"/>
                  <a:gd name="T56" fmla="*/ 0 w 16"/>
                  <a:gd name="T57" fmla="*/ 26 h 35"/>
                  <a:gd name="T58" fmla="*/ 0 w 16"/>
                  <a:gd name="T59" fmla="*/ 23 h 35"/>
                  <a:gd name="T60" fmla="*/ 6 w 16"/>
                  <a:gd name="T61" fmla="*/ 13 h 35"/>
                  <a:gd name="T62" fmla="*/ 5 w 16"/>
                  <a:gd name="T63" fmla="*/ 13 h 35"/>
                  <a:gd name="T64" fmla="*/ 5 w 16"/>
                  <a:gd name="T65" fmla="*/ 13 h 35"/>
                  <a:gd name="T66" fmla="*/ 2 w 16"/>
                  <a:gd name="T67" fmla="*/ 13 h 35"/>
                  <a:gd name="T68" fmla="*/ 2 w 16"/>
                  <a:gd name="T69" fmla="*/ 14 h 35"/>
                  <a:gd name="T70" fmla="*/ 1 w 16"/>
                  <a:gd name="T71" fmla="*/ 14 h 35"/>
                  <a:gd name="T72" fmla="*/ 1 w 16"/>
                  <a:gd name="T73" fmla="*/ 13 h 35"/>
                  <a:gd name="T74" fmla="*/ 2 w 16"/>
                  <a:gd name="T75" fmla="*/ 10 h 35"/>
                  <a:gd name="T76" fmla="*/ 4 w 16"/>
                  <a:gd name="T77" fmla="*/ 7 h 35"/>
                  <a:gd name="T78" fmla="*/ 6 w 16"/>
                  <a:gd name="T79" fmla="*/ 6 h 35"/>
                  <a:gd name="T80" fmla="*/ 9 w 16"/>
                  <a:gd name="T81" fmla="*/ 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6" h="35">
                    <a:moveTo>
                      <a:pt x="9" y="6"/>
                    </a:moveTo>
                    <a:cubicBezTo>
                      <a:pt x="10" y="6"/>
                      <a:pt x="10" y="6"/>
                      <a:pt x="10" y="6"/>
                    </a:cubicBezTo>
                    <a:cubicBezTo>
                      <a:pt x="11" y="4"/>
                      <a:pt x="11" y="2"/>
                      <a:pt x="12" y="1"/>
                    </a:cubicBezTo>
                    <a:cubicBezTo>
                      <a:pt x="13" y="1"/>
                      <a:pt x="14" y="0"/>
                      <a:pt x="15" y="0"/>
                    </a:cubicBezTo>
                    <a:cubicBezTo>
                      <a:pt x="16" y="0"/>
                      <a:pt x="16" y="0"/>
                      <a:pt x="16" y="1"/>
                    </a:cubicBezTo>
                    <a:cubicBezTo>
                      <a:pt x="16" y="1"/>
                      <a:pt x="16" y="2"/>
                      <a:pt x="15" y="3"/>
                    </a:cubicBezTo>
                    <a:cubicBezTo>
                      <a:pt x="14" y="4"/>
                      <a:pt x="14" y="5"/>
                      <a:pt x="13" y="6"/>
                    </a:cubicBezTo>
                    <a:cubicBezTo>
                      <a:pt x="14" y="6"/>
                      <a:pt x="14" y="6"/>
                      <a:pt x="15" y="6"/>
                    </a:cubicBezTo>
                    <a:cubicBezTo>
                      <a:pt x="15" y="6"/>
                      <a:pt x="16" y="6"/>
                      <a:pt x="16" y="6"/>
                    </a:cubicBezTo>
                    <a:cubicBezTo>
                      <a:pt x="15" y="9"/>
                      <a:pt x="14" y="11"/>
                      <a:pt x="12" y="14"/>
                    </a:cubicBezTo>
                    <a:cubicBezTo>
                      <a:pt x="12" y="14"/>
                      <a:pt x="11" y="14"/>
                      <a:pt x="11" y="14"/>
                    </a:cubicBezTo>
                    <a:cubicBezTo>
                      <a:pt x="11" y="13"/>
                      <a:pt x="11" y="13"/>
                      <a:pt x="10" y="13"/>
                    </a:cubicBezTo>
                    <a:cubicBezTo>
                      <a:pt x="10" y="13"/>
                      <a:pt x="9" y="13"/>
                      <a:pt x="9" y="13"/>
                    </a:cubicBezTo>
                    <a:cubicBezTo>
                      <a:pt x="8" y="15"/>
                      <a:pt x="7" y="17"/>
                      <a:pt x="7" y="18"/>
                    </a:cubicBezTo>
                    <a:cubicBezTo>
                      <a:pt x="6" y="20"/>
                      <a:pt x="6" y="21"/>
                      <a:pt x="5" y="23"/>
                    </a:cubicBezTo>
                    <a:cubicBezTo>
                      <a:pt x="5" y="24"/>
                      <a:pt x="5" y="25"/>
                      <a:pt x="5" y="26"/>
                    </a:cubicBezTo>
                    <a:cubicBezTo>
                      <a:pt x="5" y="28"/>
                      <a:pt x="5" y="28"/>
                      <a:pt x="6" y="28"/>
                    </a:cubicBezTo>
                    <a:cubicBezTo>
                      <a:pt x="7" y="28"/>
                      <a:pt x="8" y="28"/>
                      <a:pt x="9" y="27"/>
                    </a:cubicBezTo>
                    <a:cubicBezTo>
                      <a:pt x="10" y="26"/>
                      <a:pt x="11" y="25"/>
                      <a:pt x="13" y="23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8" y="32"/>
                      <a:pt x="5" y="35"/>
                      <a:pt x="3" y="35"/>
                    </a:cubicBezTo>
                    <a:cubicBezTo>
                      <a:pt x="2" y="35"/>
                      <a:pt x="1" y="34"/>
                      <a:pt x="1" y="34"/>
                    </a:cubicBezTo>
                    <a:cubicBezTo>
                      <a:pt x="1" y="33"/>
                      <a:pt x="0" y="32"/>
                      <a:pt x="0" y="31"/>
                    </a:cubicBezTo>
                    <a:cubicBezTo>
                      <a:pt x="0" y="30"/>
                      <a:pt x="0" y="29"/>
                      <a:pt x="1" y="28"/>
                    </a:cubicBezTo>
                    <a:cubicBezTo>
                      <a:pt x="1" y="27"/>
                      <a:pt x="1" y="25"/>
                      <a:pt x="2" y="23"/>
                    </a:cubicBezTo>
                    <a:cubicBezTo>
                      <a:pt x="2" y="23"/>
                      <a:pt x="2" y="23"/>
                      <a:pt x="1" y="24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1" y="24"/>
                      <a:pt x="1" y="25"/>
                      <a:pt x="0" y="25"/>
                    </a:cubicBezTo>
                    <a:cubicBezTo>
                      <a:pt x="0" y="25"/>
                      <a:pt x="0" y="25"/>
                      <a:pt x="0" y="26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" y="21"/>
                      <a:pt x="4" y="18"/>
                      <a:pt x="6" y="13"/>
                    </a:cubicBezTo>
                    <a:cubicBezTo>
                      <a:pt x="6" y="13"/>
                      <a:pt x="6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3" y="13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2" y="14"/>
                      <a:pt x="2" y="14"/>
                      <a:pt x="1" y="14"/>
                    </a:cubicBezTo>
                    <a:cubicBezTo>
                      <a:pt x="1" y="14"/>
                      <a:pt x="1" y="14"/>
                      <a:pt x="1" y="13"/>
                    </a:cubicBezTo>
                    <a:cubicBezTo>
                      <a:pt x="1" y="13"/>
                      <a:pt x="2" y="12"/>
                      <a:pt x="2" y="10"/>
                    </a:cubicBezTo>
                    <a:cubicBezTo>
                      <a:pt x="3" y="9"/>
                      <a:pt x="3" y="8"/>
                      <a:pt x="4" y="7"/>
                    </a:cubicBezTo>
                    <a:cubicBezTo>
                      <a:pt x="4" y="7"/>
                      <a:pt x="5" y="6"/>
                      <a:pt x="6" y="6"/>
                    </a:cubicBezTo>
                    <a:cubicBezTo>
                      <a:pt x="6" y="6"/>
                      <a:pt x="7" y="6"/>
                      <a:pt x="9" y="6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Freeform 45"/>
              <p:cNvSpPr>
                <a:spLocks/>
              </p:cNvSpPr>
              <p:nvPr/>
            </p:nvSpPr>
            <p:spPr bwMode="auto">
              <a:xfrm>
                <a:off x="3642360" y="4462304"/>
                <a:ext cx="55563" cy="90488"/>
              </a:xfrm>
              <a:custGeom>
                <a:avLst/>
                <a:gdLst>
                  <a:gd name="T0" fmla="*/ 0 w 15"/>
                  <a:gd name="T1" fmla="*/ 17 h 24"/>
                  <a:gd name="T2" fmla="*/ 0 w 15"/>
                  <a:gd name="T3" fmla="*/ 14 h 24"/>
                  <a:gd name="T4" fmla="*/ 2 w 15"/>
                  <a:gd name="T5" fmla="*/ 11 h 24"/>
                  <a:gd name="T6" fmla="*/ 0 w 15"/>
                  <a:gd name="T7" fmla="*/ 10 h 24"/>
                  <a:gd name="T8" fmla="*/ 0 w 15"/>
                  <a:gd name="T9" fmla="*/ 8 h 24"/>
                  <a:gd name="T10" fmla="*/ 1 w 15"/>
                  <a:gd name="T11" fmla="*/ 5 h 24"/>
                  <a:gd name="T12" fmla="*/ 3 w 15"/>
                  <a:gd name="T13" fmla="*/ 2 h 24"/>
                  <a:gd name="T14" fmla="*/ 5 w 15"/>
                  <a:gd name="T15" fmla="*/ 0 h 24"/>
                  <a:gd name="T16" fmla="*/ 5 w 15"/>
                  <a:gd name="T17" fmla="*/ 0 h 24"/>
                  <a:gd name="T18" fmla="*/ 6 w 15"/>
                  <a:gd name="T19" fmla="*/ 0 h 24"/>
                  <a:gd name="T20" fmla="*/ 5 w 15"/>
                  <a:gd name="T21" fmla="*/ 3 h 24"/>
                  <a:gd name="T22" fmla="*/ 12 w 15"/>
                  <a:gd name="T23" fmla="*/ 2 h 24"/>
                  <a:gd name="T24" fmla="*/ 12 w 15"/>
                  <a:gd name="T25" fmla="*/ 2 h 24"/>
                  <a:gd name="T26" fmla="*/ 13 w 15"/>
                  <a:gd name="T27" fmla="*/ 3 h 24"/>
                  <a:gd name="T28" fmla="*/ 13 w 15"/>
                  <a:gd name="T29" fmla="*/ 5 h 24"/>
                  <a:gd name="T30" fmla="*/ 13 w 15"/>
                  <a:gd name="T31" fmla="*/ 7 h 24"/>
                  <a:gd name="T32" fmla="*/ 11 w 15"/>
                  <a:gd name="T33" fmla="*/ 9 h 24"/>
                  <a:gd name="T34" fmla="*/ 9 w 15"/>
                  <a:gd name="T35" fmla="*/ 13 h 24"/>
                  <a:gd name="T36" fmla="*/ 8 w 15"/>
                  <a:gd name="T37" fmla="*/ 17 h 24"/>
                  <a:gd name="T38" fmla="*/ 9 w 15"/>
                  <a:gd name="T39" fmla="*/ 18 h 24"/>
                  <a:gd name="T40" fmla="*/ 15 w 15"/>
                  <a:gd name="T41" fmla="*/ 14 h 24"/>
                  <a:gd name="T42" fmla="*/ 15 w 15"/>
                  <a:gd name="T43" fmla="*/ 16 h 24"/>
                  <a:gd name="T44" fmla="*/ 11 w 15"/>
                  <a:gd name="T45" fmla="*/ 21 h 24"/>
                  <a:gd name="T46" fmla="*/ 9 w 15"/>
                  <a:gd name="T47" fmla="*/ 23 h 24"/>
                  <a:gd name="T48" fmla="*/ 7 w 15"/>
                  <a:gd name="T49" fmla="*/ 24 h 24"/>
                  <a:gd name="T50" fmla="*/ 5 w 15"/>
                  <a:gd name="T51" fmla="*/ 23 h 24"/>
                  <a:gd name="T52" fmla="*/ 4 w 15"/>
                  <a:gd name="T53" fmla="*/ 19 h 24"/>
                  <a:gd name="T54" fmla="*/ 5 w 15"/>
                  <a:gd name="T55" fmla="*/ 16 h 24"/>
                  <a:gd name="T56" fmla="*/ 7 w 15"/>
                  <a:gd name="T57" fmla="*/ 12 h 24"/>
                  <a:gd name="T58" fmla="*/ 9 w 15"/>
                  <a:gd name="T59" fmla="*/ 8 h 24"/>
                  <a:gd name="T60" fmla="*/ 7 w 15"/>
                  <a:gd name="T61" fmla="*/ 8 h 24"/>
                  <a:gd name="T62" fmla="*/ 6 w 15"/>
                  <a:gd name="T63" fmla="*/ 9 h 24"/>
                  <a:gd name="T64" fmla="*/ 4 w 15"/>
                  <a:gd name="T65" fmla="*/ 9 h 24"/>
                  <a:gd name="T66" fmla="*/ 0 w 15"/>
                  <a:gd name="T67" fmla="*/ 1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" h="24">
                    <a:moveTo>
                      <a:pt x="0" y="17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3"/>
                      <a:pt x="1" y="12"/>
                      <a:pt x="2" y="11"/>
                    </a:cubicBezTo>
                    <a:cubicBezTo>
                      <a:pt x="1" y="11"/>
                      <a:pt x="1" y="10"/>
                      <a:pt x="0" y="10"/>
                    </a:cubicBezTo>
                    <a:cubicBezTo>
                      <a:pt x="0" y="10"/>
                      <a:pt x="0" y="9"/>
                      <a:pt x="0" y="8"/>
                    </a:cubicBezTo>
                    <a:cubicBezTo>
                      <a:pt x="0" y="8"/>
                      <a:pt x="0" y="7"/>
                      <a:pt x="1" y="5"/>
                    </a:cubicBezTo>
                    <a:cubicBezTo>
                      <a:pt x="1" y="4"/>
                      <a:pt x="2" y="3"/>
                      <a:pt x="3" y="2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1"/>
                      <a:pt x="6" y="1"/>
                      <a:pt x="5" y="3"/>
                    </a:cubicBezTo>
                    <a:cubicBezTo>
                      <a:pt x="8" y="2"/>
                      <a:pt x="11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2"/>
                      <a:pt x="13" y="3"/>
                    </a:cubicBezTo>
                    <a:cubicBezTo>
                      <a:pt x="13" y="4"/>
                      <a:pt x="13" y="5"/>
                      <a:pt x="13" y="5"/>
                    </a:cubicBezTo>
                    <a:cubicBezTo>
                      <a:pt x="13" y="6"/>
                      <a:pt x="13" y="6"/>
                      <a:pt x="13" y="7"/>
                    </a:cubicBezTo>
                    <a:cubicBezTo>
                      <a:pt x="12" y="7"/>
                      <a:pt x="12" y="8"/>
                      <a:pt x="11" y="9"/>
                    </a:cubicBezTo>
                    <a:cubicBezTo>
                      <a:pt x="10" y="10"/>
                      <a:pt x="10" y="12"/>
                      <a:pt x="9" y="13"/>
                    </a:cubicBezTo>
                    <a:cubicBezTo>
                      <a:pt x="8" y="15"/>
                      <a:pt x="8" y="16"/>
                      <a:pt x="8" y="17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1" y="18"/>
                      <a:pt x="12" y="17"/>
                      <a:pt x="15" y="14"/>
                    </a:cubicBezTo>
                    <a:cubicBezTo>
                      <a:pt x="15" y="16"/>
                      <a:pt x="15" y="16"/>
                      <a:pt x="15" y="16"/>
                    </a:cubicBezTo>
                    <a:cubicBezTo>
                      <a:pt x="13" y="18"/>
                      <a:pt x="12" y="20"/>
                      <a:pt x="11" y="21"/>
                    </a:cubicBezTo>
                    <a:cubicBezTo>
                      <a:pt x="10" y="22"/>
                      <a:pt x="10" y="23"/>
                      <a:pt x="9" y="23"/>
                    </a:cubicBezTo>
                    <a:cubicBezTo>
                      <a:pt x="8" y="24"/>
                      <a:pt x="7" y="24"/>
                      <a:pt x="7" y="24"/>
                    </a:cubicBezTo>
                    <a:cubicBezTo>
                      <a:pt x="6" y="24"/>
                      <a:pt x="6" y="24"/>
                      <a:pt x="5" y="23"/>
                    </a:cubicBezTo>
                    <a:cubicBezTo>
                      <a:pt x="5" y="22"/>
                      <a:pt x="4" y="21"/>
                      <a:pt x="4" y="19"/>
                    </a:cubicBezTo>
                    <a:cubicBezTo>
                      <a:pt x="4" y="18"/>
                      <a:pt x="5" y="17"/>
                      <a:pt x="5" y="16"/>
                    </a:cubicBezTo>
                    <a:cubicBezTo>
                      <a:pt x="5" y="15"/>
                      <a:pt x="6" y="14"/>
                      <a:pt x="7" y="12"/>
                    </a:cubicBezTo>
                    <a:cubicBezTo>
                      <a:pt x="7" y="11"/>
                      <a:pt x="8" y="9"/>
                      <a:pt x="9" y="8"/>
                    </a:cubicBezTo>
                    <a:cubicBezTo>
                      <a:pt x="8" y="8"/>
                      <a:pt x="8" y="8"/>
                      <a:pt x="7" y="8"/>
                    </a:cubicBezTo>
                    <a:cubicBezTo>
                      <a:pt x="7" y="8"/>
                      <a:pt x="6" y="9"/>
                      <a:pt x="6" y="9"/>
                    </a:cubicBezTo>
                    <a:cubicBezTo>
                      <a:pt x="5" y="9"/>
                      <a:pt x="4" y="9"/>
                      <a:pt x="4" y="9"/>
                    </a:cubicBezTo>
                    <a:cubicBezTo>
                      <a:pt x="3" y="12"/>
                      <a:pt x="1" y="14"/>
                      <a:pt x="0" y="17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Freeform 46"/>
              <p:cNvSpPr>
                <a:spLocks noEditPoints="1"/>
              </p:cNvSpPr>
              <p:nvPr/>
            </p:nvSpPr>
            <p:spPr bwMode="auto">
              <a:xfrm>
                <a:off x="3694748" y="4459129"/>
                <a:ext cx="82550" cy="98425"/>
              </a:xfrm>
              <a:custGeom>
                <a:avLst/>
                <a:gdLst>
                  <a:gd name="T0" fmla="*/ 4 w 22"/>
                  <a:gd name="T1" fmla="*/ 9 h 26"/>
                  <a:gd name="T2" fmla="*/ 11 w 22"/>
                  <a:gd name="T3" fmla="*/ 2 h 26"/>
                  <a:gd name="T4" fmla="*/ 17 w 22"/>
                  <a:gd name="T5" fmla="*/ 0 h 26"/>
                  <a:gd name="T6" fmla="*/ 17 w 22"/>
                  <a:gd name="T7" fmla="*/ 1 h 26"/>
                  <a:gd name="T8" fmla="*/ 18 w 22"/>
                  <a:gd name="T9" fmla="*/ 2 h 26"/>
                  <a:gd name="T10" fmla="*/ 18 w 22"/>
                  <a:gd name="T11" fmla="*/ 3 h 26"/>
                  <a:gd name="T12" fmla="*/ 18 w 22"/>
                  <a:gd name="T13" fmla="*/ 4 h 26"/>
                  <a:gd name="T14" fmla="*/ 17 w 22"/>
                  <a:gd name="T15" fmla="*/ 5 h 26"/>
                  <a:gd name="T16" fmla="*/ 17 w 22"/>
                  <a:gd name="T17" fmla="*/ 6 h 26"/>
                  <a:gd name="T18" fmla="*/ 18 w 22"/>
                  <a:gd name="T19" fmla="*/ 7 h 26"/>
                  <a:gd name="T20" fmla="*/ 18 w 22"/>
                  <a:gd name="T21" fmla="*/ 8 h 26"/>
                  <a:gd name="T22" fmla="*/ 17 w 22"/>
                  <a:gd name="T23" fmla="*/ 11 h 26"/>
                  <a:gd name="T24" fmla="*/ 15 w 22"/>
                  <a:gd name="T25" fmla="*/ 14 h 26"/>
                  <a:gd name="T26" fmla="*/ 15 w 22"/>
                  <a:gd name="T27" fmla="*/ 17 h 26"/>
                  <a:gd name="T28" fmla="*/ 16 w 22"/>
                  <a:gd name="T29" fmla="*/ 19 h 26"/>
                  <a:gd name="T30" fmla="*/ 22 w 22"/>
                  <a:gd name="T31" fmla="*/ 15 h 26"/>
                  <a:gd name="T32" fmla="*/ 22 w 22"/>
                  <a:gd name="T33" fmla="*/ 17 h 26"/>
                  <a:gd name="T34" fmla="*/ 13 w 22"/>
                  <a:gd name="T35" fmla="*/ 26 h 26"/>
                  <a:gd name="T36" fmla="*/ 11 w 22"/>
                  <a:gd name="T37" fmla="*/ 26 h 26"/>
                  <a:gd name="T38" fmla="*/ 11 w 22"/>
                  <a:gd name="T39" fmla="*/ 23 h 26"/>
                  <a:gd name="T40" fmla="*/ 12 w 22"/>
                  <a:gd name="T41" fmla="*/ 16 h 26"/>
                  <a:gd name="T42" fmla="*/ 7 w 22"/>
                  <a:gd name="T43" fmla="*/ 23 h 26"/>
                  <a:gd name="T44" fmla="*/ 4 w 22"/>
                  <a:gd name="T45" fmla="*/ 25 h 26"/>
                  <a:gd name="T46" fmla="*/ 3 w 22"/>
                  <a:gd name="T47" fmla="*/ 24 h 26"/>
                  <a:gd name="T48" fmla="*/ 1 w 22"/>
                  <a:gd name="T49" fmla="*/ 21 h 26"/>
                  <a:gd name="T50" fmla="*/ 0 w 22"/>
                  <a:gd name="T51" fmla="*/ 17 h 26"/>
                  <a:gd name="T52" fmla="*/ 1 w 22"/>
                  <a:gd name="T53" fmla="*/ 14 h 26"/>
                  <a:gd name="T54" fmla="*/ 2 w 22"/>
                  <a:gd name="T55" fmla="*/ 12 h 26"/>
                  <a:gd name="T56" fmla="*/ 4 w 22"/>
                  <a:gd name="T57" fmla="*/ 9 h 26"/>
                  <a:gd name="T58" fmla="*/ 16 w 22"/>
                  <a:gd name="T59" fmla="*/ 6 h 26"/>
                  <a:gd name="T60" fmla="*/ 6 w 22"/>
                  <a:gd name="T61" fmla="*/ 12 h 26"/>
                  <a:gd name="T62" fmla="*/ 4 w 22"/>
                  <a:gd name="T63" fmla="*/ 18 h 26"/>
                  <a:gd name="T64" fmla="*/ 4 w 22"/>
                  <a:gd name="T65" fmla="*/ 20 h 26"/>
                  <a:gd name="T66" fmla="*/ 5 w 22"/>
                  <a:gd name="T67" fmla="*/ 20 h 26"/>
                  <a:gd name="T68" fmla="*/ 6 w 22"/>
                  <a:gd name="T69" fmla="*/ 20 h 26"/>
                  <a:gd name="T70" fmla="*/ 10 w 22"/>
                  <a:gd name="T71" fmla="*/ 14 h 26"/>
                  <a:gd name="T72" fmla="*/ 16 w 22"/>
                  <a:gd name="T73" fmla="*/ 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2" h="26">
                    <a:moveTo>
                      <a:pt x="4" y="9"/>
                    </a:moveTo>
                    <a:cubicBezTo>
                      <a:pt x="6" y="6"/>
                      <a:pt x="9" y="4"/>
                      <a:pt x="11" y="2"/>
                    </a:cubicBezTo>
                    <a:cubicBezTo>
                      <a:pt x="13" y="1"/>
                      <a:pt x="15" y="0"/>
                      <a:pt x="17" y="0"/>
                    </a:cubicBezTo>
                    <a:cubicBezTo>
                      <a:pt x="17" y="0"/>
                      <a:pt x="17" y="0"/>
                      <a:pt x="17" y="1"/>
                    </a:cubicBezTo>
                    <a:cubicBezTo>
                      <a:pt x="18" y="1"/>
                      <a:pt x="18" y="2"/>
                      <a:pt x="18" y="2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17" y="4"/>
                      <a:pt x="17" y="5"/>
                    </a:cubicBezTo>
                    <a:cubicBezTo>
                      <a:pt x="17" y="5"/>
                      <a:pt x="17" y="6"/>
                      <a:pt x="17" y="6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8" y="9"/>
                      <a:pt x="17" y="10"/>
                      <a:pt x="17" y="11"/>
                    </a:cubicBezTo>
                    <a:cubicBezTo>
                      <a:pt x="16" y="13"/>
                      <a:pt x="15" y="14"/>
                      <a:pt x="15" y="14"/>
                    </a:cubicBezTo>
                    <a:cubicBezTo>
                      <a:pt x="15" y="15"/>
                      <a:pt x="15" y="16"/>
                      <a:pt x="15" y="17"/>
                    </a:cubicBezTo>
                    <a:cubicBezTo>
                      <a:pt x="15" y="19"/>
                      <a:pt x="15" y="19"/>
                      <a:pt x="16" y="19"/>
                    </a:cubicBezTo>
                    <a:cubicBezTo>
                      <a:pt x="17" y="19"/>
                      <a:pt x="19" y="18"/>
                      <a:pt x="22" y="15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17" y="23"/>
                      <a:pt x="14" y="26"/>
                      <a:pt x="13" y="26"/>
                    </a:cubicBezTo>
                    <a:cubicBezTo>
                      <a:pt x="12" y="26"/>
                      <a:pt x="12" y="26"/>
                      <a:pt x="11" y="26"/>
                    </a:cubicBezTo>
                    <a:cubicBezTo>
                      <a:pt x="11" y="25"/>
                      <a:pt x="11" y="24"/>
                      <a:pt x="11" y="23"/>
                    </a:cubicBezTo>
                    <a:cubicBezTo>
                      <a:pt x="11" y="21"/>
                      <a:pt x="11" y="19"/>
                      <a:pt x="12" y="16"/>
                    </a:cubicBezTo>
                    <a:cubicBezTo>
                      <a:pt x="10" y="19"/>
                      <a:pt x="8" y="22"/>
                      <a:pt x="7" y="23"/>
                    </a:cubicBezTo>
                    <a:cubicBezTo>
                      <a:pt x="6" y="25"/>
                      <a:pt x="5" y="25"/>
                      <a:pt x="4" y="25"/>
                    </a:cubicBezTo>
                    <a:cubicBezTo>
                      <a:pt x="4" y="25"/>
                      <a:pt x="3" y="25"/>
                      <a:pt x="3" y="24"/>
                    </a:cubicBezTo>
                    <a:cubicBezTo>
                      <a:pt x="2" y="23"/>
                      <a:pt x="2" y="22"/>
                      <a:pt x="1" y="21"/>
                    </a:cubicBezTo>
                    <a:cubicBezTo>
                      <a:pt x="1" y="20"/>
                      <a:pt x="0" y="18"/>
                      <a:pt x="0" y="17"/>
                    </a:cubicBezTo>
                    <a:cubicBezTo>
                      <a:pt x="0" y="16"/>
                      <a:pt x="1" y="15"/>
                      <a:pt x="1" y="14"/>
                    </a:cubicBezTo>
                    <a:cubicBezTo>
                      <a:pt x="1" y="13"/>
                      <a:pt x="1" y="13"/>
                      <a:pt x="2" y="12"/>
                    </a:cubicBezTo>
                    <a:cubicBezTo>
                      <a:pt x="2" y="11"/>
                      <a:pt x="3" y="10"/>
                      <a:pt x="4" y="9"/>
                    </a:cubicBezTo>
                    <a:close/>
                    <a:moveTo>
                      <a:pt x="16" y="6"/>
                    </a:moveTo>
                    <a:cubicBezTo>
                      <a:pt x="11" y="8"/>
                      <a:pt x="8" y="10"/>
                      <a:pt x="6" y="12"/>
                    </a:cubicBezTo>
                    <a:cubicBezTo>
                      <a:pt x="4" y="14"/>
                      <a:pt x="4" y="16"/>
                      <a:pt x="4" y="18"/>
                    </a:cubicBezTo>
                    <a:cubicBezTo>
                      <a:pt x="4" y="19"/>
                      <a:pt x="4" y="19"/>
                      <a:pt x="4" y="20"/>
                    </a:cubicBezTo>
                    <a:cubicBezTo>
                      <a:pt x="4" y="20"/>
                      <a:pt x="4" y="20"/>
                      <a:pt x="5" y="20"/>
                    </a:cubicBezTo>
                    <a:cubicBezTo>
                      <a:pt x="5" y="20"/>
                      <a:pt x="5" y="20"/>
                      <a:pt x="6" y="20"/>
                    </a:cubicBezTo>
                    <a:cubicBezTo>
                      <a:pt x="7" y="18"/>
                      <a:pt x="9" y="17"/>
                      <a:pt x="10" y="14"/>
                    </a:cubicBezTo>
                    <a:cubicBezTo>
                      <a:pt x="12" y="12"/>
                      <a:pt x="14" y="9"/>
                      <a:pt x="16" y="6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Freeform 47"/>
              <p:cNvSpPr>
                <a:spLocks/>
              </p:cNvSpPr>
              <p:nvPr/>
            </p:nvSpPr>
            <p:spPr bwMode="auto">
              <a:xfrm>
                <a:off x="3774123" y="4470241"/>
                <a:ext cx="63500" cy="87313"/>
              </a:xfrm>
              <a:custGeom>
                <a:avLst/>
                <a:gdLst>
                  <a:gd name="T0" fmla="*/ 4 w 17"/>
                  <a:gd name="T1" fmla="*/ 12 h 23"/>
                  <a:gd name="T2" fmla="*/ 3 w 17"/>
                  <a:gd name="T3" fmla="*/ 15 h 23"/>
                  <a:gd name="T4" fmla="*/ 3 w 17"/>
                  <a:gd name="T5" fmla="*/ 16 h 23"/>
                  <a:gd name="T6" fmla="*/ 4 w 17"/>
                  <a:gd name="T7" fmla="*/ 18 h 23"/>
                  <a:gd name="T8" fmla="*/ 10 w 17"/>
                  <a:gd name="T9" fmla="*/ 12 h 23"/>
                  <a:gd name="T10" fmla="*/ 11 w 17"/>
                  <a:gd name="T11" fmla="*/ 7 h 23"/>
                  <a:gd name="T12" fmla="*/ 13 w 17"/>
                  <a:gd name="T13" fmla="*/ 2 h 23"/>
                  <a:gd name="T14" fmla="*/ 15 w 17"/>
                  <a:gd name="T15" fmla="*/ 0 h 23"/>
                  <a:gd name="T16" fmla="*/ 17 w 17"/>
                  <a:gd name="T17" fmla="*/ 2 h 23"/>
                  <a:gd name="T18" fmla="*/ 16 w 17"/>
                  <a:gd name="T19" fmla="*/ 5 h 23"/>
                  <a:gd name="T20" fmla="*/ 15 w 17"/>
                  <a:gd name="T21" fmla="*/ 9 h 23"/>
                  <a:gd name="T22" fmla="*/ 13 w 17"/>
                  <a:gd name="T23" fmla="*/ 13 h 23"/>
                  <a:gd name="T24" fmla="*/ 14 w 17"/>
                  <a:gd name="T25" fmla="*/ 14 h 23"/>
                  <a:gd name="T26" fmla="*/ 15 w 17"/>
                  <a:gd name="T27" fmla="*/ 14 h 23"/>
                  <a:gd name="T28" fmla="*/ 17 w 17"/>
                  <a:gd name="T29" fmla="*/ 12 h 23"/>
                  <a:gd name="T30" fmla="*/ 17 w 17"/>
                  <a:gd name="T31" fmla="*/ 14 h 23"/>
                  <a:gd name="T32" fmla="*/ 15 w 17"/>
                  <a:gd name="T33" fmla="*/ 16 h 23"/>
                  <a:gd name="T34" fmla="*/ 13 w 17"/>
                  <a:gd name="T35" fmla="*/ 17 h 23"/>
                  <a:gd name="T36" fmla="*/ 11 w 17"/>
                  <a:gd name="T37" fmla="*/ 16 h 23"/>
                  <a:gd name="T38" fmla="*/ 7 w 17"/>
                  <a:gd name="T39" fmla="*/ 21 h 23"/>
                  <a:gd name="T40" fmla="*/ 4 w 17"/>
                  <a:gd name="T41" fmla="*/ 23 h 23"/>
                  <a:gd name="T42" fmla="*/ 1 w 17"/>
                  <a:gd name="T43" fmla="*/ 20 h 23"/>
                  <a:gd name="T44" fmla="*/ 0 w 17"/>
                  <a:gd name="T45" fmla="*/ 14 h 23"/>
                  <a:gd name="T46" fmla="*/ 4 w 17"/>
                  <a:gd name="T47" fmla="*/ 4 h 23"/>
                  <a:gd name="T48" fmla="*/ 6 w 17"/>
                  <a:gd name="T49" fmla="*/ 1 h 23"/>
                  <a:gd name="T50" fmla="*/ 7 w 17"/>
                  <a:gd name="T51" fmla="*/ 1 h 23"/>
                  <a:gd name="T52" fmla="*/ 9 w 17"/>
                  <a:gd name="T53" fmla="*/ 1 h 23"/>
                  <a:gd name="T54" fmla="*/ 9 w 17"/>
                  <a:gd name="T55" fmla="*/ 2 h 23"/>
                  <a:gd name="T56" fmla="*/ 8 w 17"/>
                  <a:gd name="T57" fmla="*/ 7 h 23"/>
                  <a:gd name="T58" fmla="*/ 4 w 17"/>
                  <a:gd name="T59" fmla="*/ 1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7" h="23">
                    <a:moveTo>
                      <a:pt x="4" y="12"/>
                    </a:move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6"/>
                      <a:pt x="3" y="16"/>
                    </a:cubicBezTo>
                    <a:cubicBezTo>
                      <a:pt x="3" y="17"/>
                      <a:pt x="4" y="18"/>
                      <a:pt x="4" y="18"/>
                    </a:cubicBezTo>
                    <a:cubicBezTo>
                      <a:pt x="5" y="18"/>
                      <a:pt x="7" y="16"/>
                      <a:pt x="10" y="12"/>
                    </a:cubicBezTo>
                    <a:cubicBezTo>
                      <a:pt x="10" y="11"/>
                      <a:pt x="10" y="9"/>
                      <a:pt x="11" y="7"/>
                    </a:cubicBezTo>
                    <a:cubicBezTo>
                      <a:pt x="12" y="5"/>
                      <a:pt x="12" y="4"/>
                      <a:pt x="13" y="2"/>
                    </a:cubicBezTo>
                    <a:cubicBezTo>
                      <a:pt x="14" y="1"/>
                      <a:pt x="15" y="0"/>
                      <a:pt x="15" y="0"/>
                    </a:cubicBezTo>
                    <a:cubicBezTo>
                      <a:pt x="16" y="0"/>
                      <a:pt x="17" y="1"/>
                      <a:pt x="17" y="2"/>
                    </a:cubicBezTo>
                    <a:cubicBezTo>
                      <a:pt x="17" y="3"/>
                      <a:pt x="16" y="4"/>
                      <a:pt x="16" y="5"/>
                    </a:cubicBezTo>
                    <a:cubicBezTo>
                      <a:pt x="16" y="6"/>
                      <a:pt x="15" y="7"/>
                      <a:pt x="15" y="9"/>
                    </a:cubicBezTo>
                    <a:cubicBezTo>
                      <a:pt x="14" y="10"/>
                      <a:pt x="14" y="11"/>
                      <a:pt x="13" y="13"/>
                    </a:cubicBezTo>
                    <a:cubicBezTo>
                      <a:pt x="13" y="14"/>
                      <a:pt x="14" y="14"/>
                      <a:pt x="14" y="14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3"/>
                      <a:pt x="16" y="13"/>
                      <a:pt x="17" y="12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6" y="15"/>
                      <a:pt x="15" y="16"/>
                      <a:pt x="15" y="16"/>
                    </a:cubicBezTo>
                    <a:cubicBezTo>
                      <a:pt x="14" y="17"/>
                      <a:pt x="14" y="17"/>
                      <a:pt x="13" y="17"/>
                    </a:cubicBezTo>
                    <a:cubicBezTo>
                      <a:pt x="12" y="17"/>
                      <a:pt x="12" y="16"/>
                      <a:pt x="11" y="16"/>
                    </a:cubicBezTo>
                    <a:cubicBezTo>
                      <a:pt x="9" y="18"/>
                      <a:pt x="8" y="20"/>
                      <a:pt x="7" y="21"/>
                    </a:cubicBezTo>
                    <a:cubicBezTo>
                      <a:pt x="6" y="22"/>
                      <a:pt x="5" y="23"/>
                      <a:pt x="4" y="23"/>
                    </a:cubicBezTo>
                    <a:cubicBezTo>
                      <a:pt x="3" y="23"/>
                      <a:pt x="2" y="22"/>
                      <a:pt x="1" y="20"/>
                    </a:cubicBezTo>
                    <a:cubicBezTo>
                      <a:pt x="0" y="18"/>
                      <a:pt x="0" y="16"/>
                      <a:pt x="0" y="14"/>
                    </a:cubicBezTo>
                    <a:cubicBezTo>
                      <a:pt x="0" y="11"/>
                      <a:pt x="1" y="8"/>
                      <a:pt x="4" y="4"/>
                    </a:cubicBezTo>
                    <a:cubicBezTo>
                      <a:pt x="5" y="2"/>
                      <a:pt x="5" y="2"/>
                      <a:pt x="6" y="1"/>
                    </a:cubicBezTo>
                    <a:cubicBezTo>
                      <a:pt x="6" y="1"/>
                      <a:pt x="7" y="1"/>
                      <a:pt x="7" y="1"/>
                    </a:cubicBezTo>
                    <a:cubicBezTo>
                      <a:pt x="8" y="1"/>
                      <a:pt x="8" y="1"/>
                      <a:pt x="9" y="1"/>
                    </a:cubicBezTo>
                    <a:cubicBezTo>
                      <a:pt x="9" y="1"/>
                      <a:pt x="9" y="1"/>
                      <a:pt x="9" y="2"/>
                    </a:cubicBezTo>
                    <a:cubicBezTo>
                      <a:pt x="9" y="3"/>
                      <a:pt x="9" y="4"/>
                      <a:pt x="8" y="7"/>
                    </a:cubicBezTo>
                    <a:cubicBezTo>
                      <a:pt x="6" y="9"/>
                      <a:pt x="5" y="11"/>
                      <a:pt x="4" y="12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Freeform 48"/>
              <p:cNvSpPr>
                <a:spLocks noEditPoints="1"/>
              </p:cNvSpPr>
              <p:nvPr/>
            </p:nvSpPr>
            <p:spPr bwMode="auto">
              <a:xfrm>
                <a:off x="3837623" y="4462304"/>
                <a:ext cx="57150" cy="95250"/>
              </a:xfrm>
              <a:custGeom>
                <a:avLst/>
                <a:gdLst>
                  <a:gd name="T0" fmla="*/ 4 w 15"/>
                  <a:gd name="T1" fmla="*/ 15 h 25"/>
                  <a:gd name="T2" fmla="*/ 4 w 15"/>
                  <a:gd name="T3" fmla="*/ 16 h 25"/>
                  <a:gd name="T4" fmla="*/ 5 w 15"/>
                  <a:gd name="T5" fmla="*/ 19 h 25"/>
                  <a:gd name="T6" fmla="*/ 7 w 15"/>
                  <a:gd name="T7" fmla="*/ 20 h 25"/>
                  <a:gd name="T8" fmla="*/ 9 w 15"/>
                  <a:gd name="T9" fmla="*/ 19 h 25"/>
                  <a:gd name="T10" fmla="*/ 12 w 15"/>
                  <a:gd name="T11" fmla="*/ 17 h 25"/>
                  <a:gd name="T12" fmla="*/ 15 w 15"/>
                  <a:gd name="T13" fmla="*/ 14 h 25"/>
                  <a:gd name="T14" fmla="*/ 15 w 15"/>
                  <a:gd name="T15" fmla="*/ 16 h 25"/>
                  <a:gd name="T16" fmla="*/ 10 w 15"/>
                  <a:gd name="T17" fmla="*/ 23 h 25"/>
                  <a:gd name="T18" fmla="*/ 5 w 15"/>
                  <a:gd name="T19" fmla="*/ 25 h 25"/>
                  <a:gd name="T20" fmla="*/ 1 w 15"/>
                  <a:gd name="T21" fmla="*/ 23 h 25"/>
                  <a:gd name="T22" fmla="*/ 0 w 15"/>
                  <a:gd name="T23" fmla="*/ 17 h 25"/>
                  <a:gd name="T24" fmla="*/ 1 w 15"/>
                  <a:gd name="T25" fmla="*/ 11 h 25"/>
                  <a:gd name="T26" fmla="*/ 5 w 15"/>
                  <a:gd name="T27" fmla="*/ 5 h 25"/>
                  <a:gd name="T28" fmla="*/ 9 w 15"/>
                  <a:gd name="T29" fmla="*/ 1 h 25"/>
                  <a:gd name="T30" fmla="*/ 12 w 15"/>
                  <a:gd name="T31" fmla="*/ 0 h 25"/>
                  <a:gd name="T32" fmla="*/ 14 w 15"/>
                  <a:gd name="T33" fmla="*/ 1 h 25"/>
                  <a:gd name="T34" fmla="*/ 15 w 15"/>
                  <a:gd name="T35" fmla="*/ 3 h 25"/>
                  <a:gd name="T36" fmla="*/ 13 w 15"/>
                  <a:gd name="T37" fmla="*/ 7 h 25"/>
                  <a:gd name="T38" fmla="*/ 10 w 15"/>
                  <a:gd name="T39" fmla="*/ 11 h 25"/>
                  <a:gd name="T40" fmla="*/ 4 w 15"/>
                  <a:gd name="T41" fmla="*/ 15 h 25"/>
                  <a:gd name="T42" fmla="*/ 4 w 15"/>
                  <a:gd name="T43" fmla="*/ 13 h 25"/>
                  <a:gd name="T44" fmla="*/ 8 w 15"/>
                  <a:gd name="T45" fmla="*/ 10 h 25"/>
                  <a:gd name="T46" fmla="*/ 10 w 15"/>
                  <a:gd name="T47" fmla="*/ 7 h 25"/>
                  <a:gd name="T48" fmla="*/ 11 w 15"/>
                  <a:gd name="T49" fmla="*/ 5 h 25"/>
                  <a:gd name="T50" fmla="*/ 11 w 15"/>
                  <a:gd name="T51" fmla="*/ 4 h 25"/>
                  <a:gd name="T52" fmla="*/ 9 w 15"/>
                  <a:gd name="T53" fmla="*/ 5 h 25"/>
                  <a:gd name="T54" fmla="*/ 7 w 15"/>
                  <a:gd name="T55" fmla="*/ 7 h 25"/>
                  <a:gd name="T56" fmla="*/ 5 w 15"/>
                  <a:gd name="T57" fmla="*/ 9 h 25"/>
                  <a:gd name="T58" fmla="*/ 4 w 15"/>
                  <a:gd name="T59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" h="25">
                    <a:moveTo>
                      <a:pt x="4" y="15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8"/>
                      <a:pt x="5" y="19"/>
                    </a:cubicBezTo>
                    <a:cubicBezTo>
                      <a:pt x="5" y="20"/>
                      <a:pt x="6" y="20"/>
                      <a:pt x="7" y="20"/>
                    </a:cubicBezTo>
                    <a:cubicBezTo>
                      <a:pt x="7" y="20"/>
                      <a:pt x="8" y="20"/>
                      <a:pt x="9" y="19"/>
                    </a:cubicBezTo>
                    <a:cubicBezTo>
                      <a:pt x="10" y="19"/>
                      <a:pt x="11" y="18"/>
                      <a:pt x="12" y="17"/>
                    </a:cubicBezTo>
                    <a:cubicBezTo>
                      <a:pt x="13" y="17"/>
                      <a:pt x="14" y="15"/>
                      <a:pt x="15" y="14"/>
                    </a:cubicBezTo>
                    <a:cubicBezTo>
                      <a:pt x="15" y="16"/>
                      <a:pt x="15" y="16"/>
                      <a:pt x="15" y="16"/>
                    </a:cubicBezTo>
                    <a:cubicBezTo>
                      <a:pt x="13" y="19"/>
                      <a:pt x="11" y="21"/>
                      <a:pt x="10" y="23"/>
                    </a:cubicBezTo>
                    <a:cubicBezTo>
                      <a:pt x="8" y="25"/>
                      <a:pt x="6" y="25"/>
                      <a:pt x="5" y="25"/>
                    </a:cubicBezTo>
                    <a:cubicBezTo>
                      <a:pt x="3" y="25"/>
                      <a:pt x="2" y="25"/>
                      <a:pt x="1" y="23"/>
                    </a:cubicBezTo>
                    <a:cubicBezTo>
                      <a:pt x="0" y="22"/>
                      <a:pt x="0" y="19"/>
                      <a:pt x="0" y="17"/>
                    </a:cubicBezTo>
                    <a:cubicBezTo>
                      <a:pt x="0" y="15"/>
                      <a:pt x="0" y="12"/>
                      <a:pt x="1" y="11"/>
                    </a:cubicBezTo>
                    <a:cubicBezTo>
                      <a:pt x="2" y="9"/>
                      <a:pt x="3" y="7"/>
                      <a:pt x="5" y="5"/>
                    </a:cubicBezTo>
                    <a:cubicBezTo>
                      <a:pt x="6" y="3"/>
                      <a:pt x="8" y="2"/>
                      <a:pt x="9" y="1"/>
                    </a:cubicBezTo>
                    <a:cubicBezTo>
                      <a:pt x="10" y="1"/>
                      <a:pt x="11" y="0"/>
                      <a:pt x="12" y="0"/>
                    </a:cubicBezTo>
                    <a:cubicBezTo>
                      <a:pt x="13" y="0"/>
                      <a:pt x="14" y="0"/>
                      <a:pt x="14" y="1"/>
                    </a:cubicBezTo>
                    <a:cubicBezTo>
                      <a:pt x="14" y="1"/>
                      <a:pt x="15" y="2"/>
                      <a:pt x="15" y="3"/>
                    </a:cubicBezTo>
                    <a:cubicBezTo>
                      <a:pt x="15" y="4"/>
                      <a:pt x="14" y="6"/>
                      <a:pt x="13" y="7"/>
                    </a:cubicBezTo>
                    <a:cubicBezTo>
                      <a:pt x="13" y="9"/>
                      <a:pt x="12" y="10"/>
                      <a:pt x="10" y="11"/>
                    </a:cubicBezTo>
                    <a:cubicBezTo>
                      <a:pt x="8" y="13"/>
                      <a:pt x="6" y="14"/>
                      <a:pt x="4" y="15"/>
                    </a:cubicBezTo>
                    <a:close/>
                    <a:moveTo>
                      <a:pt x="4" y="13"/>
                    </a:moveTo>
                    <a:cubicBezTo>
                      <a:pt x="6" y="12"/>
                      <a:pt x="7" y="11"/>
                      <a:pt x="8" y="10"/>
                    </a:cubicBezTo>
                    <a:cubicBezTo>
                      <a:pt x="9" y="9"/>
                      <a:pt x="10" y="8"/>
                      <a:pt x="10" y="7"/>
                    </a:cubicBezTo>
                    <a:cubicBezTo>
                      <a:pt x="11" y="6"/>
                      <a:pt x="11" y="5"/>
                      <a:pt x="11" y="5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0" y="4"/>
                      <a:pt x="10" y="4"/>
                      <a:pt x="9" y="5"/>
                    </a:cubicBezTo>
                    <a:cubicBezTo>
                      <a:pt x="9" y="5"/>
                      <a:pt x="8" y="6"/>
                      <a:pt x="7" y="7"/>
                    </a:cubicBezTo>
                    <a:cubicBezTo>
                      <a:pt x="6" y="7"/>
                      <a:pt x="6" y="8"/>
                      <a:pt x="5" y="9"/>
                    </a:cubicBezTo>
                    <a:cubicBezTo>
                      <a:pt x="5" y="11"/>
                      <a:pt x="4" y="12"/>
                      <a:pt x="4" y="13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Freeform 49"/>
              <p:cNvSpPr>
                <a:spLocks noEditPoints="1"/>
              </p:cNvSpPr>
              <p:nvPr/>
            </p:nvSpPr>
            <p:spPr bwMode="auto">
              <a:xfrm>
                <a:off x="3894773" y="4406741"/>
                <a:ext cx="52388" cy="150813"/>
              </a:xfrm>
              <a:custGeom>
                <a:avLst/>
                <a:gdLst>
                  <a:gd name="T0" fmla="*/ 12 w 14"/>
                  <a:gd name="T1" fmla="*/ 29 h 40"/>
                  <a:gd name="T2" fmla="*/ 12 w 14"/>
                  <a:gd name="T3" fmla="*/ 31 h 40"/>
                  <a:gd name="T4" fmla="*/ 3 w 14"/>
                  <a:gd name="T5" fmla="*/ 40 h 40"/>
                  <a:gd name="T6" fmla="*/ 1 w 14"/>
                  <a:gd name="T7" fmla="*/ 38 h 40"/>
                  <a:gd name="T8" fmla="*/ 0 w 14"/>
                  <a:gd name="T9" fmla="*/ 31 h 40"/>
                  <a:gd name="T10" fmla="*/ 1 w 14"/>
                  <a:gd name="T11" fmla="*/ 23 h 40"/>
                  <a:gd name="T12" fmla="*/ 4 w 14"/>
                  <a:gd name="T13" fmla="*/ 14 h 40"/>
                  <a:gd name="T14" fmla="*/ 8 w 14"/>
                  <a:gd name="T15" fmla="*/ 5 h 40"/>
                  <a:gd name="T16" fmla="*/ 12 w 14"/>
                  <a:gd name="T17" fmla="*/ 0 h 40"/>
                  <a:gd name="T18" fmla="*/ 13 w 14"/>
                  <a:gd name="T19" fmla="*/ 0 h 40"/>
                  <a:gd name="T20" fmla="*/ 14 w 14"/>
                  <a:gd name="T21" fmla="*/ 0 h 40"/>
                  <a:gd name="T22" fmla="*/ 14 w 14"/>
                  <a:gd name="T23" fmla="*/ 2 h 40"/>
                  <a:gd name="T24" fmla="*/ 11 w 14"/>
                  <a:gd name="T25" fmla="*/ 14 h 40"/>
                  <a:gd name="T26" fmla="*/ 4 w 14"/>
                  <a:gd name="T27" fmla="*/ 27 h 40"/>
                  <a:gd name="T28" fmla="*/ 3 w 14"/>
                  <a:gd name="T29" fmla="*/ 30 h 40"/>
                  <a:gd name="T30" fmla="*/ 4 w 14"/>
                  <a:gd name="T31" fmla="*/ 33 h 40"/>
                  <a:gd name="T32" fmla="*/ 6 w 14"/>
                  <a:gd name="T33" fmla="*/ 35 h 40"/>
                  <a:gd name="T34" fmla="*/ 7 w 14"/>
                  <a:gd name="T35" fmla="*/ 34 h 40"/>
                  <a:gd name="T36" fmla="*/ 9 w 14"/>
                  <a:gd name="T37" fmla="*/ 32 h 40"/>
                  <a:gd name="T38" fmla="*/ 12 w 14"/>
                  <a:gd name="T39" fmla="*/ 29 h 40"/>
                  <a:gd name="T40" fmla="*/ 4 w 14"/>
                  <a:gd name="T41" fmla="*/ 23 h 40"/>
                  <a:gd name="T42" fmla="*/ 7 w 14"/>
                  <a:gd name="T43" fmla="*/ 19 h 40"/>
                  <a:gd name="T44" fmla="*/ 9 w 14"/>
                  <a:gd name="T45" fmla="*/ 14 h 40"/>
                  <a:gd name="T46" fmla="*/ 11 w 14"/>
                  <a:gd name="T47" fmla="*/ 10 h 40"/>
                  <a:gd name="T48" fmla="*/ 11 w 14"/>
                  <a:gd name="T49" fmla="*/ 7 h 40"/>
                  <a:gd name="T50" fmla="*/ 11 w 14"/>
                  <a:gd name="T51" fmla="*/ 6 h 40"/>
                  <a:gd name="T52" fmla="*/ 10 w 14"/>
                  <a:gd name="T53" fmla="*/ 7 h 40"/>
                  <a:gd name="T54" fmla="*/ 7 w 14"/>
                  <a:gd name="T55" fmla="*/ 13 h 40"/>
                  <a:gd name="T56" fmla="*/ 4 w 14"/>
                  <a:gd name="T57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4" h="40">
                    <a:moveTo>
                      <a:pt x="12" y="29"/>
                    </a:moveTo>
                    <a:cubicBezTo>
                      <a:pt x="12" y="31"/>
                      <a:pt x="12" y="31"/>
                      <a:pt x="12" y="31"/>
                    </a:cubicBezTo>
                    <a:cubicBezTo>
                      <a:pt x="8" y="37"/>
                      <a:pt x="6" y="40"/>
                      <a:pt x="3" y="40"/>
                    </a:cubicBezTo>
                    <a:cubicBezTo>
                      <a:pt x="2" y="40"/>
                      <a:pt x="1" y="39"/>
                      <a:pt x="1" y="38"/>
                    </a:cubicBezTo>
                    <a:cubicBezTo>
                      <a:pt x="0" y="36"/>
                      <a:pt x="0" y="34"/>
                      <a:pt x="0" y="31"/>
                    </a:cubicBezTo>
                    <a:cubicBezTo>
                      <a:pt x="0" y="29"/>
                      <a:pt x="0" y="26"/>
                      <a:pt x="1" y="23"/>
                    </a:cubicBezTo>
                    <a:cubicBezTo>
                      <a:pt x="2" y="20"/>
                      <a:pt x="3" y="17"/>
                      <a:pt x="4" y="14"/>
                    </a:cubicBezTo>
                    <a:cubicBezTo>
                      <a:pt x="5" y="10"/>
                      <a:pt x="7" y="8"/>
                      <a:pt x="8" y="5"/>
                    </a:cubicBezTo>
                    <a:cubicBezTo>
                      <a:pt x="10" y="3"/>
                      <a:pt x="11" y="1"/>
                      <a:pt x="12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2"/>
                    </a:cubicBezTo>
                    <a:cubicBezTo>
                      <a:pt x="14" y="5"/>
                      <a:pt x="13" y="9"/>
                      <a:pt x="11" y="14"/>
                    </a:cubicBezTo>
                    <a:cubicBezTo>
                      <a:pt x="9" y="18"/>
                      <a:pt x="7" y="23"/>
                      <a:pt x="4" y="27"/>
                    </a:cubicBezTo>
                    <a:cubicBezTo>
                      <a:pt x="3" y="28"/>
                      <a:pt x="3" y="29"/>
                      <a:pt x="3" y="30"/>
                    </a:cubicBezTo>
                    <a:cubicBezTo>
                      <a:pt x="3" y="31"/>
                      <a:pt x="3" y="33"/>
                      <a:pt x="4" y="33"/>
                    </a:cubicBezTo>
                    <a:cubicBezTo>
                      <a:pt x="4" y="34"/>
                      <a:pt x="5" y="35"/>
                      <a:pt x="6" y="35"/>
                    </a:cubicBezTo>
                    <a:cubicBezTo>
                      <a:pt x="6" y="35"/>
                      <a:pt x="7" y="35"/>
                      <a:pt x="7" y="34"/>
                    </a:cubicBezTo>
                    <a:cubicBezTo>
                      <a:pt x="8" y="34"/>
                      <a:pt x="8" y="33"/>
                      <a:pt x="9" y="32"/>
                    </a:cubicBezTo>
                    <a:cubicBezTo>
                      <a:pt x="9" y="32"/>
                      <a:pt x="10" y="31"/>
                      <a:pt x="12" y="29"/>
                    </a:cubicBezTo>
                    <a:close/>
                    <a:moveTo>
                      <a:pt x="4" y="23"/>
                    </a:moveTo>
                    <a:cubicBezTo>
                      <a:pt x="5" y="22"/>
                      <a:pt x="6" y="20"/>
                      <a:pt x="7" y="19"/>
                    </a:cubicBezTo>
                    <a:cubicBezTo>
                      <a:pt x="8" y="17"/>
                      <a:pt x="8" y="16"/>
                      <a:pt x="9" y="14"/>
                    </a:cubicBezTo>
                    <a:cubicBezTo>
                      <a:pt x="10" y="13"/>
                      <a:pt x="10" y="11"/>
                      <a:pt x="11" y="10"/>
                    </a:cubicBezTo>
                    <a:cubicBezTo>
                      <a:pt x="11" y="9"/>
                      <a:pt x="11" y="8"/>
                      <a:pt x="11" y="7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1" y="6"/>
                      <a:pt x="10" y="7"/>
                    </a:cubicBezTo>
                    <a:cubicBezTo>
                      <a:pt x="9" y="8"/>
                      <a:pt x="8" y="10"/>
                      <a:pt x="7" y="13"/>
                    </a:cubicBezTo>
                    <a:cubicBezTo>
                      <a:pt x="6" y="16"/>
                      <a:pt x="5" y="19"/>
                      <a:pt x="4" y="23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Freeform 50"/>
              <p:cNvSpPr>
                <a:spLocks/>
              </p:cNvSpPr>
              <p:nvPr/>
            </p:nvSpPr>
            <p:spPr bwMode="auto">
              <a:xfrm>
                <a:off x="3991610" y="4428966"/>
                <a:ext cx="60325" cy="131763"/>
              </a:xfrm>
              <a:custGeom>
                <a:avLst/>
                <a:gdLst>
                  <a:gd name="T0" fmla="*/ 9 w 16"/>
                  <a:gd name="T1" fmla="*/ 6 h 35"/>
                  <a:gd name="T2" fmla="*/ 10 w 16"/>
                  <a:gd name="T3" fmla="*/ 6 h 35"/>
                  <a:gd name="T4" fmla="*/ 12 w 16"/>
                  <a:gd name="T5" fmla="*/ 1 h 35"/>
                  <a:gd name="T6" fmla="*/ 15 w 16"/>
                  <a:gd name="T7" fmla="*/ 0 h 35"/>
                  <a:gd name="T8" fmla="*/ 16 w 16"/>
                  <a:gd name="T9" fmla="*/ 1 h 35"/>
                  <a:gd name="T10" fmla="*/ 15 w 16"/>
                  <a:gd name="T11" fmla="*/ 3 h 35"/>
                  <a:gd name="T12" fmla="*/ 13 w 16"/>
                  <a:gd name="T13" fmla="*/ 6 h 35"/>
                  <a:gd name="T14" fmla="*/ 15 w 16"/>
                  <a:gd name="T15" fmla="*/ 6 h 35"/>
                  <a:gd name="T16" fmla="*/ 16 w 16"/>
                  <a:gd name="T17" fmla="*/ 6 h 35"/>
                  <a:gd name="T18" fmla="*/ 12 w 16"/>
                  <a:gd name="T19" fmla="*/ 14 h 35"/>
                  <a:gd name="T20" fmla="*/ 11 w 16"/>
                  <a:gd name="T21" fmla="*/ 14 h 35"/>
                  <a:gd name="T22" fmla="*/ 10 w 16"/>
                  <a:gd name="T23" fmla="*/ 13 h 35"/>
                  <a:gd name="T24" fmla="*/ 9 w 16"/>
                  <a:gd name="T25" fmla="*/ 13 h 35"/>
                  <a:gd name="T26" fmla="*/ 7 w 16"/>
                  <a:gd name="T27" fmla="*/ 18 h 35"/>
                  <a:gd name="T28" fmla="*/ 5 w 16"/>
                  <a:gd name="T29" fmla="*/ 23 h 35"/>
                  <a:gd name="T30" fmla="*/ 5 w 16"/>
                  <a:gd name="T31" fmla="*/ 26 h 35"/>
                  <a:gd name="T32" fmla="*/ 6 w 16"/>
                  <a:gd name="T33" fmla="*/ 28 h 35"/>
                  <a:gd name="T34" fmla="*/ 9 w 16"/>
                  <a:gd name="T35" fmla="*/ 27 h 35"/>
                  <a:gd name="T36" fmla="*/ 13 w 16"/>
                  <a:gd name="T37" fmla="*/ 23 h 35"/>
                  <a:gd name="T38" fmla="*/ 13 w 16"/>
                  <a:gd name="T39" fmla="*/ 25 h 35"/>
                  <a:gd name="T40" fmla="*/ 3 w 16"/>
                  <a:gd name="T41" fmla="*/ 35 h 35"/>
                  <a:gd name="T42" fmla="*/ 1 w 16"/>
                  <a:gd name="T43" fmla="*/ 34 h 35"/>
                  <a:gd name="T44" fmla="*/ 0 w 16"/>
                  <a:gd name="T45" fmla="*/ 31 h 35"/>
                  <a:gd name="T46" fmla="*/ 1 w 16"/>
                  <a:gd name="T47" fmla="*/ 28 h 35"/>
                  <a:gd name="T48" fmla="*/ 2 w 16"/>
                  <a:gd name="T49" fmla="*/ 23 h 35"/>
                  <a:gd name="T50" fmla="*/ 1 w 16"/>
                  <a:gd name="T51" fmla="*/ 24 h 35"/>
                  <a:gd name="T52" fmla="*/ 1 w 16"/>
                  <a:gd name="T53" fmla="*/ 24 h 35"/>
                  <a:gd name="T54" fmla="*/ 0 w 16"/>
                  <a:gd name="T55" fmla="*/ 25 h 35"/>
                  <a:gd name="T56" fmla="*/ 0 w 16"/>
                  <a:gd name="T57" fmla="*/ 26 h 35"/>
                  <a:gd name="T58" fmla="*/ 0 w 16"/>
                  <a:gd name="T59" fmla="*/ 23 h 35"/>
                  <a:gd name="T60" fmla="*/ 6 w 16"/>
                  <a:gd name="T61" fmla="*/ 13 h 35"/>
                  <a:gd name="T62" fmla="*/ 5 w 16"/>
                  <a:gd name="T63" fmla="*/ 13 h 35"/>
                  <a:gd name="T64" fmla="*/ 5 w 16"/>
                  <a:gd name="T65" fmla="*/ 13 h 35"/>
                  <a:gd name="T66" fmla="*/ 2 w 16"/>
                  <a:gd name="T67" fmla="*/ 13 h 35"/>
                  <a:gd name="T68" fmla="*/ 2 w 16"/>
                  <a:gd name="T69" fmla="*/ 14 h 35"/>
                  <a:gd name="T70" fmla="*/ 1 w 16"/>
                  <a:gd name="T71" fmla="*/ 14 h 35"/>
                  <a:gd name="T72" fmla="*/ 1 w 16"/>
                  <a:gd name="T73" fmla="*/ 13 h 35"/>
                  <a:gd name="T74" fmla="*/ 2 w 16"/>
                  <a:gd name="T75" fmla="*/ 10 h 35"/>
                  <a:gd name="T76" fmla="*/ 4 w 16"/>
                  <a:gd name="T77" fmla="*/ 7 h 35"/>
                  <a:gd name="T78" fmla="*/ 6 w 16"/>
                  <a:gd name="T79" fmla="*/ 6 h 35"/>
                  <a:gd name="T80" fmla="*/ 9 w 16"/>
                  <a:gd name="T81" fmla="*/ 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6" h="35">
                    <a:moveTo>
                      <a:pt x="9" y="6"/>
                    </a:moveTo>
                    <a:cubicBezTo>
                      <a:pt x="10" y="6"/>
                      <a:pt x="10" y="6"/>
                      <a:pt x="10" y="6"/>
                    </a:cubicBezTo>
                    <a:cubicBezTo>
                      <a:pt x="11" y="4"/>
                      <a:pt x="11" y="2"/>
                      <a:pt x="12" y="1"/>
                    </a:cubicBezTo>
                    <a:cubicBezTo>
                      <a:pt x="13" y="1"/>
                      <a:pt x="14" y="0"/>
                      <a:pt x="15" y="0"/>
                    </a:cubicBezTo>
                    <a:cubicBezTo>
                      <a:pt x="16" y="0"/>
                      <a:pt x="16" y="0"/>
                      <a:pt x="16" y="1"/>
                    </a:cubicBezTo>
                    <a:cubicBezTo>
                      <a:pt x="16" y="1"/>
                      <a:pt x="16" y="2"/>
                      <a:pt x="15" y="3"/>
                    </a:cubicBezTo>
                    <a:cubicBezTo>
                      <a:pt x="14" y="4"/>
                      <a:pt x="14" y="5"/>
                      <a:pt x="13" y="6"/>
                    </a:cubicBezTo>
                    <a:cubicBezTo>
                      <a:pt x="14" y="6"/>
                      <a:pt x="14" y="6"/>
                      <a:pt x="15" y="6"/>
                    </a:cubicBezTo>
                    <a:cubicBezTo>
                      <a:pt x="15" y="6"/>
                      <a:pt x="16" y="6"/>
                      <a:pt x="16" y="6"/>
                    </a:cubicBezTo>
                    <a:cubicBezTo>
                      <a:pt x="15" y="9"/>
                      <a:pt x="14" y="11"/>
                      <a:pt x="12" y="14"/>
                    </a:cubicBezTo>
                    <a:cubicBezTo>
                      <a:pt x="12" y="14"/>
                      <a:pt x="11" y="14"/>
                      <a:pt x="11" y="14"/>
                    </a:cubicBezTo>
                    <a:cubicBezTo>
                      <a:pt x="11" y="13"/>
                      <a:pt x="11" y="13"/>
                      <a:pt x="10" y="13"/>
                    </a:cubicBezTo>
                    <a:cubicBezTo>
                      <a:pt x="10" y="13"/>
                      <a:pt x="9" y="13"/>
                      <a:pt x="9" y="13"/>
                    </a:cubicBezTo>
                    <a:cubicBezTo>
                      <a:pt x="8" y="15"/>
                      <a:pt x="7" y="17"/>
                      <a:pt x="7" y="18"/>
                    </a:cubicBezTo>
                    <a:cubicBezTo>
                      <a:pt x="6" y="20"/>
                      <a:pt x="6" y="21"/>
                      <a:pt x="5" y="23"/>
                    </a:cubicBezTo>
                    <a:cubicBezTo>
                      <a:pt x="5" y="24"/>
                      <a:pt x="5" y="25"/>
                      <a:pt x="5" y="26"/>
                    </a:cubicBezTo>
                    <a:cubicBezTo>
                      <a:pt x="5" y="28"/>
                      <a:pt x="5" y="28"/>
                      <a:pt x="6" y="28"/>
                    </a:cubicBezTo>
                    <a:cubicBezTo>
                      <a:pt x="7" y="28"/>
                      <a:pt x="8" y="28"/>
                      <a:pt x="9" y="27"/>
                    </a:cubicBezTo>
                    <a:cubicBezTo>
                      <a:pt x="10" y="26"/>
                      <a:pt x="11" y="25"/>
                      <a:pt x="13" y="23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8" y="32"/>
                      <a:pt x="5" y="35"/>
                      <a:pt x="3" y="35"/>
                    </a:cubicBezTo>
                    <a:cubicBezTo>
                      <a:pt x="2" y="35"/>
                      <a:pt x="1" y="34"/>
                      <a:pt x="1" y="34"/>
                    </a:cubicBezTo>
                    <a:cubicBezTo>
                      <a:pt x="1" y="33"/>
                      <a:pt x="0" y="32"/>
                      <a:pt x="0" y="31"/>
                    </a:cubicBezTo>
                    <a:cubicBezTo>
                      <a:pt x="0" y="30"/>
                      <a:pt x="0" y="29"/>
                      <a:pt x="1" y="28"/>
                    </a:cubicBezTo>
                    <a:cubicBezTo>
                      <a:pt x="1" y="27"/>
                      <a:pt x="1" y="25"/>
                      <a:pt x="2" y="23"/>
                    </a:cubicBezTo>
                    <a:cubicBezTo>
                      <a:pt x="2" y="23"/>
                      <a:pt x="2" y="23"/>
                      <a:pt x="1" y="24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1" y="24"/>
                      <a:pt x="1" y="25"/>
                      <a:pt x="0" y="25"/>
                    </a:cubicBezTo>
                    <a:cubicBezTo>
                      <a:pt x="0" y="25"/>
                      <a:pt x="0" y="25"/>
                      <a:pt x="0" y="26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" y="21"/>
                      <a:pt x="4" y="18"/>
                      <a:pt x="6" y="13"/>
                    </a:cubicBezTo>
                    <a:cubicBezTo>
                      <a:pt x="6" y="13"/>
                      <a:pt x="6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3"/>
                      <a:pt x="3" y="13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2" y="14"/>
                      <a:pt x="2" y="14"/>
                      <a:pt x="1" y="14"/>
                    </a:cubicBezTo>
                    <a:cubicBezTo>
                      <a:pt x="1" y="14"/>
                      <a:pt x="1" y="14"/>
                      <a:pt x="1" y="13"/>
                    </a:cubicBezTo>
                    <a:cubicBezTo>
                      <a:pt x="1" y="13"/>
                      <a:pt x="2" y="12"/>
                      <a:pt x="2" y="10"/>
                    </a:cubicBezTo>
                    <a:cubicBezTo>
                      <a:pt x="3" y="9"/>
                      <a:pt x="3" y="8"/>
                      <a:pt x="4" y="7"/>
                    </a:cubicBezTo>
                    <a:cubicBezTo>
                      <a:pt x="4" y="7"/>
                      <a:pt x="5" y="6"/>
                      <a:pt x="6" y="6"/>
                    </a:cubicBezTo>
                    <a:cubicBezTo>
                      <a:pt x="6" y="6"/>
                      <a:pt x="7" y="6"/>
                      <a:pt x="9" y="6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Freeform 51"/>
              <p:cNvSpPr>
                <a:spLocks noEditPoints="1"/>
              </p:cNvSpPr>
              <p:nvPr/>
            </p:nvSpPr>
            <p:spPr bwMode="auto">
              <a:xfrm>
                <a:off x="4040823" y="4433729"/>
                <a:ext cx="49213" cy="123825"/>
              </a:xfrm>
              <a:custGeom>
                <a:avLst/>
                <a:gdLst>
                  <a:gd name="T0" fmla="*/ 12 w 13"/>
                  <a:gd name="T1" fmla="*/ 22 h 33"/>
                  <a:gd name="T2" fmla="*/ 12 w 13"/>
                  <a:gd name="T3" fmla="*/ 24 h 33"/>
                  <a:gd name="T4" fmla="*/ 7 w 13"/>
                  <a:gd name="T5" fmla="*/ 31 h 33"/>
                  <a:gd name="T6" fmla="*/ 4 w 13"/>
                  <a:gd name="T7" fmla="*/ 33 h 33"/>
                  <a:gd name="T8" fmla="*/ 1 w 13"/>
                  <a:gd name="T9" fmla="*/ 30 h 33"/>
                  <a:gd name="T10" fmla="*/ 0 w 13"/>
                  <a:gd name="T11" fmla="*/ 24 h 33"/>
                  <a:gd name="T12" fmla="*/ 0 w 13"/>
                  <a:gd name="T13" fmla="*/ 21 h 33"/>
                  <a:gd name="T14" fmla="*/ 0 w 13"/>
                  <a:gd name="T15" fmla="*/ 19 h 33"/>
                  <a:gd name="T16" fmla="*/ 1 w 13"/>
                  <a:gd name="T17" fmla="*/ 17 h 33"/>
                  <a:gd name="T18" fmla="*/ 8 w 13"/>
                  <a:gd name="T19" fmla="*/ 10 h 33"/>
                  <a:gd name="T20" fmla="*/ 9 w 13"/>
                  <a:gd name="T21" fmla="*/ 11 h 33"/>
                  <a:gd name="T22" fmla="*/ 8 w 13"/>
                  <a:gd name="T23" fmla="*/ 15 h 33"/>
                  <a:gd name="T24" fmla="*/ 7 w 13"/>
                  <a:gd name="T25" fmla="*/ 18 h 33"/>
                  <a:gd name="T26" fmla="*/ 4 w 13"/>
                  <a:gd name="T27" fmla="*/ 22 h 33"/>
                  <a:gd name="T28" fmla="*/ 3 w 13"/>
                  <a:gd name="T29" fmla="*/ 24 h 33"/>
                  <a:gd name="T30" fmla="*/ 4 w 13"/>
                  <a:gd name="T31" fmla="*/ 26 h 33"/>
                  <a:gd name="T32" fmla="*/ 5 w 13"/>
                  <a:gd name="T33" fmla="*/ 27 h 33"/>
                  <a:gd name="T34" fmla="*/ 8 w 13"/>
                  <a:gd name="T35" fmla="*/ 26 h 33"/>
                  <a:gd name="T36" fmla="*/ 12 w 13"/>
                  <a:gd name="T37" fmla="*/ 22 h 33"/>
                  <a:gd name="T38" fmla="*/ 10 w 13"/>
                  <a:gd name="T39" fmla="*/ 7 h 33"/>
                  <a:gd name="T40" fmla="*/ 9 w 13"/>
                  <a:gd name="T41" fmla="*/ 7 h 33"/>
                  <a:gd name="T42" fmla="*/ 8 w 13"/>
                  <a:gd name="T43" fmla="*/ 5 h 33"/>
                  <a:gd name="T44" fmla="*/ 9 w 13"/>
                  <a:gd name="T45" fmla="*/ 2 h 33"/>
                  <a:gd name="T46" fmla="*/ 11 w 13"/>
                  <a:gd name="T47" fmla="*/ 0 h 33"/>
                  <a:gd name="T48" fmla="*/ 13 w 13"/>
                  <a:gd name="T49" fmla="*/ 1 h 33"/>
                  <a:gd name="T50" fmla="*/ 13 w 13"/>
                  <a:gd name="T51" fmla="*/ 2 h 33"/>
                  <a:gd name="T52" fmla="*/ 12 w 13"/>
                  <a:gd name="T53" fmla="*/ 6 h 33"/>
                  <a:gd name="T54" fmla="*/ 10 w 13"/>
                  <a:gd name="T55" fmla="*/ 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" h="33">
                    <a:moveTo>
                      <a:pt x="12" y="22"/>
                    </a:moveTo>
                    <a:cubicBezTo>
                      <a:pt x="12" y="24"/>
                      <a:pt x="12" y="24"/>
                      <a:pt x="12" y="24"/>
                    </a:cubicBezTo>
                    <a:cubicBezTo>
                      <a:pt x="10" y="27"/>
                      <a:pt x="9" y="29"/>
                      <a:pt x="7" y="31"/>
                    </a:cubicBezTo>
                    <a:cubicBezTo>
                      <a:pt x="6" y="32"/>
                      <a:pt x="5" y="33"/>
                      <a:pt x="4" y="33"/>
                    </a:cubicBezTo>
                    <a:cubicBezTo>
                      <a:pt x="2" y="33"/>
                      <a:pt x="1" y="32"/>
                      <a:pt x="1" y="30"/>
                    </a:cubicBezTo>
                    <a:cubicBezTo>
                      <a:pt x="0" y="28"/>
                      <a:pt x="0" y="26"/>
                      <a:pt x="0" y="24"/>
                    </a:cubicBezTo>
                    <a:cubicBezTo>
                      <a:pt x="0" y="23"/>
                      <a:pt x="0" y="22"/>
                      <a:pt x="0" y="21"/>
                    </a:cubicBezTo>
                    <a:cubicBezTo>
                      <a:pt x="0" y="20"/>
                      <a:pt x="0" y="20"/>
                      <a:pt x="0" y="19"/>
                    </a:cubicBezTo>
                    <a:cubicBezTo>
                      <a:pt x="0" y="19"/>
                      <a:pt x="1" y="18"/>
                      <a:pt x="1" y="17"/>
                    </a:cubicBezTo>
                    <a:cubicBezTo>
                      <a:pt x="4" y="12"/>
                      <a:pt x="6" y="10"/>
                      <a:pt x="8" y="10"/>
                    </a:cubicBezTo>
                    <a:cubicBezTo>
                      <a:pt x="9" y="10"/>
                      <a:pt x="9" y="10"/>
                      <a:pt x="9" y="11"/>
                    </a:cubicBezTo>
                    <a:cubicBezTo>
                      <a:pt x="9" y="12"/>
                      <a:pt x="9" y="13"/>
                      <a:pt x="8" y="15"/>
                    </a:cubicBezTo>
                    <a:cubicBezTo>
                      <a:pt x="8" y="16"/>
                      <a:pt x="7" y="17"/>
                      <a:pt x="7" y="18"/>
                    </a:cubicBezTo>
                    <a:cubicBezTo>
                      <a:pt x="5" y="20"/>
                      <a:pt x="4" y="21"/>
                      <a:pt x="4" y="22"/>
                    </a:cubicBezTo>
                    <a:cubicBezTo>
                      <a:pt x="3" y="22"/>
                      <a:pt x="3" y="23"/>
                      <a:pt x="3" y="24"/>
                    </a:cubicBezTo>
                    <a:cubicBezTo>
                      <a:pt x="3" y="25"/>
                      <a:pt x="3" y="26"/>
                      <a:pt x="4" y="26"/>
                    </a:cubicBezTo>
                    <a:cubicBezTo>
                      <a:pt x="4" y="27"/>
                      <a:pt x="5" y="27"/>
                      <a:pt x="5" y="27"/>
                    </a:cubicBezTo>
                    <a:cubicBezTo>
                      <a:pt x="6" y="27"/>
                      <a:pt x="7" y="26"/>
                      <a:pt x="8" y="26"/>
                    </a:cubicBezTo>
                    <a:cubicBezTo>
                      <a:pt x="9" y="25"/>
                      <a:pt x="10" y="24"/>
                      <a:pt x="12" y="22"/>
                    </a:cubicBezTo>
                    <a:close/>
                    <a:moveTo>
                      <a:pt x="10" y="7"/>
                    </a:moveTo>
                    <a:cubicBezTo>
                      <a:pt x="10" y="7"/>
                      <a:pt x="9" y="7"/>
                      <a:pt x="9" y="7"/>
                    </a:cubicBezTo>
                    <a:cubicBezTo>
                      <a:pt x="8" y="6"/>
                      <a:pt x="8" y="6"/>
                      <a:pt x="8" y="5"/>
                    </a:cubicBezTo>
                    <a:cubicBezTo>
                      <a:pt x="8" y="4"/>
                      <a:pt x="9" y="3"/>
                      <a:pt x="9" y="2"/>
                    </a:cubicBezTo>
                    <a:cubicBezTo>
                      <a:pt x="10" y="1"/>
                      <a:pt x="11" y="0"/>
                      <a:pt x="11" y="0"/>
                    </a:cubicBezTo>
                    <a:cubicBezTo>
                      <a:pt x="12" y="0"/>
                      <a:pt x="12" y="0"/>
                      <a:pt x="13" y="1"/>
                    </a:cubicBezTo>
                    <a:cubicBezTo>
                      <a:pt x="13" y="1"/>
                      <a:pt x="13" y="2"/>
                      <a:pt x="13" y="2"/>
                    </a:cubicBezTo>
                    <a:cubicBezTo>
                      <a:pt x="13" y="3"/>
                      <a:pt x="13" y="4"/>
                      <a:pt x="12" y="6"/>
                    </a:cubicBezTo>
                    <a:cubicBezTo>
                      <a:pt x="12" y="7"/>
                      <a:pt x="11" y="7"/>
                      <a:pt x="10" y="7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Freeform 52"/>
              <p:cNvSpPr>
                <a:spLocks/>
              </p:cNvSpPr>
              <p:nvPr/>
            </p:nvSpPr>
            <p:spPr bwMode="auto">
              <a:xfrm>
                <a:off x="4082098" y="4470241"/>
                <a:ext cx="109538" cy="87313"/>
              </a:xfrm>
              <a:custGeom>
                <a:avLst/>
                <a:gdLst>
                  <a:gd name="T0" fmla="*/ 12 w 29"/>
                  <a:gd name="T1" fmla="*/ 17 h 23"/>
                  <a:gd name="T2" fmla="*/ 18 w 29"/>
                  <a:gd name="T3" fmla="*/ 10 h 23"/>
                  <a:gd name="T4" fmla="*/ 22 w 29"/>
                  <a:gd name="T5" fmla="*/ 5 h 23"/>
                  <a:gd name="T6" fmla="*/ 24 w 29"/>
                  <a:gd name="T7" fmla="*/ 2 h 23"/>
                  <a:gd name="T8" fmla="*/ 26 w 29"/>
                  <a:gd name="T9" fmla="*/ 1 h 23"/>
                  <a:gd name="T10" fmla="*/ 27 w 29"/>
                  <a:gd name="T11" fmla="*/ 2 h 23"/>
                  <a:gd name="T12" fmla="*/ 27 w 29"/>
                  <a:gd name="T13" fmla="*/ 5 h 23"/>
                  <a:gd name="T14" fmla="*/ 26 w 29"/>
                  <a:gd name="T15" fmla="*/ 8 h 23"/>
                  <a:gd name="T16" fmla="*/ 23 w 29"/>
                  <a:gd name="T17" fmla="*/ 12 h 23"/>
                  <a:gd name="T18" fmla="*/ 22 w 29"/>
                  <a:gd name="T19" fmla="*/ 14 h 23"/>
                  <a:gd name="T20" fmla="*/ 23 w 29"/>
                  <a:gd name="T21" fmla="*/ 16 h 23"/>
                  <a:gd name="T22" fmla="*/ 24 w 29"/>
                  <a:gd name="T23" fmla="*/ 16 h 23"/>
                  <a:gd name="T24" fmla="*/ 26 w 29"/>
                  <a:gd name="T25" fmla="*/ 15 h 23"/>
                  <a:gd name="T26" fmla="*/ 29 w 29"/>
                  <a:gd name="T27" fmla="*/ 12 h 23"/>
                  <a:gd name="T28" fmla="*/ 29 w 29"/>
                  <a:gd name="T29" fmla="*/ 14 h 23"/>
                  <a:gd name="T30" fmla="*/ 25 w 29"/>
                  <a:gd name="T31" fmla="*/ 19 h 23"/>
                  <a:gd name="T32" fmla="*/ 22 w 29"/>
                  <a:gd name="T33" fmla="*/ 22 h 23"/>
                  <a:gd name="T34" fmla="*/ 20 w 29"/>
                  <a:gd name="T35" fmla="*/ 23 h 23"/>
                  <a:gd name="T36" fmla="*/ 18 w 29"/>
                  <a:gd name="T37" fmla="*/ 22 h 23"/>
                  <a:gd name="T38" fmla="*/ 18 w 29"/>
                  <a:gd name="T39" fmla="*/ 20 h 23"/>
                  <a:gd name="T40" fmla="*/ 18 w 29"/>
                  <a:gd name="T41" fmla="*/ 18 h 23"/>
                  <a:gd name="T42" fmla="*/ 19 w 29"/>
                  <a:gd name="T43" fmla="*/ 15 h 23"/>
                  <a:gd name="T44" fmla="*/ 21 w 29"/>
                  <a:gd name="T45" fmla="*/ 11 h 23"/>
                  <a:gd name="T46" fmla="*/ 23 w 29"/>
                  <a:gd name="T47" fmla="*/ 7 h 23"/>
                  <a:gd name="T48" fmla="*/ 18 w 29"/>
                  <a:gd name="T49" fmla="*/ 13 h 23"/>
                  <a:gd name="T50" fmla="*/ 15 w 29"/>
                  <a:gd name="T51" fmla="*/ 17 h 23"/>
                  <a:gd name="T52" fmla="*/ 13 w 29"/>
                  <a:gd name="T53" fmla="*/ 20 h 23"/>
                  <a:gd name="T54" fmla="*/ 10 w 29"/>
                  <a:gd name="T55" fmla="*/ 22 h 23"/>
                  <a:gd name="T56" fmla="*/ 9 w 29"/>
                  <a:gd name="T57" fmla="*/ 20 h 23"/>
                  <a:gd name="T58" fmla="*/ 10 w 29"/>
                  <a:gd name="T59" fmla="*/ 16 h 23"/>
                  <a:gd name="T60" fmla="*/ 13 w 29"/>
                  <a:gd name="T61" fmla="*/ 9 h 23"/>
                  <a:gd name="T62" fmla="*/ 13 w 29"/>
                  <a:gd name="T63" fmla="*/ 9 h 23"/>
                  <a:gd name="T64" fmla="*/ 12 w 29"/>
                  <a:gd name="T65" fmla="*/ 8 h 23"/>
                  <a:gd name="T66" fmla="*/ 11 w 29"/>
                  <a:gd name="T67" fmla="*/ 9 h 23"/>
                  <a:gd name="T68" fmla="*/ 7 w 29"/>
                  <a:gd name="T69" fmla="*/ 15 h 23"/>
                  <a:gd name="T70" fmla="*/ 5 w 29"/>
                  <a:gd name="T71" fmla="*/ 18 h 23"/>
                  <a:gd name="T72" fmla="*/ 3 w 29"/>
                  <a:gd name="T73" fmla="*/ 21 h 23"/>
                  <a:gd name="T74" fmla="*/ 3 w 29"/>
                  <a:gd name="T75" fmla="*/ 22 h 23"/>
                  <a:gd name="T76" fmla="*/ 1 w 29"/>
                  <a:gd name="T77" fmla="*/ 19 h 23"/>
                  <a:gd name="T78" fmla="*/ 0 w 29"/>
                  <a:gd name="T79" fmla="*/ 15 h 23"/>
                  <a:gd name="T80" fmla="*/ 1 w 29"/>
                  <a:gd name="T81" fmla="*/ 11 h 23"/>
                  <a:gd name="T82" fmla="*/ 2 w 29"/>
                  <a:gd name="T83" fmla="*/ 7 h 23"/>
                  <a:gd name="T84" fmla="*/ 5 w 29"/>
                  <a:gd name="T85" fmla="*/ 3 h 23"/>
                  <a:gd name="T86" fmla="*/ 7 w 29"/>
                  <a:gd name="T87" fmla="*/ 1 h 23"/>
                  <a:gd name="T88" fmla="*/ 8 w 29"/>
                  <a:gd name="T89" fmla="*/ 2 h 23"/>
                  <a:gd name="T90" fmla="*/ 9 w 29"/>
                  <a:gd name="T91" fmla="*/ 3 h 23"/>
                  <a:gd name="T92" fmla="*/ 8 w 29"/>
                  <a:gd name="T93" fmla="*/ 5 h 23"/>
                  <a:gd name="T94" fmla="*/ 6 w 29"/>
                  <a:gd name="T95" fmla="*/ 8 h 23"/>
                  <a:gd name="T96" fmla="*/ 4 w 29"/>
                  <a:gd name="T97" fmla="*/ 11 h 23"/>
                  <a:gd name="T98" fmla="*/ 4 w 29"/>
                  <a:gd name="T99" fmla="*/ 13 h 23"/>
                  <a:gd name="T100" fmla="*/ 4 w 29"/>
                  <a:gd name="T101" fmla="*/ 14 h 23"/>
                  <a:gd name="T102" fmla="*/ 6 w 29"/>
                  <a:gd name="T103" fmla="*/ 11 h 23"/>
                  <a:gd name="T104" fmla="*/ 10 w 29"/>
                  <a:gd name="T105" fmla="*/ 6 h 23"/>
                  <a:gd name="T106" fmla="*/ 14 w 29"/>
                  <a:gd name="T107" fmla="*/ 2 h 23"/>
                  <a:gd name="T108" fmla="*/ 17 w 29"/>
                  <a:gd name="T109" fmla="*/ 0 h 23"/>
                  <a:gd name="T110" fmla="*/ 18 w 29"/>
                  <a:gd name="T111" fmla="*/ 1 h 23"/>
                  <a:gd name="T112" fmla="*/ 19 w 29"/>
                  <a:gd name="T113" fmla="*/ 3 h 23"/>
                  <a:gd name="T114" fmla="*/ 18 w 29"/>
                  <a:gd name="T115" fmla="*/ 5 h 23"/>
                  <a:gd name="T116" fmla="*/ 16 w 29"/>
                  <a:gd name="T117" fmla="*/ 10 h 23"/>
                  <a:gd name="T118" fmla="*/ 12 w 29"/>
                  <a:gd name="T119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9" h="23">
                    <a:moveTo>
                      <a:pt x="12" y="17"/>
                    </a:moveTo>
                    <a:cubicBezTo>
                      <a:pt x="14" y="14"/>
                      <a:pt x="16" y="12"/>
                      <a:pt x="18" y="10"/>
                    </a:cubicBezTo>
                    <a:cubicBezTo>
                      <a:pt x="19" y="8"/>
                      <a:pt x="21" y="6"/>
                      <a:pt x="22" y="5"/>
                    </a:cubicBezTo>
                    <a:cubicBezTo>
                      <a:pt x="23" y="4"/>
                      <a:pt x="23" y="3"/>
                      <a:pt x="24" y="2"/>
                    </a:cubicBezTo>
                    <a:cubicBezTo>
                      <a:pt x="25" y="1"/>
                      <a:pt x="25" y="1"/>
                      <a:pt x="26" y="1"/>
                    </a:cubicBezTo>
                    <a:cubicBezTo>
                      <a:pt x="26" y="1"/>
                      <a:pt x="26" y="1"/>
                      <a:pt x="27" y="2"/>
                    </a:cubicBezTo>
                    <a:cubicBezTo>
                      <a:pt x="27" y="3"/>
                      <a:pt x="27" y="4"/>
                      <a:pt x="27" y="5"/>
                    </a:cubicBezTo>
                    <a:cubicBezTo>
                      <a:pt x="27" y="5"/>
                      <a:pt x="27" y="6"/>
                      <a:pt x="26" y="8"/>
                    </a:cubicBezTo>
                    <a:cubicBezTo>
                      <a:pt x="25" y="9"/>
                      <a:pt x="24" y="11"/>
                      <a:pt x="23" y="12"/>
                    </a:cubicBezTo>
                    <a:cubicBezTo>
                      <a:pt x="23" y="12"/>
                      <a:pt x="22" y="13"/>
                      <a:pt x="22" y="14"/>
                    </a:cubicBezTo>
                    <a:cubicBezTo>
                      <a:pt x="22" y="15"/>
                      <a:pt x="23" y="16"/>
                      <a:pt x="23" y="16"/>
                    </a:cubicBezTo>
                    <a:cubicBezTo>
                      <a:pt x="23" y="16"/>
                      <a:pt x="24" y="16"/>
                      <a:pt x="24" y="16"/>
                    </a:cubicBezTo>
                    <a:cubicBezTo>
                      <a:pt x="24" y="16"/>
                      <a:pt x="25" y="16"/>
                      <a:pt x="26" y="15"/>
                    </a:cubicBezTo>
                    <a:cubicBezTo>
                      <a:pt x="26" y="15"/>
                      <a:pt x="27" y="14"/>
                      <a:pt x="29" y="12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7" y="16"/>
                      <a:pt x="26" y="18"/>
                      <a:pt x="25" y="19"/>
                    </a:cubicBezTo>
                    <a:cubicBezTo>
                      <a:pt x="24" y="20"/>
                      <a:pt x="23" y="21"/>
                      <a:pt x="22" y="22"/>
                    </a:cubicBezTo>
                    <a:cubicBezTo>
                      <a:pt x="21" y="23"/>
                      <a:pt x="20" y="23"/>
                      <a:pt x="20" y="23"/>
                    </a:cubicBezTo>
                    <a:cubicBezTo>
                      <a:pt x="19" y="23"/>
                      <a:pt x="19" y="23"/>
                      <a:pt x="18" y="22"/>
                    </a:cubicBezTo>
                    <a:cubicBezTo>
                      <a:pt x="18" y="22"/>
                      <a:pt x="18" y="21"/>
                      <a:pt x="18" y="20"/>
                    </a:cubicBezTo>
                    <a:cubicBezTo>
                      <a:pt x="18" y="19"/>
                      <a:pt x="18" y="19"/>
                      <a:pt x="18" y="18"/>
                    </a:cubicBezTo>
                    <a:cubicBezTo>
                      <a:pt x="18" y="17"/>
                      <a:pt x="19" y="16"/>
                      <a:pt x="19" y="15"/>
                    </a:cubicBezTo>
                    <a:cubicBezTo>
                      <a:pt x="19" y="14"/>
                      <a:pt x="20" y="13"/>
                      <a:pt x="21" y="11"/>
                    </a:cubicBezTo>
                    <a:cubicBezTo>
                      <a:pt x="21" y="10"/>
                      <a:pt x="22" y="8"/>
                      <a:pt x="23" y="7"/>
                    </a:cubicBezTo>
                    <a:cubicBezTo>
                      <a:pt x="21" y="9"/>
                      <a:pt x="19" y="11"/>
                      <a:pt x="18" y="13"/>
                    </a:cubicBezTo>
                    <a:cubicBezTo>
                      <a:pt x="17" y="14"/>
                      <a:pt x="16" y="16"/>
                      <a:pt x="15" y="17"/>
                    </a:cubicBezTo>
                    <a:cubicBezTo>
                      <a:pt x="14" y="18"/>
                      <a:pt x="13" y="19"/>
                      <a:pt x="13" y="20"/>
                    </a:cubicBezTo>
                    <a:cubicBezTo>
                      <a:pt x="12" y="21"/>
                      <a:pt x="11" y="22"/>
                      <a:pt x="10" y="22"/>
                    </a:cubicBezTo>
                    <a:cubicBezTo>
                      <a:pt x="9" y="22"/>
                      <a:pt x="9" y="21"/>
                      <a:pt x="9" y="20"/>
                    </a:cubicBezTo>
                    <a:cubicBezTo>
                      <a:pt x="9" y="19"/>
                      <a:pt x="9" y="18"/>
                      <a:pt x="10" y="16"/>
                    </a:cubicBezTo>
                    <a:cubicBezTo>
                      <a:pt x="11" y="14"/>
                      <a:pt x="12" y="12"/>
                      <a:pt x="13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2" y="8"/>
                      <a:pt x="11" y="8"/>
                      <a:pt x="11" y="9"/>
                    </a:cubicBezTo>
                    <a:cubicBezTo>
                      <a:pt x="10" y="10"/>
                      <a:pt x="9" y="12"/>
                      <a:pt x="7" y="15"/>
                    </a:cubicBezTo>
                    <a:cubicBezTo>
                      <a:pt x="6" y="16"/>
                      <a:pt x="6" y="17"/>
                      <a:pt x="5" y="18"/>
                    </a:cubicBezTo>
                    <a:cubicBezTo>
                      <a:pt x="4" y="20"/>
                      <a:pt x="4" y="20"/>
                      <a:pt x="3" y="21"/>
                    </a:cubicBezTo>
                    <a:cubicBezTo>
                      <a:pt x="3" y="21"/>
                      <a:pt x="3" y="22"/>
                      <a:pt x="3" y="22"/>
                    </a:cubicBezTo>
                    <a:cubicBezTo>
                      <a:pt x="2" y="22"/>
                      <a:pt x="1" y="21"/>
                      <a:pt x="1" y="19"/>
                    </a:cubicBezTo>
                    <a:cubicBezTo>
                      <a:pt x="0" y="18"/>
                      <a:pt x="0" y="16"/>
                      <a:pt x="0" y="15"/>
                    </a:cubicBezTo>
                    <a:cubicBezTo>
                      <a:pt x="0" y="13"/>
                      <a:pt x="0" y="12"/>
                      <a:pt x="1" y="11"/>
                    </a:cubicBezTo>
                    <a:cubicBezTo>
                      <a:pt x="1" y="10"/>
                      <a:pt x="1" y="9"/>
                      <a:pt x="2" y="7"/>
                    </a:cubicBezTo>
                    <a:cubicBezTo>
                      <a:pt x="3" y="5"/>
                      <a:pt x="4" y="4"/>
                      <a:pt x="5" y="3"/>
                    </a:cubicBezTo>
                    <a:cubicBezTo>
                      <a:pt x="6" y="2"/>
                      <a:pt x="6" y="1"/>
                      <a:pt x="7" y="1"/>
                    </a:cubicBezTo>
                    <a:cubicBezTo>
                      <a:pt x="8" y="1"/>
                      <a:pt x="8" y="1"/>
                      <a:pt x="8" y="2"/>
                    </a:cubicBezTo>
                    <a:cubicBezTo>
                      <a:pt x="9" y="2"/>
                      <a:pt x="9" y="2"/>
                      <a:pt x="9" y="3"/>
                    </a:cubicBezTo>
                    <a:cubicBezTo>
                      <a:pt x="9" y="3"/>
                      <a:pt x="9" y="4"/>
                      <a:pt x="8" y="5"/>
                    </a:cubicBezTo>
                    <a:cubicBezTo>
                      <a:pt x="7" y="6"/>
                      <a:pt x="7" y="7"/>
                      <a:pt x="6" y="8"/>
                    </a:cubicBezTo>
                    <a:cubicBezTo>
                      <a:pt x="5" y="9"/>
                      <a:pt x="5" y="10"/>
                      <a:pt x="4" y="11"/>
                    </a:cubicBezTo>
                    <a:cubicBezTo>
                      <a:pt x="4" y="12"/>
                      <a:pt x="4" y="12"/>
                      <a:pt x="4" y="13"/>
                    </a:cubicBezTo>
                    <a:cubicBezTo>
                      <a:pt x="4" y="13"/>
                      <a:pt x="4" y="14"/>
                      <a:pt x="4" y="14"/>
                    </a:cubicBezTo>
                    <a:cubicBezTo>
                      <a:pt x="4" y="14"/>
                      <a:pt x="5" y="13"/>
                      <a:pt x="6" y="11"/>
                    </a:cubicBezTo>
                    <a:cubicBezTo>
                      <a:pt x="7" y="10"/>
                      <a:pt x="9" y="8"/>
                      <a:pt x="10" y="6"/>
                    </a:cubicBezTo>
                    <a:cubicBezTo>
                      <a:pt x="11" y="4"/>
                      <a:pt x="13" y="3"/>
                      <a:pt x="14" y="2"/>
                    </a:cubicBezTo>
                    <a:cubicBezTo>
                      <a:pt x="15" y="1"/>
                      <a:pt x="16" y="0"/>
                      <a:pt x="17" y="0"/>
                    </a:cubicBezTo>
                    <a:cubicBezTo>
                      <a:pt x="17" y="0"/>
                      <a:pt x="18" y="0"/>
                      <a:pt x="18" y="1"/>
                    </a:cubicBezTo>
                    <a:cubicBezTo>
                      <a:pt x="18" y="1"/>
                      <a:pt x="19" y="2"/>
                      <a:pt x="19" y="3"/>
                    </a:cubicBezTo>
                    <a:cubicBezTo>
                      <a:pt x="19" y="3"/>
                      <a:pt x="18" y="4"/>
                      <a:pt x="18" y="5"/>
                    </a:cubicBezTo>
                    <a:cubicBezTo>
                      <a:pt x="17" y="6"/>
                      <a:pt x="17" y="8"/>
                      <a:pt x="16" y="10"/>
                    </a:cubicBezTo>
                    <a:cubicBezTo>
                      <a:pt x="15" y="12"/>
                      <a:pt x="13" y="14"/>
                      <a:pt x="12" y="17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Freeform 53"/>
              <p:cNvSpPr>
                <a:spLocks noEditPoints="1"/>
              </p:cNvSpPr>
              <p:nvPr/>
            </p:nvSpPr>
            <p:spPr bwMode="auto">
              <a:xfrm>
                <a:off x="4188460" y="4462304"/>
                <a:ext cx="58738" cy="95250"/>
              </a:xfrm>
              <a:custGeom>
                <a:avLst/>
                <a:gdLst>
                  <a:gd name="T0" fmla="*/ 5 w 16"/>
                  <a:gd name="T1" fmla="*/ 15 h 25"/>
                  <a:gd name="T2" fmla="*/ 5 w 16"/>
                  <a:gd name="T3" fmla="*/ 16 h 25"/>
                  <a:gd name="T4" fmla="*/ 5 w 16"/>
                  <a:gd name="T5" fmla="*/ 19 h 25"/>
                  <a:gd name="T6" fmla="*/ 7 w 16"/>
                  <a:gd name="T7" fmla="*/ 20 h 25"/>
                  <a:gd name="T8" fmla="*/ 10 w 16"/>
                  <a:gd name="T9" fmla="*/ 19 h 25"/>
                  <a:gd name="T10" fmla="*/ 12 w 16"/>
                  <a:gd name="T11" fmla="*/ 17 h 25"/>
                  <a:gd name="T12" fmla="*/ 16 w 16"/>
                  <a:gd name="T13" fmla="*/ 14 h 25"/>
                  <a:gd name="T14" fmla="*/ 16 w 16"/>
                  <a:gd name="T15" fmla="*/ 16 h 25"/>
                  <a:gd name="T16" fmla="*/ 10 w 16"/>
                  <a:gd name="T17" fmla="*/ 23 h 25"/>
                  <a:gd name="T18" fmla="*/ 5 w 16"/>
                  <a:gd name="T19" fmla="*/ 25 h 25"/>
                  <a:gd name="T20" fmla="*/ 2 w 16"/>
                  <a:gd name="T21" fmla="*/ 23 h 25"/>
                  <a:gd name="T22" fmla="*/ 0 w 16"/>
                  <a:gd name="T23" fmla="*/ 17 h 25"/>
                  <a:gd name="T24" fmla="*/ 2 w 16"/>
                  <a:gd name="T25" fmla="*/ 11 h 25"/>
                  <a:gd name="T26" fmla="*/ 6 w 16"/>
                  <a:gd name="T27" fmla="*/ 5 h 25"/>
                  <a:gd name="T28" fmla="*/ 9 w 16"/>
                  <a:gd name="T29" fmla="*/ 1 h 25"/>
                  <a:gd name="T30" fmla="*/ 13 w 16"/>
                  <a:gd name="T31" fmla="*/ 0 h 25"/>
                  <a:gd name="T32" fmla="*/ 15 w 16"/>
                  <a:gd name="T33" fmla="*/ 1 h 25"/>
                  <a:gd name="T34" fmla="*/ 15 w 16"/>
                  <a:gd name="T35" fmla="*/ 3 h 25"/>
                  <a:gd name="T36" fmla="*/ 14 w 16"/>
                  <a:gd name="T37" fmla="*/ 7 h 25"/>
                  <a:gd name="T38" fmla="*/ 11 w 16"/>
                  <a:gd name="T39" fmla="*/ 11 h 25"/>
                  <a:gd name="T40" fmla="*/ 5 w 16"/>
                  <a:gd name="T41" fmla="*/ 15 h 25"/>
                  <a:gd name="T42" fmla="*/ 5 w 16"/>
                  <a:gd name="T43" fmla="*/ 13 h 25"/>
                  <a:gd name="T44" fmla="*/ 9 w 16"/>
                  <a:gd name="T45" fmla="*/ 10 h 25"/>
                  <a:gd name="T46" fmla="*/ 11 w 16"/>
                  <a:gd name="T47" fmla="*/ 7 h 25"/>
                  <a:gd name="T48" fmla="*/ 12 w 16"/>
                  <a:gd name="T49" fmla="*/ 5 h 25"/>
                  <a:gd name="T50" fmla="*/ 11 w 16"/>
                  <a:gd name="T51" fmla="*/ 4 h 25"/>
                  <a:gd name="T52" fmla="*/ 10 w 16"/>
                  <a:gd name="T53" fmla="*/ 5 h 25"/>
                  <a:gd name="T54" fmla="*/ 8 w 16"/>
                  <a:gd name="T55" fmla="*/ 7 h 25"/>
                  <a:gd name="T56" fmla="*/ 6 w 16"/>
                  <a:gd name="T57" fmla="*/ 9 h 25"/>
                  <a:gd name="T58" fmla="*/ 5 w 16"/>
                  <a:gd name="T59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6" h="25">
                    <a:moveTo>
                      <a:pt x="5" y="15"/>
                    </a:moveTo>
                    <a:cubicBezTo>
                      <a:pt x="5" y="16"/>
                      <a:pt x="5" y="16"/>
                      <a:pt x="5" y="16"/>
                    </a:cubicBezTo>
                    <a:cubicBezTo>
                      <a:pt x="5" y="17"/>
                      <a:pt x="5" y="18"/>
                      <a:pt x="5" y="19"/>
                    </a:cubicBezTo>
                    <a:cubicBezTo>
                      <a:pt x="6" y="20"/>
                      <a:pt x="7" y="20"/>
                      <a:pt x="7" y="20"/>
                    </a:cubicBezTo>
                    <a:cubicBezTo>
                      <a:pt x="8" y="20"/>
                      <a:pt x="9" y="20"/>
                      <a:pt x="10" y="19"/>
                    </a:cubicBezTo>
                    <a:cubicBezTo>
                      <a:pt x="11" y="19"/>
                      <a:pt x="12" y="18"/>
                      <a:pt x="12" y="17"/>
                    </a:cubicBezTo>
                    <a:cubicBezTo>
                      <a:pt x="13" y="17"/>
                      <a:pt x="14" y="15"/>
                      <a:pt x="16" y="14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4" y="19"/>
                      <a:pt x="12" y="21"/>
                      <a:pt x="10" y="23"/>
                    </a:cubicBezTo>
                    <a:cubicBezTo>
                      <a:pt x="9" y="25"/>
                      <a:pt x="7" y="25"/>
                      <a:pt x="5" y="25"/>
                    </a:cubicBezTo>
                    <a:cubicBezTo>
                      <a:pt x="4" y="25"/>
                      <a:pt x="3" y="25"/>
                      <a:pt x="2" y="23"/>
                    </a:cubicBezTo>
                    <a:cubicBezTo>
                      <a:pt x="1" y="22"/>
                      <a:pt x="0" y="19"/>
                      <a:pt x="0" y="17"/>
                    </a:cubicBezTo>
                    <a:cubicBezTo>
                      <a:pt x="0" y="15"/>
                      <a:pt x="1" y="12"/>
                      <a:pt x="2" y="11"/>
                    </a:cubicBezTo>
                    <a:cubicBezTo>
                      <a:pt x="3" y="9"/>
                      <a:pt x="4" y="7"/>
                      <a:pt x="6" y="5"/>
                    </a:cubicBezTo>
                    <a:cubicBezTo>
                      <a:pt x="7" y="3"/>
                      <a:pt x="8" y="2"/>
                      <a:pt x="9" y="1"/>
                    </a:cubicBezTo>
                    <a:cubicBezTo>
                      <a:pt x="11" y="1"/>
                      <a:pt x="12" y="0"/>
                      <a:pt x="13" y="0"/>
                    </a:cubicBezTo>
                    <a:cubicBezTo>
                      <a:pt x="14" y="0"/>
                      <a:pt x="14" y="0"/>
                      <a:pt x="15" y="1"/>
                    </a:cubicBezTo>
                    <a:cubicBezTo>
                      <a:pt x="15" y="1"/>
                      <a:pt x="15" y="2"/>
                      <a:pt x="15" y="3"/>
                    </a:cubicBezTo>
                    <a:cubicBezTo>
                      <a:pt x="15" y="4"/>
                      <a:pt x="15" y="6"/>
                      <a:pt x="14" y="7"/>
                    </a:cubicBezTo>
                    <a:cubicBezTo>
                      <a:pt x="13" y="9"/>
                      <a:pt x="12" y="10"/>
                      <a:pt x="11" y="11"/>
                    </a:cubicBezTo>
                    <a:cubicBezTo>
                      <a:pt x="9" y="13"/>
                      <a:pt x="7" y="14"/>
                      <a:pt x="5" y="15"/>
                    </a:cubicBezTo>
                    <a:close/>
                    <a:moveTo>
                      <a:pt x="5" y="13"/>
                    </a:moveTo>
                    <a:cubicBezTo>
                      <a:pt x="6" y="12"/>
                      <a:pt x="8" y="11"/>
                      <a:pt x="9" y="10"/>
                    </a:cubicBezTo>
                    <a:cubicBezTo>
                      <a:pt x="10" y="9"/>
                      <a:pt x="11" y="8"/>
                      <a:pt x="11" y="7"/>
                    </a:cubicBezTo>
                    <a:cubicBezTo>
                      <a:pt x="12" y="6"/>
                      <a:pt x="12" y="5"/>
                      <a:pt x="12" y="5"/>
                    </a:cubicBezTo>
                    <a:cubicBezTo>
                      <a:pt x="12" y="4"/>
                      <a:pt x="12" y="4"/>
                      <a:pt x="11" y="4"/>
                    </a:cubicBezTo>
                    <a:cubicBezTo>
                      <a:pt x="11" y="4"/>
                      <a:pt x="11" y="4"/>
                      <a:pt x="10" y="5"/>
                    </a:cubicBezTo>
                    <a:cubicBezTo>
                      <a:pt x="9" y="5"/>
                      <a:pt x="9" y="6"/>
                      <a:pt x="8" y="7"/>
                    </a:cubicBezTo>
                    <a:cubicBezTo>
                      <a:pt x="7" y="7"/>
                      <a:pt x="7" y="8"/>
                      <a:pt x="6" y="9"/>
                    </a:cubicBezTo>
                    <a:cubicBezTo>
                      <a:pt x="5" y="11"/>
                      <a:pt x="5" y="12"/>
                      <a:pt x="5" y="13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54"/>
              <p:cNvSpPr>
                <a:spLocks noEditPoints="1"/>
              </p:cNvSpPr>
              <p:nvPr/>
            </p:nvSpPr>
            <p:spPr bwMode="auto">
              <a:xfrm>
                <a:off x="4255135" y="4395629"/>
                <a:ext cx="71438" cy="157163"/>
              </a:xfrm>
              <a:custGeom>
                <a:avLst/>
                <a:gdLst>
                  <a:gd name="T0" fmla="*/ 3 w 19"/>
                  <a:gd name="T1" fmla="*/ 42 h 42"/>
                  <a:gd name="T2" fmla="*/ 1 w 19"/>
                  <a:gd name="T3" fmla="*/ 41 h 42"/>
                  <a:gd name="T4" fmla="*/ 0 w 19"/>
                  <a:gd name="T5" fmla="*/ 39 h 42"/>
                  <a:gd name="T6" fmla="*/ 1 w 19"/>
                  <a:gd name="T7" fmla="*/ 34 h 42"/>
                  <a:gd name="T8" fmla="*/ 3 w 19"/>
                  <a:gd name="T9" fmla="*/ 32 h 42"/>
                  <a:gd name="T10" fmla="*/ 4 w 19"/>
                  <a:gd name="T11" fmla="*/ 32 h 42"/>
                  <a:gd name="T12" fmla="*/ 5 w 19"/>
                  <a:gd name="T13" fmla="*/ 33 h 42"/>
                  <a:gd name="T14" fmla="*/ 5 w 19"/>
                  <a:gd name="T15" fmla="*/ 36 h 42"/>
                  <a:gd name="T16" fmla="*/ 5 w 19"/>
                  <a:gd name="T17" fmla="*/ 40 h 42"/>
                  <a:gd name="T18" fmla="*/ 3 w 19"/>
                  <a:gd name="T19" fmla="*/ 42 h 42"/>
                  <a:gd name="T20" fmla="*/ 15 w 19"/>
                  <a:gd name="T21" fmla="*/ 0 h 42"/>
                  <a:gd name="T22" fmla="*/ 16 w 19"/>
                  <a:gd name="T23" fmla="*/ 0 h 42"/>
                  <a:gd name="T24" fmla="*/ 18 w 19"/>
                  <a:gd name="T25" fmla="*/ 1 h 42"/>
                  <a:gd name="T26" fmla="*/ 19 w 19"/>
                  <a:gd name="T27" fmla="*/ 3 h 42"/>
                  <a:gd name="T28" fmla="*/ 16 w 19"/>
                  <a:gd name="T29" fmla="*/ 10 h 42"/>
                  <a:gd name="T30" fmla="*/ 12 w 19"/>
                  <a:gd name="T31" fmla="*/ 18 h 42"/>
                  <a:gd name="T32" fmla="*/ 9 w 19"/>
                  <a:gd name="T33" fmla="*/ 23 h 42"/>
                  <a:gd name="T34" fmla="*/ 7 w 19"/>
                  <a:gd name="T35" fmla="*/ 27 h 42"/>
                  <a:gd name="T36" fmla="*/ 7 w 19"/>
                  <a:gd name="T37" fmla="*/ 28 h 42"/>
                  <a:gd name="T38" fmla="*/ 7 w 19"/>
                  <a:gd name="T39" fmla="*/ 30 h 42"/>
                  <a:gd name="T40" fmla="*/ 6 w 19"/>
                  <a:gd name="T41" fmla="*/ 30 h 42"/>
                  <a:gd name="T42" fmla="*/ 4 w 19"/>
                  <a:gd name="T43" fmla="*/ 29 h 42"/>
                  <a:gd name="T44" fmla="*/ 4 w 19"/>
                  <a:gd name="T45" fmla="*/ 27 h 42"/>
                  <a:gd name="T46" fmla="*/ 4 w 19"/>
                  <a:gd name="T47" fmla="*/ 25 h 42"/>
                  <a:gd name="T48" fmla="*/ 5 w 19"/>
                  <a:gd name="T49" fmla="*/ 22 h 42"/>
                  <a:gd name="T50" fmla="*/ 7 w 19"/>
                  <a:gd name="T51" fmla="*/ 17 h 42"/>
                  <a:gd name="T52" fmla="*/ 10 w 19"/>
                  <a:gd name="T53" fmla="*/ 10 h 42"/>
                  <a:gd name="T54" fmla="*/ 15 w 19"/>
                  <a:gd name="T55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9" h="42">
                    <a:moveTo>
                      <a:pt x="3" y="42"/>
                    </a:moveTo>
                    <a:cubicBezTo>
                      <a:pt x="2" y="42"/>
                      <a:pt x="2" y="42"/>
                      <a:pt x="1" y="41"/>
                    </a:cubicBezTo>
                    <a:cubicBezTo>
                      <a:pt x="1" y="41"/>
                      <a:pt x="0" y="40"/>
                      <a:pt x="0" y="39"/>
                    </a:cubicBezTo>
                    <a:cubicBezTo>
                      <a:pt x="0" y="37"/>
                      <a:pt x="1" y="36"/>
                      <a:pt x="1" y="34"/>
                    </a:cubicBezTo>
                    <a:cubicBezTo>
                      <a:pt x="2" y="32"/>
                      <a:pt x="2" y="32"/>
                      <a:pt x="3" y="32"/>
                    </a:cubicBezTo>
                    <a:cubicBezTo>
                      <a:pt x="3" y="32"/>
                      <a:pt x="4" y="32"/>
                      <a:pt x="4" y="32"/>
                    </a:cubicBezTo>
                    <a:cubicBezTo>
                      <a:pt x="4" y="32"/>
                      <a:pt x="5" y="33"/>
                      <a:pt x="5" y="33"/>
                    </a:cubicBezTo>
                    <a:cubicBezTo>
                      <a:pt x="5" y="34"/>
                      <a:pt x="5" y="35"/>
                      <a:pt x="5" y="36"/>
                    </a:cubicBezTo>
                    <a:cubicBezTo>
                      <a:pt x="5" y="37"/>
                      <a:pt x="5" y="38"/>
                      <a:pt x="5" y="40"/>
                    </a:cubicBezTo>
                    <a:cubicBezTo>
                      <a:pt x="4" y="41"/>
                      <a:pt x="3" y="42"/>
                      <a:pt x="3" y="42"/>
                    </a:cubicBezTo>
                    <a:close/>
                    <a:moveTo>
                      <a:pt x="15" y="0"/>
                    </a:moveTo>
                    <a:cubicBezTo>
                      <a:pt x="15" y="0"/>
                      <a:pt x="16" y="0"/>
                      <a:pt x="16" y="0"/>
                    </a:cubicBezTo>
                    <a:cubicBezTo>
                      <a:pt x="16" y="0"/>
                      <a:pt x="17" y="0"/>
                      <a:pt x="18" y="1"/>
                    </a:cubicBezTo>
                    <a:cubicBezTo>
                      <a:pt x="18" y="1"/>
                      <a:pt x="19" y="2"/>
                      <a:pt x="19" y="3"/>
                    </a:cubicBezTo>
                    <a:cubicBezTo>
                      <a:pt x="19" y="4"/>
                      <a:pt x="17" y="7"/>
                      <a:pt x="16" y="10"/>
                    </a:cubicBezTo>
                    <a:cubicBezTo>
                      <a:pt x="14" y="13"/>
                      <a:pt x="13" y="16"/>
                      <a:pt x="12" y="18"/>
                    </a:cubicBezTo>
                    <a:cubicBezTo>
                      <a:pt x="11" y="19"/>
                      <a:pt x="10" y="21"/>
                      <a:pt x="9" y="23"/>
                    </a:cubicBezTo>
                    <a:cubicBezTo>
                      <a:pt x="8" y="25"/>
                      <a:pt x="7" y="26"/>
                      <a:pt x="7" y="27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9"/>
                      <a:pt x="7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5" y="30"/>
                      <a:pt x="5" y="30"/>
                      <a:pt x="4" y="29"/>
                    </a:cubicBezTo>
                    <a:cubicBezTo>
                      <a:pt x="4" y="28"/>
                      <a:pt x="4" y="28"/>
                      <a:pt x="4" y="27"/>
                    </a:cubicBezTo>
                    <a:cubicBezTo>
                      <a:pt x="4" y="27"/>
                      <a:pt x="4" y="26"/>
                      <a:pt x="4" y="25"/>
                    </a:cubicBezTo>
                    <a:cubicBezTo>
                      <a:pt x="4" y="25"/>
                      <a:pt x="5" y="23"/>
                      <a:pt x="5" y="22"/>
                    </a:cubicBezTo>
                    <a:cubicBezTo>
                      <a:pt x="6" y="20"/>
                      <a:pt x="7" y="19"/>
                      <a:pt x="7" y="17"/>
                    </a:cubicBezTo>
                    <a:cubicBezTo>
                      <a:pt x="8" y="15"/>
                      <a:pt x="9" y="13"/>
                      <a:pt x="10" y="10"/>
                    </a:cubicBezTo>
                    <a:cubicBezTo>
                      <a:pt x="13" y="5"/>
                      <a:pt x="14" y="2"/>
                      <a:pt x="15" y="0"/>
                    </a:cubicBezTo>
                    <a:close/>
                  </a:path>
                </a:pathLst>
              </a:custGeom>
              <a:solidFill>
                <a:srgbClr val="2D5F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55"/>
              <p:cNvSpPr>
                <a:spLocks/>
              </p:cNvSpPr>
              <p:nvPr/>
            </p:nvSpPr>
            <p:spPr bwMode="auto">
              <a:xfrm>
                <a:off x="1459548" y="2284254"/>
                <a:ext cx="752475" cy="301625"/>
              </a:xfrm>
              <a:custGeom>
                <a:avLst/>
                <a:gdLst>
                  <a:gd name="T0" fmla="*/ 191 w 200"/>
                  <a:gd name="T1" fmla="*/ 10 h 80"/>
                  <a:gd name="T2" fmla="*/ 140 w 200"/>
                  <a:gd name="T3" fmla="*/ 1 h 80"/>
                  <a:gd name="T4" fmla="*/ 106 w 200"/>
                  <a:gd name="T5" fmla="*/ 28 h 80"/>
                  <a:gd name="T6" fmla="*/ 95 w 200"/>
                  <a:gd name="T7" fmla="*/ 31 h 80"/>
                  <a:gd name="T8" fmla="*/ 85 w 200"/>
                  <a:gd name="T9" fmla="*/ 35 h 80"/>
                  <a:gd name="T10" fmla="*/ 42 w 200"/>
                  <a:gd name="T11" fmla="*/ 34 h 80"/>
                  <a:gd name="T12" fmla="*/ 6 w 200"/>
                  <a:gd name="T13" fmla="*/ 72 h 80"/>
                  <a:gd name="T14" fmla="*/ 8 w 200"/>
                  <a:gd name="T15" fmla="*/ 74 h 80"/>
                  <a:gd name="T16" fmla="*/ 44 w 200"/>
                  <a:gd name="T17" fmla="*/ 45 h 80"/>
                  <a:gd name="T18" fmla="*/ 82 w 200"/>
                  <a:gd name="T19" fmla="*/ 51 h 80"/>
                  <a:gd name="T20" fmla="*/ 95 w 200"/>
                  <a:gd name="T21" fmla="*/ 63 h 80"/>
                  <a:gd name="T22" fmla="*/ 107 w 200"/>
                  <a:gd name="T23" fmla="*/ 66 h 80"/>
                  <a:gd name="T24" fmla="*/ 115 w 200"/>
                  <a:gd name="T25" fmla="*/ 56 h 80"/>
                  <a:gd name="T26" fmla="*/ 118 w 200"/>
                  <a:gd name="T27" fmla="*/ 39 h 80"/>
                  <a:gd name="T28" fmla="*/ 145 w 200"/>
                  <a:gd name="T29" fmla="*/ 11 h 80"/>
                  <a:gd name="T30" fmla="*/ 191 w 200"/>
                  <a:gd name="T31" fmla="*/ 13 h 80"/>
                  <a:gd name="T32" fmla="*/ 191 w 200"/>
                  <a:gd name="T33" fmla="*/ 1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00" h="80">
                    <a:moveTo>
                      <a:pt x="191" y="10"/>
                    </a:moveTo>
                    <a:cubicBezTo>
                      <a:pt x="140" y="1"/>
                      <a:pt x="140" y="1"/>
                      <a:pt x="140" y="1"/>
                    </a:cubicBezTo>
                    <a:cubicBezTo>
                      <a:pt x="135" y="0"/>
                      <a:pt x="106" y="28"/>
                      <a:pt x="106" y="28"/>
                    </a:cubicBezTo>
                    <a:cubicBezTo>
                      <a:pt x="101" y="28"/>
                      <a:pt x="98" y="29"/>
                      <a:pt x="95" y="31"/>
                    </a:cubicBezTo>
                    <a:cubicBezTo>
                      <a:pt x="92" y="31"/>
                      <a:pt x="89" y="32"/>
                      <a:pt x="85" y="35"/>
                    </a:cubicBezTo>
                    <a:cubicBezTo>
                      <a:pt x="85" y="35"/>
                      <a:pt x="45" y="31"/>
                      <a:pt x="42" y="34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0" y="79"/>
                      <a:pt x="1" y="80"/>
                      <a:pt x="8" y="74"/>
                    </a:cubicBezTo>
                    <a:cubicBezTo>
                      <a:pt x="8" y="74"/>
                      <a:pt x="31" y="57"/>
                      <a:pt x="44" y="45"/>
                    </a:cubicBezTo>
                    <a:cubicBezTo>
                      <a:pt x="44" y="45"/>
                      <a:pt x="67" y="46"/>
                      <a:pt x="82" y="51"/>
                    </a:cubicBezTo>
                    <a:cubicBezTo>
                      <a:pt x="82" y="51"/>
                      <a:pt x="87" y="59"/>
                      <a:pt x="95" y="63"/>
                    </a:cubicBezTo>
                    <a:cubicBezTo>
                      <a:pt x="95" y="63"/>
                      <a:pt x="102" y="69"/>
                      <a:pt x="107" y="66"/>
                    </a:cubicBezTo>
                    <a:cubicBezTo>
                      <a:pt x="113" y="65"/>
                      <a:pt x="115" y="56"/>
                      <a:pt x="115" y="56"/>
                    </a:cubicBezTo>
                    <a:cubicBezTo>
                      <a:pt x="119" y="48"/>
                      <a:pt x="118" y="39"/>
                      <a:pt x="118" y="39"/>
                    </a:cubicBezTo>
                    <a:cubicBezTo>
                      <a:pt x="127" y="26"/>
                      <a:pt x="145" y="11"/>
                      <a:pt x="145" y="11"/>
                    </a:cubicBezTo>
                    <a:cubicBezTo>
                      <a:pt x="162" y="13"/>
                      <a:pt x="191" y="13"/>
                      <a:pt x="191" y="13"/>
                    </a:cubicBezTo>
                    <a:cubicBezTo>
                      <a:pt x="200" y="13"/>
                      <a:pt x="200" y="11"/>
                      <a:pt x="191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56"/>
              <p:cNvSpPr>
                <a:spLocks/>
              </p:cNvSpPr>
              <p:nvPr/>
            </p:nvSpPr>
            <p:spPr bwMode="auto">
              <a:xfrm>
                <a:off x="1786573" y="1923891"/>
                <a:ext cx="576263" cy="192088"/>
              </a:xfrm>
              <a:custGeom>
                <a:avLst/>
                <a:gdLst>
                  <a:gd name="T0" fmla="*/ 148 w 153"/>
                  <a:gd name="T1" fmla="*/ 46 h 51"/>
                  <a:gd name="T2" fmla="*/ 119 w 153"/>
                  <a:gd name="T3" fmla="*/ 20 h 51"/>
                  <a:gd name="T4" fmla="*/ 88 w 153"/>
                  <a:gd name="T5" fmla="*/ 23 h 51"/>
                  <a:gd name="T6" fmla="*/ 79 w 153"/>
                  <a:gd name="T7" fmla="*/ 20 h 51"/>
                  <a:gd name="T8" fmla="*/ 71 w 153"/>
                  <a:gd name="T9" fmla="*/ 19 h 51"/>
                  <a:gd name="T10" fmla="*/ 44 w 153"/>
                  <a:gd name="T11" fmla="*/ 1 h 51"/>
                  <a:gd name="T12" fmla="*/ 7 w 153"/>
                  <a:gd name="T13" fmla="*/ 11 h 51"/>
                  <a:gd name="T14" fmla="*/ 7 w 153"/>
                  <a:gd name="T15" fmla="*/ 13 h 51"/>
                  <a:gd name="T16" fmla="*/ 41 w 153"/>
                  <a:gd name="T17" fmla="*/ 9 h 51"/>
                  <a:gd name="T18" fmla="*/ 63 w 153"/>
                  <a:gd name="T19" fmla="*/ 28 h 51"/>
                  <a:gd name="T20" fmla="*/ 66 w 153"/>
                  <a:gd name="T21" fmla="*/ 41 h 51"/>
                  <a:gd name="T22" fmla="*/ 73 w 153"/>
                  <a:gd name="T23" fmla="*/ 48 h 51"/>
                  <a:gd name="T24" fmla="*/ 82 w 153"/>
                  <a:gd name="T25" fmla="*/ 45 h 51"/>
                  <a:gd name="T26" fmla="*/ 91 w 153"/>
                  <a:gd name="T27" fmla="*/ 35 h 51"/>
                  <a:gd name="T28" fmla="*/ 118 w 153"/>
                  <a:gd name="T29" fmla="*/ 28 h 51"/>
                  <a:gd name="T30" fmla="*/ 147 w 153"/>
                  <a:gd name="T31" fmla="*/ 48 h 51"/>
                  <a:gd name="T32" fmla="*/ 148 w 153"/>
                  <a:gd name="T33" fmla="*/ 46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3" h="51">
                    <a:moveTo>
                      <a:pt x="148" y="46"/>
                    </a:moveTo>
                    <a:cubicBezTo>
                      <a:pt x="119" y="20"/>
                      <a:pt x="119" y="20"/>
                      <a:pt x="119" y="20"/>
                    </a:cubicBezTo>
                    <a:cubicBezTo>
                      <a:pt x="117" y="17"/>
                      <a:pt x="88" y="23"/>
                      <a:pt x="88" y="23"/>
                    </a:cubicBezTo>
                    <a:cubicBezTo>
                      <a:pt x="84" y="21"/>
                      <a:pt x="82" y="20"/>
                      <a:pt x="79" y="20"/>
                    </a:cubicBezTo>
                    <a:cubicBezTo>
                      <a:pt x="77" y="19"/>
                      <a:pt x="75" y="19"/>
                      <a:pt x="71" y="19"/>
                    </a:cubicBezTo>
                    <a:cubicBezTo>
                      <a:pt x="71" y="19"/>
                      <a:pt x="48" y="0"/>
                      <a:pt x="44" y="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0" y="12"/>
                      <a:pt x="0" y="13"/>
                      <a:pt x="7" y="13"/>
                    </a:cubicBezTo>
                    <a:cubicBezTo>
                      <a:pt x="7" y="13"/>
                      <a:pt x="28" y="11"/>
                      <a:pt x="41" y="9"/>
                    </a:cubicBezTo>
                    <a:cubicBezTo>
                      <a:pt x="41" y="9"/>
                      <a:pt x="55" y="19"/>
                      <a:pt x="63" y="28"/>
                    </a:cubicBezTo>
                    <a:cubicBezTo>
                      <a:pt x="63" y="28"/>
                      <a:pt x="63" y="35"/>
                      <a:pt x="66" y="41"/>
                    </a:cubicBezTo>
                    <a:cubicBezTo>
                      <a:pt x="66" y="41"/>
                      <a:pt x="68" y="47"/>
                      <a:pt x="73" y="48"/>
                    </a:cubicBezTo>
                    <a:cubicBezTo>
                      <a:pt x="77" y="49"/>
                      <a:pt x="82" y="45"/>
                      <a:pt x="82" y="45"/>
                    </a:cubicBezTo>
                    <a:cubicBezTo>
                      <a:pt x="87" y="41"/>
                      <a:pt x="91" y="35"/>
                      <a:pt x="91" y="35"/>
                    </a:cubicBezTo>
                    <a:cubicBezTo>
                      <a:pt x="101" y="30"/>
                      <a:pt x="118" y="28"/>
                      <a:pt x="118" y="28"/>
                    </a:cubicBezTo>
                    <a:cubicBezTo>
                      <a:pt x="129" y="36"/>
                      <a:pt x="147" y="48"/>
                      <a:pt x="147" y="48"/>
                    </a:cubicBezTo>
                    <a:cubicBezTo>
                      <a:pt x="153" y="51"/>
                      <a:pt x="153" y="51"/>
                      <a:pt x="148" y="46"/>
                    </a:cubicBezTo>
                    <a:close/>
                  </a:path>
                </a:pathLst>
              </a:custGeom>
              <a:solidFill>
                <a:srgbClr val="F0ED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3353594" y="3048407"/>
                <a:ext cx="940435" cy="391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E8622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GOAL</a:t>
                </a:r>
                <a:endParaRPr lang="zh-CN" altLang="en-US" sz="1400" b="1" dirty="0">
                  <a:solidFill>
                    <a:srgbClr val="E862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3347085" y="3725929"/>
                <a:ext cx="1018143" cy="469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5270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2015</a:t>
                </a:r>
                <a:endParaRPr lang="zh-CN" altLang="en-US" b="1" dirty="0">
                  <a:solidFill>
                    <a:srgbClr val="52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3424793" y="3374531"/>
                <a:ext cx="940435" cy="391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E8622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WIN</a:t>
                </a:r>
                <a:endParaRPr lang="zh-CN" altLang="en-US" sz="1400" b="1" dirty="0">
                  <a:solidFill>
                    <a:srgbClr val="E862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6672348" y="2892495"/>
            <a:ext cx="3576552" cy="2068989"/>
            <a:chOff x="1102976" y="2288518"/>
            <a:chExt cx="3576552" cy="2068989"/>
          </a:xfrm>
        </p:grpSpPr>
        <p:sp>
          <p:nvSpPr>
            <p:cNvPr id="47" name="文本框 46"/>
            <p:cNvSpPr txBox="1"/>
            <p:nvPr/>
          </p:nvSpPr>
          <p:spPr>
            <a:xfrm>
              <a:off x="1102976" y="2757069"/>
              <a:ext cx="357655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我们工作室致力于专业</a:t>
              </a:r>
              <a:r>
                <a:rPr lang="en-US" altLang="zh-CN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模板的发布，课件及汇报</a:t>
              </a:r>
              <a:r>
                <a:rPr lang="en-US" altLang="zh-CN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的美化，并为您提供专业的</a:t>
              </a:r>
              <a:r>
                <a:rPr lang="en-US" altLang="zh-CN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个性定制服务。</a:t>
              </a:r>
              <a:r>
                <a:rPr lang="zh-CN" alt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单击此处添加您的文字内容。本模板的所有素材和逻辑图表，均可自由编辑替换和移动。更多模板：亮亮图文旗舰店</a:t>
              </a:r>
              <a:r>
                <a:rPr lang="en-US" altLang="zh-CN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https://liangliangtuwen.tmall.com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102976" y="2288518"/>
              <a:ext cx="23329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论文综述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885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5502572" y="0"/>
            <a:ext cx="6689427" cy="6858000"/>
          </a:xfrm>
          <a:prstGeom prst="rect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60" name="直接连接符 59"/>
          <p:cNvCxnSpPr/>
          <p:nvPr/>
        </p:nvCxnSpPr>
        <p:spPr>
          <a:xfrm flipH="1">
            <a:off x="8442091" y="193038"/>
            <a:ext cx="528440" cy="389826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 flipV="1">
            <a:off x="9017157" y="220326"/>
            <a:ext cx="458073" cy="362538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/>
          <p:cNvSpPr/>
          <p:nvPr/>
        </p:nvSpPr>
        <p:spPr>
          <a:xfrm>
            <a:off x="8835830" y="0"/>
            <a:ext cx="269401" cy="269401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6950026" y="582864"/>
            <a:ext cx="3978839" cy="82630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152400" dist="25400" dir="54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899708" y="722097"/>
            <a:ext cx="2318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论文综述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7455198" y="2468743"/>
            <a:ext cx="2851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单击此处添加标题</a:t>
            </a:r>
          </a:p>
        </p:txBody>
      </p:sp>
      <p:cxnSp>
        <p:nvCxnSpPr>
          <p:cNvPr id="66" name="直接连接符 65"/>
          <p:cNvCxnSpPr/>
          <p:nvPr/>
        </p:nvCxnSpPr>
        <p:spPr>
          <a:xfrm>
            <a:off x="6814419" y="3049066"/>
            <a:ext cx="3915313" cy="0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6732003" y="3198812"/>
            <a:ext cx="419686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本模板的所有素材和逻辑图表，均可自由编辑替换和移动。本模板的所有素材和逻辑图表，均可自由编辑替换和移动。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661988" y="1466850"/>
            <a:ext cx="4259263" cy="4545012"/>
            <a:chOff x="661988" y="1466850"/>
            <a:chExt cx="4259263" cy="4545012"/>
          </a:xfrm>
        </p:grpSpPr>
        <p:sp>
          <p:nvSpPr>
            <p:cNvPr id="69" name="Freeform 5"/>
            <p:cNvSpPr>
              <a:spLocks/>
            </p:cNvSpPr>
            <p:nvPr/>
          </p:nvSpPr>
          <p:spPr bwMode="auto">
            <a:xfrm>
              <a:off x="908050" y="4143375"/>
              <a:ext cx="585788" cy="584200"/>
            </a:xfrm>
            <a:custGeom>
              <a:avLst/>
              <a:gdLst>
                <a:gd name="T0" fmla="*/ 140 w 281"/>
                <a:gd name="T1" fmla="*/ 0 h 281"/>
                <a:gd name="T2" fmla="*/ 281 w 281"/>
                <a:gd name="T3" fmla="*/ 140 h 281"/>
                <a:gd name="T4" fmla="*/ 140 w 281"/>
                <a:gd name="T5" fmla="*/ 281 h 281"/>
                <a:gd name="T6" fmla="*/ 0 w 281"/>
                <a:gd name="T7" fmla="*/ 140 h 281"/>
                <a:gd name="T8" fmla="*/ 23 w 281"/>
                <a:gd name="T9" fmla="*/ 62 h 281"/>
                <a:gd name="T10" fmla="*/ 54 w 281"/>
                <a:gd name="T11" fmla="*/ 93 h 281"/>
                <a:gd name="T12" fmla="*/ 42 w 281"/>
                <a:gd name="T13" fmla="*/ 140 h 281"/>
                <a:gd name="T14" fmla="*/ 140 w 281"/>
                <a:gd name="T15" fmla="*/ 239 h 281"/>
                <a:gd name="T16" fmla="*/ 239 w 281"/>
                <a:gd name="T17" fmla="*/ 140 h 281"/>
                <a:gd name="T18" fmla="*/ 140 w 281"/>
                <a:gd name="T19" fmla="*/ 42 h 281"/>
                <a:gd name="T20" fmla="*/ 88 w 281"/>
                <a:gd name="T21" fmla="*/ 57 h 281"/>
                <a:gd name="T22" fmla="*/ 58 w 281"/>
                <a:gd name="T23" fmla="*/ 26 h 281"/>
                <a:gd name="T24" fmla="*/ 140 w 281"/>
                <a:gd name="T25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1" h="281">
                  <a:moveTo>
                    <a:pt x="140" y="0"/>
                  </a:moveTo>
                  <a:cubicBezTo>
                    <a:pt x="218" y="0"/>
                    <a:pt x="281" y="63"/>
                    <a:pt x="281" y="140"/>
                  </a:cubicBezTo>
                  <a:cubicBezTo>
                    <a:pt x="281" y="218"/>
                    <a:pt x="218" y="281"/>
                    <a:pt x="140" y="281"/>
                  </a:cubicBezTo>
                  <a:cubicBezTo>
                    <a:pt x="63" y="281"/>
                    <a:pt x="0" y="218"/>
                    <a:pt x="0" y="140"/>
                  </a:cubicBezTo>
                  <a:cubicBezTo>
                    <a:pt x="0" y="111"/>
                    <a:pt x="9" y="85"/>
                    <a:pt x="23" y="62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46" y="107"/>
                    <a:pt x="42" y="123"/>
                    <a:pt x="42" y="140"/>
                  </a:cubicBezTo>
                  <a:cubicBezTo>
                    <a:pt x="42" y="195"/>
                    <a:pt x="86" y="239"/>
                    <a:pt x="140" y="239"/>
                  </a:cubicBezTo>
                  <a:cubicBezTo>
                    <a:pt x="195" y="239"/>
                    <a:pt x="239" y="195"/>
                    <a:pt x="239" y="140"/>
                  </a:cubicBezTo>
                  <a:cubicBezTo>
                    <a:pt x="239" y="86"/>
                    <a:pt x="195" y="42"/>
                    <a:pt x="140" y="42"/>
                  </a:cubicBezTo>
                  <a:cubicBezTo>
                    <a:pt x="121" y="42"/>
                    <a:pt x="104" y="47"/>
                    <a:pt x="88" y="57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81" y="10"/>
                    <a:pt x="110" y="0"/>
                    <a:pt x="140" y="0"/>
                  </a:cubicBezTo>
                  <a:close/>
                </a:path>
              </a:pathLst>
            </a:custGeom>
            <a:solidFill>
              <a:srgbClr val="012C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0" name="Freeform 6"/>
            <p:cNvSpPr>
              <a:spLocks/>
            </p:cNvSpPr>
            <p:nvPr/>
          </p:nvSpPr>
          <p:spPr bwMode="auto">
            <a:xfrm>
              <a:off x="1082675" y="4318000"/>
              <a:ext cx="234950" cy="234950"/>
            </a:xfrm>
            <a:custGeom>
              <a:avLst/>
              <a:gdLst>
                <a:gd name="T0" fmla="*/ 31 w 113"/>
                <a:gd name="T1" fmla="*/ 70 h 113"/>
                <a:gd name="T2" fmla="*/ 2 w 113"/>
                <a:gd name="T3" fmla="*/ 41 h 113"/>
                <a:gd name="T4" fmla="*/ 0 w 113"/>
                <a:gd name="T5" fmla="*/ 56 h 113"/>
                <a:gd name="T6" fmla="*/ 56 w 113"/>
                <a:gd name="T7" fmla="*/ 113 h 113"/>
                <a:gd name="T8" fmla="*/ 113 w 113"/>
                <a:gd name="T9" fmla="*/ 56 h 113"/>
                <a:gd name="T10" fmla="*/ 56 w 113"/>
                <a:gd name="T11" fmla="*/ 0 h 113"/>
                <a:gd name="T12" fmla="*/ 36 w 113"/>
                <a:gd name="T13" fmla="*/ 4 h 113"/>
                <a:gd name="T14" fmla="*/ 59 w 113"/>
                <a:gd name="T15" fmla="*/ 28 h 113"/>
                <a:gd name="T16" fmla="*/ 85 w 113"/>
                <a:gd name="T17" fmla="*/ 56 h 113"/>
                <a:gd name="T18" fmla="*/ 56 w 113"/>
                <a:gd name="T19" fmla="*/ 85 h 113"/>
                <a:gd name="T20" fmla="*/ 31 w 113"/>
                <a:gd name="T21" fmla="*/ 7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3" h="113">
                  <a:moveTo>
                    <a:pt x="31" y="70"/>
                  </a:moveTo>
                  <a:cubicBezTo>
                    <a:pt x="2" y="41"/>
                    <a:pt x="2" y="41"/>
                    <a:pt x="2" y="41"/>
                  </a:cubicBezTo>
                  <a:cubicBezTo>
                    <a:pt x="1" y="46"/>
                    <a:pt x="0" y="51"/>
                    <a:pt x="0" y="56"/>
                  </a:cubicBezTo>
                  <a:cubicBezTo>
                    <a:pt x="0" y="88"/>
                    <a:pt x="25" y="113"/>
                    <a:pt x="56" y="113"/>
                  </a:cubicBezTo>
                  <a:cubicBezTo>
                    <a:pt x="88" y="113"/>
                    <a:pt x="113" y="88"/>
                    <a:pt x="113" y="56"/>
                  </a:cubicBezTo>
                  <a:cubicBezTo>
                    <a:pt x="113" y="25"/>
                    <a:pt x="88" y="0"/>
                    <a:pt x="56" y="0"/>
                  </a:cubicBezTo>
                  <a:cubicBezTo>
                    <a:pt x="49" y="0"/>
                    <a:pt x="42" y="1"/>
                    <a:pt x="36" y="4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74" y="29"/>
                    <a:pt x="85" y="41"/>
                    <a:pt x="85" y="56"/>
                  </a:cubicBezTo>
                  <a:cubicBezTo>
                    <a:pt x="85" y="72"/>
                    <a:pt x="72" y="85"/>
                    <a:pt x="56" y="85"/>
                  </a:cubicBezTo>
                  <a:cubicBezTo>
                    <a:pt x="45" y="85"/>
                    <a:pt x="36" y="79"/>
                    <a:pt x="31" y="70"/>
                  </a:cubicBezTo>
                  <a:close/>
                </a:path>
              </a:pathLst>
            </a:custGeom>
            <a:solidFill>
              <a:srgbClr val="012C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1" name="Freeform 7"/>
            <p:cNvSpPr>
              <a:spLocks/>
            </p:cNvSpPr>
            <p:nvPr/>
          </p:nvSpPr>
          <p:spPr bwMode="auto">
            <a:xfrm>
              <a:off x="728663" y="3963988"/>
              <a:ext cx="942975" cy="942975"/>
            </a:xfrm>
            <a:custGeom>
              <a:avLst/>
              <a:gdLst>
                <a:gd name="T0" fmla="*/ 24 w 453"/>
                <a:gd name="T1" fmla="*/ 124 h 453"/>
                <a:gd name="T2" fmla="*/ 0 w 453"/>
                <a:gd name="T3" fmla="*/ 226 h 453"/>
                <a:gd name="T4" fmla="*/ 226 w 453"/>
                <a:gd name="T5" fmla="*/ 453 h 453"/>
                <a:gd name="T6" fmla="*/ 453 w 453"/>
                <a:gd name="T7" fmla="*/ 226 h 453"/>
                <a:gd name="T8" fmla="*/ 226 w 453"/>
                <a:gd name="T9" fmla="*/ 0 h 453"/>
                <a:gd name="T10" fmla="*/ 119 w 453"/>
                <a:gd name="T11" fmla="*/ 27 h 453"/>
                <a:gd name="T12" fmla="*/ 140 w 453"/>
                <a:gd name="T13" fmla="*/ 48 h 453"/>
                <a:gd name="T14" fmla="*/ 135 w 453"/>
                <a:gd name="T15" fmla="*/ 69 h 453"/>
                <a:gd name="T16" fmla="*/ 226 w 453"/>
                <a:gd name="T17" fmla="*/ 44 h 453"/>
                <a:gd name="T18" fmla="*/ 409 w 453"/>
                <a:gd name="T19" fmla="*/ 226 h 453"/>
                <a:gd name="T20" fmla="*/ 226 w 453"/>
                <a:gd name="T21" fmla="*/ 409 h 453"/>
                <a:gd name="T22" fmla="*/ 44 w 453"/>
                <a:gd name="T23" fmla="*/ 226 h 453"/>
                <a:gd name="T24" fmla="*/ 67 w 453"/>
                <a:gd name="T25" fmla="*/ 138 h 453"/>
                <a:gd name="T26" fmla="*/ 44 w 453"/>
                <a:gd name="T27" fmla="*/ 143 h 453"/>
                <a:gd name="T28" fmla="*/ 24 w 453"/>
                <a:gd name="T29" fmla="*/ 124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" h="453">
                  <a:moveTo>
                    <a:pt x="24" y="124"/>
                  </a:moveTo>
                  <a:cubicBezTo>
                    <a:pt x="9" y="154"/>
                    <a:pt x="0" y="189"/>
                    <a:pt x="0" y="226"/>
                  </a:cubicBezTo>
                  <a:cubicBezTo>
                    <a:pt x="0" y="351"/>
                    <a:pt x="101" y="453"/>
                    <a:pt x="226" y="453"/>
                  </a:cubicBezTo>
                  <a:cubicBezTo>
                    <a:pt x="351" y="453"/>
                    <a:pt x="453" y="351"/>
                    <a:pt x="453" y="226"/>
                  </a:cubicBezTo>
                  <a:cubicBezTo>
                    <a:pt x="453" y="101"/>
                    <a:pt x="351" y="0"/>
                    <a:pt x="226" y="0"/>
                  </a:cubicBezTo>
                  <a:cubicBezTo>
                    <a:pt x="187" y="0"/>
                    <a:pt x="151" y="10"/>
                    <a:pt x="119" y="27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5" y="69"/>
                    <a:pt x="135" y="69"/>
                    <a:pt x="135" y="69"/>
                  </a:cubicBezTo>
                  <a:cubicBezTo>
                    <a:pt x="162" y="53"/>
                    <a:pt x="193" y="44"/>
                    <a:pt x="226" y="44"/>
                  </a:cubicBezTo>
                  <a:cubicBezTo>
                    <a:pt x="327" y="44"/>
                    <a:pt x="409" y="126"/>
                    <a:pt x="409" y="226"/>
                  </a:cubicBezTo>
                  <a:cubicBezTo>
                    <a:pt x="409" y="327"/>
                    <a:pt x="327" y="409"/>
                    <a:pt x="226" y="409"/>
                  </a:cubicBezTo>
                  <a:cubicBezTo>
                    <a:pt x="126" y="409"/>
                    <a:pt x="44" y="327"/>
                    <a:pt x="44" y="226"/>
                  </a:cubicBezTo>
                  <a:cubicBezTo>
                    <a:pt x="44" y="194"/>
                    <a:pt x="52" y="164"/>
                    <a:pt x="67" y="138"/>
                  </a:cubicBezTo>
                  <a:cubicBezTo>
                    <a:pt x="44" y="143"/>
                    <a:pt x="44" y="143"/>
                    <a:pt x="44" y="143"/>
                  </a:cubicBezTo>
                  <a:lnTo>
                    <a:pt x="24" y="124"/>
                  </a:lnTo>
                  <a:close/>
                </a:path>
              </a:pathLst>
            </a:custGeom>
            <a:solidFill>
              <a:srgbClr val="012C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Freeform 8"/>
            <p:cNvSpPr>
              <a:spLocks/>
            </p:cNvSpPr>
            <p:nvPr/>
          </p:nvSpPr>
          <p:spPr bwMode="auto">
            <a:xfrm>
              <a:off x="661988" y="3906838"/>
              <a:ext cx="558800" cy="555625"/>
            </a:xfrm>
            <a:custGeom>
              <a:avLst/>
              <a:gdLst>
                <a:gd name="T0" fmla="*/ 80 w 268"/>
                <a:gd name="T1" fmla="*/ 157 h 267"/>
                <a:gd name="T2" fmla="*/ 129 w 268"/>
                <a:gd name="T3" fmla="*/ 146 h 267"/>
                <a:gd name="T4" fmla="*/ 246 w 268"/>
                <a:gd name="T5" fmla="*/ 263 h 267"/>
                <a:gd name="T6" fmla="*/ 255 w 268"/>
                <a:gd name="T7" fmla="*/ 267 h 267"/>
                <a:gd name="T8" fmla="*/ 263 w 268"/>
                <a:gd name="T9" fmla="*/ 263 h 267"/>
                <a:gd name="T10" fmla="*/ 263 w 268"/>
                <a:gd name="T11" fmla="*/ 246 h 267"/>
                <a:gd name="T12" fmla="*/ 147 w 268"/>
                <a:gd name="T13" fmla="*/ 129 h 267"/>
                <a:gd name="T14" fmla="*/ 158 w 268"/>
                <a:gd name="T15" fmla="*/ 80 h 267"/>
                <a:gd name="T16" fmla="*/ 77 w 268"/>
                <a:gd name="T17" fmla="*/ 0 h 267"/>
                <a:gd name="T18" fmla="*/ 66 w 268"/>
                <a:gd name="T19" fmla="*/ 50 h 267"/>
                <a:gd name="T20" fmla="*/ 54 w 268"/>
                <a:gd name="T21" fmla="*/ 54 h 267"/>
                <a:gd name="T22" fmla="*/ 51 w 268"/>
                <a:gd name="T23" fmla="*/ 65 h 267"/>
                <a:gd name="T24" fmla="*/ 0 w 268"/>
                <a:gd name="T25" fmla="*/ 77 h 267"/>
                <a:gd name="T26" fmla="*/ 80 w 268"/>
                <a:gd name="T27" fmla="*/ 157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8" h="267">
                  <a:moveTo>
                    <a:pt x="80" y="157"/>
                  </a:moveTo>
                  <a:cubicBezTo>
                    <a:pt x="129" y="146"/>
                    <a:pt x="129" y="146"/>
                    <a:pt x="129" y="146"/>
                  </a:cubicBezTo>
                  <a:cubicBezTo>
                    <a:pt x="246" y="263"/>
                    <a:pt x="246" y="263"/>
                    <a:pt x="246" y="263"/>
                  </a:cubicBezTo>
                  <a:cubicBezTo>
                    <a:pt x="248" y="265"/>
                    <a:pt x="252" y="267"/>
                    <a:pt x="255" y="267"/>
                  </a:cubicBezTo>
                  <a:cubicBezTo>
                    <a:pt x="258" y="267"/>
                    <a:pt x="261" y="265"/>
                    <a:pt x="263" y="263"/>
                  </a:cubicBezTo>
                  <a:cubicBezTo>
                    <a:pt x="268" y="258"/>
                    <a:pt x="268" y="250"/>
                    <a:pt x="263" y="246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58" y="80"/>
                    <a:pt x="158" y="80"/>
                    <a:pt x="158" y="8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2" y="50"/>
                    <a:pt x="57" y="51"/>
                    <a:pt x="54" y="54"/>
                  </a:cubicBezTo>
                  <a:cubicBezTo>
                    <a:pt x="51" y="57"/>
                    <a:pt x="50" y="61"/>
                    <a:pt x="51" y="65"/>
                  </a:cubicBezTo>
                  <a:cubicBezTo>
                    <a:pt x="0" y="77"/>
                    <a:pt x="0" y="77"/>
                    <a:pt x="0" y="77"/>
                  </a:cubicBezTo>
                  <a:lnTo>
                    <a:pt x="80" y="157"/>
                  </a:lnTo>
                  <a:close/>
                </a:path>
              </a:pathLst>
            </a:custGeom>
            <a:solidFill>
              <a:srgbClr val="FF6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Freeform 9"/>
            <p:cNvSpPr>
              <a:spLocks/>
            </p:cNvSpPr>
            <p:nvPr/>
          </p:nvSpPr>
          <p:spPr bwMode="auto">
            <a:xfrm>
              <a:off x="1443038" y="3595688"/>
              <a:ext cx="2447925" cy="1912937"/>
            </a:xfrm>
            <a:custGeom>
              <a:avLst/>
              <a:gdLst>
                <a:gd name="T0" fmla="*/ 71 w 1176"/>
                <a:gd name="T1" fmla="*/ 777 h 919"/>
                <a:gd name="T2" fmla="*/ 110 w 1176"/>
                <a:gd name="T3" fmla="*/ 789 h 919"/>
                <a:gd name="T4" fmla="*/ 110 w 1176"/>
                <a:gd name="T5" fmla="*/ 0 h 919"/>
                <a:gd name="T6" fmla="*/ 142 w 1176"/>
                <a:gd name="T7" fmla="*/ 0 h 919"/>
                <a:gd name="T8" fmla="*/ 1176 w 1176"/>
                <a:gd name="T9" fmla="*/ 0 h 919"/>
                <a:gd name="T10" fmla="*/ 1176 w 1176"/>
                <a:gd name="T11" fmla="*/ 919 h 919"/>
                <a:gd name="T12" fmla="*/ 71 w 1176"/>
                <a:gd name="T13" fmla="*/ 919 h 919"/>
                <a:gd name="T14" fmla="*/ 0 w 1176"/>
                <a:gd name="T15" fmla="*/ 848 h 919"/>
                <a:gd name="T16" fmla="*/ 71 w 1176"/>
                <a:gd name="T17" fmla="*/ 777 h 9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6" h="919">
                  <a:moveTo>
                    <a:pt x="71" y="777"/>
                  </a:moveTo>
                  <a:cubicBezTo>
                    <a:pt x="85" y="777"/>
                    <a:pt x="99" y="782"/>
                    <a:pt x="110" y="789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176" y="0"/>
                    <a:pt x="1176" y="0"/>
                    <a:pt x="1176" y="0"/>
                  </a:cubicBezTo>
                  <a:cubicBezTo>
                    <a:pt x="1176" y="919"/>
                    <a:pt x="1176" y="919"/>
                    <a:pt x="1176" y="919"/>
                  </a:cubicBezTo>
                  <a:cubicBezTo>
                    <a:pt x="71" y="919"/>
                    <a:pt x="71" y="919"/>
                    <a:pt x="71" y="919"/>
                  </a:cubicBezTo>
                  <a:cubicBezTo>
                    <a:pt x="32" y="919"/>
                    <a:pt x="0" y="887"/>
                    <a:pt x="0" y="848"/>
                  </a:cubicBezTo>
                  <a:cubicBezTo>
                    <a:pt x="0" y="809"/>
                    <a:pt x="32" y="777"/>
                    <a:pt x="71" y="777"/>
                  </a:cubicBezTo>
                  <a:close/>
                </a:path>
              </a:pathLst>
            </a:custGeom>
            <a:solidFill>
              <a:srgbClr val="0393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10"/>
            <p:cNvSpPr>
              <a:spLocks/>
            </p:cNvSpPr>
            <p:nvPr/>
          </p:nvSpPr>
          <p:spPr bwMode="auto">
            <a:xfrm>
              <a:off x="2232025" y="3852863"/>
              <a:ext cx="735013" cy="920750"/>
            </a:xfrm>
            <a:custGeom>
              <a:avLst/>
              <a:gdLst>
                <a:gd name="T0" fmla="*/ 176 w 353"/>
                <a:gd name="T1" fmla="*/ 0 h 443"/>
                <a:gd name="T2" fmla="*/ 0 w 353"/>
                <a:gd name="T3" fmla="*/ 176 h 443"/>
                <a:gd name="T4" fmla="*/ 30 w 353"/>
                <a:gd name="T5" fmla="*/ 275 h 443"/>
                <a:gd name="T6" fmla="*/ 30 w 353"/>
                <a:gd name="T7" fmla="*/ 275 h 443"/>
                <a:gd name="T8" fmla="*/ 47 w 353"/>
                <a:gd name="T9" fmla="*/ 296 h 443"/>
                <a:gd name="T10" fmla="*/ 109 w 353"/>
                <a:gd name="T11" fmla="*/ 443 h 443"/>
                <a:gd name="T12" fmla="*/ 176 w 353"/>
                <a:gd name="T13" fmla="*/ 443 h 443"/>
                <a:gd name="T14" fmla="*/ 243 w 353"/>
                <a:gd name="T15" fmla="*/ 443 h 443"/>
                <a:gd name="T16" fmla="*/ 306 w 353"/>
                <a:gd name="T17" fmla="*/ 296 h 443"/>
                <a:gd name="T18" fmla="*/ 322 w 353"/>
                <a:gd name="T19" fmla="*/ 275 h 443"/>
                <a:gd name="T20" fmla="*/ 322 w 353"/>
                <a:gd name="T21" fmla="*/ 275 h 443"/>
                <a:gd name="T22" fmla="*/ 353 w 353"/>
                <a:gd name="T23" fmla="*/ 176 h 443"/>
                <a:gd name="T24" fmla="*/ 176 w 353"/>
                <a:gd name="T25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3" h="44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13"/>
                    <a:pt x="11" y="247"/>
                    <a:pt x="30" y="275"/>
                  </a:cubicBezTo>
                  <a:cubicBezTo>
                    <a:pt x="30" y="275"/>
                    <a:pt x="30" y="275"/>
                    <a:pt x="30" y="275"/>
                  </a:cubicBezTo>
                  <a:cubicBezTo>
                    <a:pt x="35" y="282"/>
                    <a:pt x="41" y="289"/>
                    <a:pt x="47" y="296"/>
                  </a:cubicBezTo>
                  <a:cubicBezTo>
                    <a:pt x="70" y="327"/>
                    <a:pt x="110" y="389"/>
                    <a:pt x="109" y="443"/>
                  </a:cubicBezTo>
                  <a:cubicBezTo>
                    <a:pt x="176" y="443"/>
                    <a:pt x="176" y="443"/>
                    <a:pt x="176" y="443"/>
                  </a:cubicBezTo>
                  <a:cubicBezTo>
                    <a:pt x="243" y="443"/>
                    <a:pt x="243" y="443"/>
                    <a:pt x="243" y="443"/>
                  </a:cubicBezTo>
                  <a:cubicBezTo>
                    <a:pt x="243" y="389"/>
                    <a:pt x="283" y="327"/>
                    <a:pt x="306" y="296"/>
                  </a:cubicBezTo>
                  <a:cubicBezTo>
                    <a:pt x="312" y="289"/>
                    <a:pt x="317" y="282"/>
                    <a:pt x="322" y="275"/>
                  </a:cubicBezTo>
                  <a:cubicBezTo>
                    <a:pt x="322" y="275"/>
                    <a:pt x="322" y="275"/>
                    <a:pt x="322" y="275"/>
                  </a:cubicBezTo>
                  <a:cubicBezTo>
                    <a:pt x="342" y="247"/>
                    <a:pt x="353" y="213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</a:path>
              </a:pathLst>
            </a:custGeom>
            <a:solidFill>
              <a:srgbClr val="0393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Freeform 11"/>
            <p:cNvSpPr>
              <a:spLocks/>
            </p:cNvSpPr>
            <p:nvPr/>
          </p:nvSpPr>
          <p:spPr bwMode="auto">
            <a:xfrm>
              <a:off x="2424113" y="4833938"/>
              <a:ext cx="350838" cy="42862"/>
            </a:xfrm>
            <a:custGeom>
              <a:avLst/>
              <a:gdLst>
                <a:gd name="T0" fmla="*/ 0 w 169"/>
                <a:gd name="T1" fmla="*/ 10 h 20"/>
                <a:gd name="T2" fmla="*/ 7 w 169"/>
                <a:gd name="T3" fmla="*/ 20 h 20"/>
                <a:gd name="T4" fmla="*/ 162 w 169"/>
                <a:gd name="T5" fmla="*/ 20 h 20"/>
                <a:gd name="T6" fmla="*/ 169 w 169"/>
                <a:gd name="T7" fmla="*/ 10 h 20"/>
                <a:gd name="T8" fmla="*/ 169 w 169"/>
                <a:gd name="T9" fmla="*/ 10 h 20"/>
                <a:gd name="T10" fmla="*/ 162 w 169"/>
                <a:gd name="T11" fmla="*/ 0 h 20"/>
                <a:gd name="T12" fmla="*/ 7 w 169"/>
                <a:gd name="T13" fmla="*/ 0 h 20"/>
                <a:gd name="T14" fmla="*/ 0 w 169"/>
                <a:gd name="T15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20">
                  <a:moveTo>
                    <a:pt x="0" y="10"/>
                  </a:moveTo>
                  <a:cubicBezTo>
                    <a:pt x="0" y="15"/>
                    <a:pt x="3" y="20"/>
                    <a:pt x="7" y="20"/>
                  </a:cubicBezTo>
                  <a:cubicBezTo>
                    <a:pt x="162" y="20"/>
                    <a:pt x="162" y="20"/>
                    <a:pt x="162" y="20"/>
                  </a:cubicBezTo>
                  <a:cubicBezTo>
                    <a:pt x="166" y="20"/>
                    <a:pt x="169" y="15"/>
                    <a:pt x="169" y="10"/>
                  </a:cubicBezTo>
                  <a:cubicBezTo>
                    <a:pt x="169" y="10"/>
                    <a:pt x="169" y="10"/>
                    <a:pt x="169" y="10"/>
                  </a:cubicBezTo>
                  <a:cubicBezTo>
                    <a:pt x="169" y="4"/>
                    <a:pt x="166" y="0"/>
                    <a:pt x="16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12"/>
            <p:cNvSpPr>
              <a:spLocks/>
            </p:cNvSpPr>
            <p:nvPr/>
          </p:nvSpPr>
          <p:spPr bwMode="auto">
            <a:xfrm>
              <a:off x="2424113" y="4897438"/>
              <a:ext cx="350838" cy="39687"/>
            </a:xfrm>
            <a:custGeom>
              <a:avLst/>
              <a:gdLst>
                <a:gd name="T0" fmla="*/ 0 w 169"/>
                <a:gd name="T1" fmla="*/ 9 h 19"/>
                <a:gd name="T2" fmla="*/ 7 w 169"/>
                <a:gd name="T3" fmla="*/ 19 h 19"/>
                <a:gd name="T4" fmla="*/ 162 w 169"/>
                <a:gd name="T5" fmla="*/ 19 h 19"/>
                <a:gd name="T6" fmla="*/ 169 w 169"/>
                <a:gd name="T7" fmla="*/ 9 h 19"/>
                <a:gd name="T8" fmla="*/ 169 w 169"/>
                <a:gd name="T9" fmla="*/ 9 h 19"/>
                <a:gd name="T10" fmla="*/ 162 w 169"/>
                <a:gd name="T11" fmla="*/ 0 h 19"/>
                <a:gd name="T12" fmla="*/ 7 w 169"/>
                <a:gd name="T13" fmla="*/ 0 h 19"/>
                <a:gd name="T14" fmla="*/ 0 w 169"/>
                <a:gd name="T15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19">
                  <a:moveTo>
                    <a:pt x="0" y="9"/>
                  </a:moveTo>
                  <a:cubicBezTo>
                    <a:pt x="0" y="15"/>
                    <a:pt x="3" y="19"/>
                    <a:pt x="7" y="19"/>
                  </a:cubicBezTo>
                  <a:cubicBezTo>
                    <a:pt x="162" y="19"/>
                    <a:pt x="162" y="19"/>
                    <a:pt x="162" y="19"/>
                  </a:cubicBezTo>
                  <a:cubicBezTo>
                    <a:pt x="166" y="19"/>
                    <a:pt x="169" y="15"/>
                    <a:pt x="169" y="9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69" y="4"/>
                    <a:pt x="166" y="0"/>
                    <a:pt x="16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13"/>
            <p:cNvSpPr>
              <a:spLocks/>
            </p:cNvSpPr>
            <p:nvPr/>
          </p:nvSpPr>
          <p:spPr bwMode="auto">
            <a:xfrm>
              <a:off x="2424113" y="4957763"/>
              <a:ext cx="350838" cy="41275"/>
            </a:xfrm>
            <a:custGeom>
              <a:avLst/>
              <a:gdLst>
                <a:gd name="T0" fmla="*/ 0 w 169"/>
                <a:gd name="T1" fmla="*/ 10 h 20"/>
                <a:gd name="T2" fmla="*/ 7 w 169"/>
                <a:gd name="T3" fmla="*/ 20 h 20"/>
                <a:gd name="T4" fmla="*/ 162 w 169"/>
                <a:gd name="T5" fmla="*/ 20 h 20"/>
                <a:gd name="T6" fmla="*/ 169 w 169"/>
                <a:gd name="T7" fmla="*/ 10 h 20"/>
                <a:gd name="T8" fmla="*/ 169 w 169"/>
                <a:gd name="T9" fmla="*/ 10 h 20"/>
                <a:gd name="T10" fmla="*/ 162 w 169"/>
                <a:gd name="T11" fmla="*/ 0 h 20"/>
                <a:gd name="T12" fmla="*/ 7 w 169"/>
                <a:gd name="T13" fmla="*/ 0 h 20"/>
                <a:gd name="T14" fmla="*/ 0 w 169"/>
                <a:gd name="T15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20">
                  <a:moveTo>
                    <a:pt x="0" y="10"/>
                  </a:moveTo>
                  <a:cubicBezTo>
                    <a:pt x="0" y="15"/>
                    <a:pt x="3" y="20"/>
                    <a:pt x="7" y="20"/>
                  </a:cubicBezTo>
                  <a:cubicBezTo>
                    <a:pt x="162" y="20"/>
                    <a:pt x="162" y="20"/>
                    <a:pt x="162" y="20"/>
                  </a:cubicBezTo>
                  <a:cubicBezTo>
                    <a:pt x="166" y="20"/>
                    <a:pt x="169" y="15"/>
                    <a:pt x="169" y="10"/>
                  </a:cubicBezTo>
                  <a:cubicBezTo>
                    <a:pt x="169" y="10"/>
                    <a:pt x="169" y="10"/>
                    <a:pt x="169" y="10"/>
                  </a:cubicBezTo>
                  <a:cubicBezTo>
                    <a:pt x="169" y="4"/>
                    <a:pt x="166" y="0"/>
                    <a:pt x="16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14"/>
            <p:cNvSpPr>
              <a:spLocks noEditPoints="1"/>
            </p:cNvSpPr>
            <p:nvPr/>
          </p:nvSpPr>
          <p:spPr bwMode="auto">
            <a:xfrm>
              <a:off x="2359025" y="4189413"/>
              <a:ext cx="481013" cy="598487"/>
            </a:xfrm>
            <a:custGeom>
              <a:avLst/>
              <a:gdLst>
                <a:gd name="T0" fmla="*/ 78 w 231"/>
                <a:gd name="T1" fmla="*/ 88 h 288"/>
                <a:gd name="T2" fmla="*/ 44 w 231"/>
                <a:gd name="T3" fmla="*/ 88 h 288"/>
                <a:gd name="T4" fmla="*/ 0 w 231"/>
                <a:gd name="T5" fmla="*/ 44 h 288"/>
                <a:gd name="T6" fmla="*/ 44 w 231"/>
                <a:gd name="T7" fmla="*/ 0 h 288"/>
                <a:gd name="T8" fmla="*/ 88 w 231"/>
                <a:gd name="T9" fmla="*/ 44 h 288"/>
                <a:gd name="T10" fmla="*/ 88 w 231"/>
                <a:gd name="T11" fmla="*/ 78 h 288"/>
                <a:gd name="T12" fmla="*/ 143 w 231"/>
                <a:gd name="T13" fmla="*/ 78 h 288"/>
                <a:gd name="T14" fmla="*/ 143 w 231"/>
                <a:gd name="T15" fmla="*/ 44 h 288"/>
                <a:gd name="T16" fmla="*/ 187 w 231"/>
                <a:gd name="T17" fmla="*/ 0 h 288"/>
                <a:gd name="T18" fmla="*/ 231 w 231"/>
                <a:gd name="T19" fmla="*/ 44 h 288"/>
                <a:gd name="T20" fmla="*/ 187 w 231"/>
                <a:gd name="T21" fmla="*/ 88 h 288"/>
                <a:gd name="T22" fmla="*/ 153 w 231"/>
                <a:gd name="T23" fmla="*/ 88 h 288"/>
                <a:gd name="T24" fmla="*/ 153 w 231"/>
                <a:gd name="T25" fmla="*/ 288 h 288"/>
                <a:gd name="T26" fmla="*/ 143 w 231"/>
                <a:gd name="T27" fmla="*/ 288 h 288"/>
                <a:gd name="T28" fmla="*/ 143 w 231"/>
                <a:gd name="T29" fmla="*/ 88 h 288"/>
                <a:gd name="T30" fmla="*/ 88 w 231"/>
                <a:gd name="T31" fmla="*/ 88 h 288"/>
                <a:gd name="T32" fmla="*/ 88 w 231"/>
                <a:gd name="T33" fmla="*/ 288 h 288"/>
                <a:gd name="T34" fmla="*/ 78 w 231"/>
                <a:gd name="T35" fmla="*/ 288 h 288"/>
                <a:gd name="T36" fmla="*/ 78 w 231"/>
                <a:gd name="T37" fmla="*/ 88 h 288"/>
                <a:gd name="T38" fmla="*/ 78 w 231"/>
                <a:gd name="T39" fmla="*/ 44 h 288"/>
                <a:gd name="T40" fmla="*/ 44 w 231"/>
                <a:gd name="T41" fmla="*/ 10 h 288"/>
                <a:gd name="T42" fmla="*/ 10 w 231"/>
                <a:gd name="T43" fmla="*/ 44 h 288"/>
                <a:gd name="T44" fmla="*/ 44 w 231"/>
                <a:gd name="T45" fmla="*/ 78 h 288"/>
                <a:gd name="T46" fmla="*/ 78 w 231"/>
                <a:gd name="T47" fmla="*/ 78 h 288"/>
                <a:gd name="T48" fmla="*/ 78 w 231"/>
                <a:gd name="T49" fmla="*/ 44 h 288"/>
                <a:gd name="T50" fmla="*/ 153 w 231"/>
                <a:gd name="T51" fmla="*/ 44 h 288"/>
                <a:gd name="T52" fmla="*/ 153 w 231"/>
                <a:gd name="T53" fmla="*/ 78 h 288"/>
                <a:gd name="T54" fmla="*/ 187 w 231"/>
                <a:gd name="T55" fmla="*/ 78 h 288"/>
                <a:gd name="T56" fmla="*/ 221 w 231"/>
                <a:gd name="T57" fmla="*/ 44 h 288"/>
                <a:gd name="T58" fmla="*/ 187 w 231"/>
                <a:gd name="T59" fmla="*/ 10 h 288"/>
                <a:gd name="T60" fmla="*/ 153 w 231"/>
                <a:gd name="T61" fmla="*/ 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1" h="288">
                  <a:moveTo>
                    <a:pt x="78" y="88"/>
                  </a:moveTo>
                  <a:cubicBezTo>
                    <a:pt x="44" y="88"/>
                    <a:pt x="44" y="88"/>
                    <a:pt x="44" y="88"/>
                  </a:cubicBezTo>
                  <a:cubicBezTo>
                    <a:pt x="20" y="88"/>
                    <a:pt x="0" y="68"/>
                    <a:pt x="0" y="44"/>
                  </a:cubicBezTo>
                  <a:cubicBezTo>
                    <a:pt x="0" y="19"/>
                    <a:pt x="20" y="0"/>
                    <a:pt x="44" y="0"/>
                  </a:cubicBezTo>
                  <a:cubicBezTo>
                    <a:pt x="68" y="0"/>
                    <a:pt x="88" y="19"/>
                    <a:pt x="88" y="44"/>
                  </a:cubicBezTo>
                  <a:cubicBezTo>
                    <a:pt x="88" y="78"/>
                    <a:pt x="88" y="78"/>
                    <a:pt x="88" y="78"/>
                  </a:cubicBezTo>
                  <a:cubicBezTo>
                    <a:pt x="143" y="78"/>
                    <a:pt x="143" y="78"/>
                    <a:pt x="143" y="7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19"/>
                    <a:pt x="163" y="0"/>
                    <a:pt x="187" y="0"/>
                  </a:cubicBezTo>
                  <a:cubicBezTo>
                    <a:pt x="211" y="0"/>
                    <a:pt x="231" y="19"/>
                    <a:pt x="231" y="44"/>
                  </a:cubicBezTo>
                  <a:cubicBezTo>
                    <a:pt x="231" y="68"/>
                    <a:pt x="211" y="88"/>
                    <a:pt x="187" y="88"/>
                  </a:cubicBezTo>
                  <a:cubicBezTo>
                    <a:pt x="153" y="88"/>
                    <a:pt x="153" y="88"/>
                    <a:pt x="153" y="88"/>
                  </a:cubicBezTo>
                  <a:cubicBezTo>
                    <a:pt x="153" y="288"/>
                    <a:pt x="153" y="288"/>
                    <a:pt x="153" y="288"/>
                  </a:cubicBezTo>
                  <a:cubicBezTo>
                    <a:pt x="143" y="288"/>
                    <a:pt x="143" y="288"/>
                    <a:pt x="143" y="288"/>
                  </a:cubicBezTo>
                  <a:cubicBezTo>
                    <a:pt x="143" y="88"/>
                    <a:pt x="143" y="88"/>
                    <a:pt x="143" y="88"/>
                  </a:cubicBezTo>
                  <a:cubicBezTo>
                    <a:pt x="88" y="88"/>
                    <a:pt x="88" y="88"/>
                    <a:pt x="88" y="88"/>
                  </a:cubicBezTo>
                  <a:cubicBezTo>
                    <a:pt x="88" y="288"/>
                    <a:pt x="88" y="288"/>
                    <a:pt x="88" y="288"/>
                  </a:cubicBezTo>
                  <a:cubicBezTo>
                    <a:pt x="78" y="288"/>
                    <a:pt x="78" y="288"/>
                    <a:pt x="78" y="288"/>
                  </a:cubicBezTo>
                  <a:lnTo>
                    <a:pt x="78" y="88"/>
                  </a:lnTo>
                  <a:close/>
                  <a:moveTo>
                    <a:pt x="78" y="44"/>
                  </a:moveTo>
                  <a:cubicBezTo>
                    <a:pt x="78" y="25"/>
                    <a:pt x="63" y="10"/>
                    <a:pt x="44" y="10"/>
                  </a:cubicBezTo>
                  <a:cubicBezTo>
                    <a:pt x="25" y="10"/>
                    <a:pt x="10" y="25"/>
                    <a:pt x="10" y="44"/>
                  </a:cubicBezTo>
                  <a:cubicBezTo>
                    <a:pt x="10" y="62"/>
                    <a:pt x="25" y="78"/>
                    <a:pt x="44" y="78"/>
                  </a:cubicBezTo>
                  <a:cubicBezTo>
                    <a:pt x="78" y="78"/>
                    <a:pt x="78" y="78"/>
                    <a:pt x="78" y="78"/>
                  </a:cubicBezTo>
                  <a:lnTo>
                    <a:pt x="78" y="44"/>
                  </a:lnTo>
                  <a:close/>
                  <a:moveTo>
                    <a:pt x="153" y="44"/>
                  </a:moveTo>
                  <a:cubicBezTo>
                    <a:pt x="153" y="78"/>
                    <a:pt x="153" y="78"/>
                    <a:pt x="153" y="78"/>
                  </a:cubicBezTo>
                  <a:cubicBezTo>
                    <a:pt x="187" y="78"/>
                    <a:pt x="187" y="78"/>
                    <a:pt x="187" y="78"/>
                  </a:cubicBezTo>
                  <a:cubicBezTo>
                    <a:pt x="206" y="78"/>
                    <a:pt x="221" y="62"/>
                    <a:pt x="221" y="44"/>
                  </a:cubicBezTo>
                  <a:cubicBezTo>
                    <a:pt x="221" y="25"/>
                    <a:pt x="206" y="10"/>
                    <a:pt x="187" y="10"/>
                  </a:cubicBezTo>
                  <a:cubicBezTo>
                    <a:pt x="168" y="10"/>
                    <a:pt x="153" y="25"/>
                    <a:pt x="153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15"/>
            <p:cNvSpPr>
              <a:spLocks noEditPoints="1"/>
            </p:cNvSpPr>
            <p:nvPr/>
          </p:nvSpPr>
          <p:spPr bwMode="auto">
            <a:xfrm>
              <a:off x="2198688" y="3819525"/>
              <a:ext cx="801688" cy="987425"/>
            </a:xfrm>
            <a:custGeom>
              <a:avLst/>
              <a:gdLst>
                <a:gd name="T0" fmla="*/ 0 w 385"/>
                <a:gd name="T1" fmla="*/ 192 h 475"/>
                <a:gd name="T2" fmla="*/ 33 w 385"/>
                <a:gd name="T3" fmla="*/ 300 h 475"/>
                <a:gd name="T4" fmla="*/ 50 w 385"/>
                <a:gd name="T5" fmla="*/ 322 h 475"/>
                <a:gd name="T6" fmla="*/ 109 w 385"/>
                <a:gd name="T7" fmla="*/ 459 h 475"/>
                <a:gd name="T8" fmla="*/ 114 w 385"/>
                <a:gd name="T9" fmla="*/ 470 h 475"/>
                <a:gd name="T10" fmla="*/ 125 w 385"/>
                <a:gd name="T11" fmla="*/ 475 h 475"/>
                <a:gd name="T12" fmla="*/ 192 w 385"/>
                <a:gd name="T13" fmla="*/ 475 h 475"/>
                <a:gd name="T14" fmla="*/ 259 w 385"/>
                <a:gd name="T15" fmla="*/ 475 h 475"/>
                <a:gd name="T16" fmla="*/ 271 w 385"/>
                <a:gd name="T17" fmla="*/ 470 h 475"/>
                <a:gd name="T18" fmla="*/ 275 w 385"/>
                <a:gd name="T19" fmla="*/ 459 h 475"/>
                <a:gd name="T20" fmla="*/ 334 w 385"/>
                <a:gd name="T21" fmla="*/ 322 h 475"/>
                <a:gd name="T22" fmla="*/ 352 w 385"/>
                <a:gd name="T23" fmla="*/ 300 h 475"/>
                <a:gd name="T24" fmla="*/ 385 w 385"/>
                <a:gd name="T25" fmla="*/ 192 h 475"/>
                <a:gd name="T26" fmla="*/ 192 w 385"/>
                <a:gd name="T27" fmla="*/ 0 h 475"/>
                <a:gd name="T28" fmla="*/ 0 w 385"/>
                <a:gd name="T29" fmla="*/ 192 h 475"/>
                <a:gd name="T30" fmla="*/ 16 w 385"/>
                <a:gd name="T31" fmla="*/ 192 h 475"/>
                <a:gd name="T32" fmla="*/ 192 w 385"/>
                <a:gd name="T33" fmla="*/ 16 h 475"/>
                <a:gd name="T34" fmla="*/ 369 w 385"/>
                <a:gd name="T35" fmla="*/ 192 h 475"/>
                <a:gd name="T36" fmla="*/ 338 w 385"/>
                <a:gd name="T37" fmla="*/ 291 h 475"/>
                <a:gd name="T38" fmla="*/ 338 w 385"/>
                <a:gd name="T39" fmla="*/ 291 h 475"/>
                <a:gd name="T40" fmla="*/ 322 w 385"/>
                <a:gd name="T41" fmla="*/ 312 h 475"/>
                <a:gd name="T42" fmla="*/ 259 w 385"/>
                <a:gd name="T43" fmla="*/ 459 h 475"/>
                <a:gd name="T44" fmla="*/ 192 w 385"/>
                <a:gd name="T45" fmla="*/ 459 h 475"/>
                <a:gd name="T46" fmla="*/ 125 w 385"/>
                <a:gd name="T47" fmla="*/ 459 h 475"/>
                <a:gd name="T48" fmla="*/ 63 w 385"/>
                <a:gd name="T49" fmla="*/ 312 h 475"/>
                <a:gd name="T50" fmla="*/ 46 w 385"/>
                <a:gd name="T51" fmla="*/ 291 h 475"/>
                <a:gd name="T52" fmla="*/ 46 w 385"/>
                <a:gd name="T53" fmla="*/ 291 h 475"/>
                <a:gd name="T54" fmla="*/ 16 w 385"/>
                <a:gd name="T55" fmla="*/ 192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5" h="475">
                  <a:moveTo>
                    <a:pt x="0" y="192"/>
                  </a:moveTo>
                  <a:cubicBezTo>
                    <a:pt x="0" y="231"/>
                    <a:pt x="12" y="268"/>
                    <a:pt x="33" y="300"/>
                  </a:cubicBezTo>
                  <a:cubicBezTo>
                    <a:pt x="38" y="308"/>
                    <a:pt x="44" y="315"/>
                    <a:pt x="50" y="322"/>
                  </a:cubicBezTo>
                  <a:cubicBezTo>
                    <a:pt x="69" y="347"/>
                    <a:pt x="110" y="408"/>
                    <a:pt x="109" y="459"/>
                  </a:cubicBezTo>
                  <a:cubicBezTo>
                    <a:pt x="109" y="463"/>
                    <a:pt x="111" y="467"/>
                    <a:pt x="114" y="470"/>
                  </a:cubicBezTo>
                  <a:cubicBezTo>
                    <a:pt x="117" y="473"/>
                    <a:pt x="121" y="475"/>
                    <a:pt x="125" y="475"/>
                  </a:cubicBezTo>
                  <a:cubicBezTo>
                    <a:pt x="192" y="475"/>
                    <a:pt x="192" y="475"/>
                    <a:pt x="192" y="475"/>
                  </a:cubicBezTo>
                  <a:cubicBezTo>
                    <a:pt x="259" y="475"/>
                    <a:pt x="259" y="475"/>
                    <a:pt x="259" y="475"/>
                  </a:cubicBezTo>
                  <a:cubicBezTo>
                    <a:pt x="264" y="475"/>
                    <a:pt x="268" y="473"/>
                    <a:pt x="271" y="470"/>
                  </a:cubicBezTo>
                  <a:cubicBezTo>
                    <a:pt x="274" y="467"/>
                    <a:pt x="275" y="463"/>
                    <a:pt x="275" y="459"/>
                  </a:cubicBezTo>
                  <a:cubicBezTo>
                    <a:pt x="274" y="408"/>
                    <a:pt x="316" y="347"/>
                    <a:pt x="334" y="322"/>
                  </a:cubicBezTo>
                  <a:cubicBezTo>
                    <a:pt x="340" y="315"/>
                    <a:pt x="346" y="308"/>
                    <a:pt x="352" y="300"/>
                  </a:cubicBezTo>
                  <a:cubicBezTo>
                    <a:pt x="373" y="268"/>
                    <a:pt x="385" y="231"/>
                    <a:pt x="385" y="192"/>
                  </a:cubicBezTo>
                  <a:cubicBezTo>
                    <a:pt x="385" y="86"/>
                    <a:pt x="298" y="0"/>
                    <a:pt x="192" y="0"/>
                  </a:cubicBezTo>
                  <a:cubicBezTo>
                    <a:pt x="86" y="0"/>
                    <a:pt x="0" y="86"/>
                    <a:pt x="0" y="192"/>
                  </a:cubicBezTo>
                  <a:close/>
                  <a:moveTo>
                    <a:pt x="16" y="192"/>
                  </a:moveTo>
                  <a:cubicBezTo>
                    <a:pt x="16" y="95"/>
                    <a:pt x="95" y="16"/>
                    <a:pt x="192" y="16"/>
                  </a:cubicBezTo>
                  <a:cubicBezTo>
                    <a:pt x="290" y="16"/>
                    <a:pt x="369" y="95"/>
                    <a:pt x="369" y="192"/>
                  </a:cubicBezTo>
                  <a:cubicBezTo>
                    <a:pt x="369" y="229"/>
                    <a:pt x="358" y="263"/>
                    <a:pt x="338" y="291"/>
                  </a:cubicBezTo>
                  <a:cubicBezTo>
                    <a:pt x="338" y="291"/>
                    <a:pt x="338" y="291"/>
                    <a:pt x="338" y="291"/>
                  </a:cubicBezTo>
                  <a:cubicBezTo>
                    <a:pt x="333" y="298"/>
                    <a:pt x="328" y="305"/>
                    <a:pt x="322" y="312"/>
                  </a:cubicBezTo>
                  <a:cubicBezTo>
                    <a:pt x="299" y="343"/>
                    <a:pt x="259" y="405"/>
                    <a:pt x="259" y="459"/>
                  </a:cubicBezTo>
                  <a:cubicBezTo>
                    <a:pt x="192" y="459"/>
                    <a:pt x="192" y="459"/>
                    <a:pt x="192" y="459"/>
                  </a:cubicBezTo>
                  <a:cubicBezTo>
                    <a:pt x="125" y="459"/>
                    <a:pt x="125" y="459"/>
                    <a:pt x="125" y="459"/>
                  </a:cubicBezTo>
                  <a:cubicBezTo>
                    <a:pt x="126" y="405"/>
                    <a:pt x="86" y="343"/>
                    <a:pt x="63" y="312"/>
                  </a:cubicBezTo>
                  <a:cubicBezTo>
                    <a:pt x="57" y="305"/>
                    <a:pt x="51" y="298"/>
                    <a:pt x="46" y="291"/>
                  </a:cubicBezTo>
                  <a:cubicBezTo>
                    <a:pt x="46" y="291"/>
                    <a:pt x="46" y="291"/>
                    <a:pt x="46" y="291"/>
                  </a:cubicBezTo>
                  <a:cubicBezTo>
                    <a:pt x="27" y="263"/>
                    <a:pt x="16" y="229"/>
                    <a:pt x="16" y="1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16"/>
            <p:cNvSpPr>
              <a:spLocks/>
            </p:cNvSpPr>
            <p:nvPr/>
          </p:nvSpPr>
          <p:spPr bwMode="auto">
            <a:xfrm>
              <a:off x="1443038" y="3454400"/>
              <a:ext cx="228600" cy="1906587"/>
            </a:xfrm>
            <a:custGeom>
              <a:avLst/>
              <a:gdLst>
                <a:gd name="T0" fmla="*/ 0 w 110"/>
                <a:gd name="T1" fmla="*/ 68 h 916"/>
                <a:gd name="T2" fmla="*/ 71 w 110"/>
                <a:gd name="T3" fmla="*/ 0 h 916"/>
                <a:gd name="T4" fmla="*/ 110 w 110"/>
                <a:gd name="T5" fmla="*/ 12 h 916"/>
                <a:gd name="T6" fmla="*/ 110 w 110"/>
                <a:gd name="T7" fmla="*/ 857 h 916"/>
                <a:gd name="T8" fmla="*/ 71 w 110"/>
                <a:gd name="T9" fmla="*/ 845 h 916"/>
                <a:gd name="T10" fmla="*/ 0 w 110"/>
                <a:gd name="T11" fmla="*/ 916 h 916"/>
                <a:gd name="T12" fmla="*/ 0 w 110"/>
                <a:gd name="T13" fmla="*/ 68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916">
                  <a:moveTo>
                    <a:pt x="0" y="68"/>
                  </a:moveTo>
                  <a:cubicBezTo>
                    <a:pt x="2" y="30"/>
                    <a:pt x="33" y="0"/>
                    <a:pt x="71" y="0"/>
                  </a:cubicBezTo>
                  <a:cubicBezTo>
                    <a:pt x="85" y="0"/>
                    <a:pt x="99" y="5"/>
                    <a:pt x="110" y="12"/>
                  </a:cubicBezTo>
                  <a:cubicBezTo>
                    <a:pt x="110" y="857"/>
                    <a:pt x="110" y="857"/>
                    <a:pt x="110" y="857"/>
                  </a:cubicBezTo>
                  <a:cubicBezTo>
                    <a:pt x="99" y="850"/>
                    <a:pt x="85" y="845"/>
                    <a:pt x="71" y="845"/>
                  </a:cubicBezTo>
                  <a:cubicBezTo>
                    <a:pt x="32" y="845"/>
                    <a:pt x="0" y="877"/>
                    <a:pt x="0" y="916"/>
                  </a:cubicBezTo>
                  <a:cubicBezTo>
                    <a:pt x="0" y="68"/>
                    <a:pt x="0" y="68"/>
                    <a:pt x="0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Oval 17"/>
            <p:cNvSpPr>
              <a:spLocks noChangeArrowheads="1"/>
            </p:cNvSpPr>
            <p:nvPr/>
          </p:nvSpPr>
          <p:spPr bwMode="auto">
            <a:xfrm>
              <a:off x="3830638" y="5213350"/>
              <a:ext cx="492125" cy="490537"/>
            </a:xfrm>
            <a:prstGeom prst="ellipse">
              <a:avLst/>
            </a:prstGeom>
            <a:solidFill>
              <a:srgbClr val="B2D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Oval 18"/>
            <p:cNvSpPr>
              <a:spLocks noChangeArrowheads="1"/>
            </p:cNvSpPr>
            <p:nvPr/>
          </p:nvSpPr>
          <p:spPr bwMode="auto">
            <a:xfrm>
              <a:off x="3608388" y="5334000"/>
              <a:ext cx="328613" cy="328612"/>
            </a:xfrm>
            <a:prstGeom prst="ellipse">
              <a:avLst/>
            </a:prstGeom>
            <a:solidFill>
              <a:srgbClr val="B2D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Oval 19"/>
            <p:cNvSpPr>
              <a:spLocks noChangeArrowheads="1"/>
            </p:cNvSpPr>
            <p:nvPr/>
          </p:nvSpPr>
          <p:spPr bwMode="auto">
            <a:xfrm>
              <a:off x="3287713" y="5327650"/>
              <a:ext cx="263525" cy="263525"/>
            </a:xfrm>
            <a:prstGeom prst="ellipse">
              <a:avLst/>
            </a:prstGeom>
            <a:solidFill>
              <a:srgbClr val="B2D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Oval 20"/>
            <p:cNvSpPr>
              <a:spLocks noChangeArrowheads="1"/>
            </p:cNvSpPr>
            <p:nvPr/>
          </p:nvSpPr>
          <p:spPr bwMode="auto">
            <a:xfrm>
              <a:off x="3463925" y="5395913"/>
              <a:ext cx="327025" cy="328612"/>
            </a:xfrm>
            <a:prstGeom prst="ellipse">
              <a:avLst/>
            </a:prstGeom>
            <a:solidFill>
              <a:srgbClr val="B2D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Oval 21"/>
            <p:cNvSpPr>
              <a:spLocks noChangeArrowheads="1"/>
            </p:cNvSpPr>
            <p:nvPr/>
          </p:nvSpPr>
          <p:spPr bwMode="auto">
            <a:xfrm>
              <a:off x="4279900" y="5348288"/>
              <a:ext cx="214313" cy="212725"/>
            </a:xfrm>
            <a:prstGeom prst="ellipse">
              <a:avLst/>
            </a:prstGeom>
            <a:solidFill>
              <a:srgbClr val="B2D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6" name="Oval 22"/>
            <p:cNvSpPr>
              <a:spLocks noChangeArrowheads="1"/>
            </p:cNvSpPr>
            <p:nvPr/>
          </p:nvSpPr>
          <p:spPr bwMode="auto">
            <a:xfrm>
              <a:off x="4173538" y="5392738"/>
              <a:ext cx="215900" cy="214312"/>
            </a:xfrm>
            <a:prstGeom prst="ellipse">
              <a:avLst/>
            </a:prstGeom>
            <a:solidFill>
              <a:srgbClr val="B2D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7" name="Freeform 23"/>
            <p:cNvSpPr>
              <a:spLocks/>
            </p:cNvSpPr>
            <p:nvPr/>
          </p:nvSpPr>
          <p:spPr bwMode="auto">
            <a:xfrm>
              <a:off x="3702050" y="4244975"/>
              <a:ext cx="395288" cy="1095375"/>
            </a:xfrm>
            <a:custGeom>
              <a:avLst/>
              <a:gdLst>
                <a:gd name="T0" fmla="*/ 190 w 190"/>
                <a:gd name="T1" fmla="*/ 526 h 526"/>
                <a:gd name="T2" fmla="*/ 0 w 190"/>
                <a:gd name="T3" fmla="*/ 526 h 526"/>
                <a:gd name="T4" fmla="*/ 46 w 190"/>
                <a:gd name="T5" fmla="*/ 0 h 526"/>
                <a:gd name="T6" fmla="*/ 144 w 190"/>
                <a:gd name="T7" fmla="*/ 0 h 526"/>
                <a:gd name="T8" fmla="*/ 190 w 190"/>
                <a:gd name="T9" fmla="*/ 526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526">
                  <a:moveTo>
                    <a:pt x="190" y="526"/>
                  </a:moveTo>
                  <a:cubicBezTo>
                    <a:pt x="127" y="526"/>
                    <a:pt x="64" y="526"/>
                    <a:pt x="0" y="526"/>
                  </a:cubicBezTo>
                  <a:cubicBezTo>
                    <a:pt x="16" y="351"/>
                    <a:pt x="31" y="176"/>
                    <a:pt x="46" y="0"/>
                  </a:cubicBezTo>
                  <a:cubicBezTo>
                    <a:pt x="79" y="0"/>
                    <a:pt x="112" y="0"/>
                    <a:pt x="144" y="0"/>
                  </a:cubicBezTo>
                  <a:cubicBezTo>
                    <a:pt x="159" y="176"/>
                    <a:pt x="175" y="351"/>
                    <a:pt x="190" y="526"/>
                  </a:cubicBezTo>
                  <a:close/>
                </a:path>
              </a:pathLst>
            </a:custGeom>
            <a:solidFill>
              <a:srgbClr val="B2D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8" name="Freeform 24"/>
            <p:cNvSpPr>
              <a:spLocks/>
            </p:cNvSpPr>
            <p:nvPr/>
          </p:nvSpPr>
          <p:spPr bwMode="auto">
            <a:xfrm>
              <a:off x="3794125" y="4244975"/>
              <a:ext cx="211138" cy="1095375"/>
            </a:xfrm>
            <a:custGeom>
              <a:avLst/>
              <a:gdLst>
                <a:gd name="T0" fmla="*/ 102 w 102"/>
                <a:gd name="T1" fmla="*/ 526 h 526"/>
                <a:gd name="T2" fmla="*/ 0 w 102"/>
                <a:gd name="T3" fmla="*/ 526 h 526"/>
                <a:gd name="T4" fmla="*/ 25 w 102"/>
                <a:gd name="T5" fmla="*/ 0 h 526"/>
                <a:gd name="T6" fmla="*/ 78 w 102"/>
                <a:gd name="T7" fmla="*/ 0 h 526"/>
                <a:gd name="T8" fmla="*/ 102 w 102"/>
                <a:gd name="T9" fmla="*/ 526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526">
                  <a:moveTo>
                    <a:pt x="102" y="526"/>
                  </a:moveTo>
                  <a:cubicBezTo>
                    <a:pt x="68" y="526"/>
                    <a:pt x="34" y="526"/>
                    <a:pt x="0" y="526"/>
                  </a:cubicBezTo>
                  <a:cubicBezTo>
                    <a:pt x="8" y="351"/>
                    <a:pt x="17" y="176"/>
                    <a:pt x="25" y="0"/>
                  </a:cubicBezTo>
                  <a:cubicBezTo>
                    <a:pt x="42" y="0"/>
                    <a:pt x="60" y="0"/>
                    <a:pt x="78" y="0"/>
                  </a:cubicBezTo>
                  <a:cubicBezTo>
                    <a:pt x="86" y="176"/>
                    <a:pt x="94" y="351"/>
                    <a:pt x="102" y="5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25"/>
            <p:cNvSpPr>
              <a:spLocks/>
            </p:cNvSpPr>
            <p:nvPr/>
          </p:nvSpPr>
          <p:spPr bwMode="auto">
            <a:xfrm>
              <a:off x="3868738" y="4244975"/>
              <a:ext cx="63500" cy="1095375"/>
            </a:xfrm>
            <a:custGeom>
              <a:avLst/>
              <a:gdLst>
                <a:gd name="T0" fmla="*/ 31 w 31"/>
                <a:gd name="T1" fmla="*/ 526 h 526"/>
                <a:gd name="T2" fmla="*/ 0 w 31"/>
                <a:gd name="T3" fmla="*/ 526 h 526"/>
                <a:gd name="T4" fmla="*/ 7 w 31"/>
                <a:gd name="T5" fmla="*/ 0 h 526"/>
                <a:gd name="T6" fmla="*/ 23 w 31"/>
                <a:gd name="T7" fmla="*/ 0 h 526"/>
                <a:gd name="T8" fmla="*/ 31 w 31"/>
                <a:gd name="T9" fmla="*/ 526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526">
                  <a:moveTo>
                    <a:pt x="31" y="526"/>
                  </a:moveTo>
                  <a:cubicBezTo>
                    <a:pt x="20" y="526"/>
                    <a:pt x="10" y="526"/>
                    <a:pt x="0" y="526"/>
                  </a:cubicBezTo>
                  <a:cubicBezTo>
                    <a:pt x="2" y="351"/>
                    <a:pt x="5" y="176"/>
                    <a:pt x="7" y="0"/>
                  </a:cubicBezTo>
                  <a:cubicBezTo>
                    <a:pt x="13" y="0"/>
                    <a:pt x="18" y="0"/>
                    <a:pt x="23" y="0"/>
                  </a:cubicBezTo>
                  <a:cubicBezTo>
                    <a:pt x="26" y="176"/>
                    <a:pt x="28" y="351"/>
                    <a:pt x="31" y="526"/>
                  </a:cubicBezTo>
                  <a:close/>
                </a:path>
              </a:pathLst>
            </a:custGeom>
            <a:solidFill>
              <a:srgbClr val="B2D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Freeform 26"/>
            <p:cNvSpPr>
              <a:spLocks/>
            </p:cNvSpPr>
            <p:nvPr/>
          </p:nvSpPr>
          <p:spPr bwMode="auto">
            <a:xfrm>
              <a:off x="3197225" y="3767138"/>
              <a:ext cx="552450" cy="949325"/>
            </a:xfrm>
            <a:custGeom>
              <a:avLst/>
              <a:gdLst>
                <a:gd name="T0" fmla="*/ 265 w 265"/>
                <a:gd name="T1" fmla="*/ 188 h 456"/>
                <a:gd name="T2" fmla="*/ 134 w 265"/>
                <a:gd name="T3" fmla="*/ 332 h 456"/>
                <a:gd name="T4" fmla="*/ 204 w 265"/>
                <a:gd name="T5" fmla="*/ 0 h 456"/>
                <a:gd name="T6" fmla="*/ 265 w 265"/>
                <a:gd name="T7" fmla="*/ 188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5" h="456">
                  <a:moveTo>
                    <a:pt x="265" y="188"/>
                  </a:moveTo>
                  <a:cubicBezTo>
                    <a:pt x="231" y="194"/>
                    <a:pt x="141" y="221"/>
                    <a:pt x="134" y="332"/>
                  </a:cubicBezTo>
                  <a:cubicBezTo>
                    <a:pt x="126" y="456"/>
                    <a:pt x="0" y="116"/>
                    <a:pt x="204" y="0"/>
                  </a:cubicBezTo>
                  <a:cubicBezTo>
                    <a:pt x="214" y="76"/>
                    <a:pt x="236" y="141"/>
                    <a:pt x="265" y="188"/>
                  </a:cubicBezTo>
                  <a:close/>
                </a:path>
              </a:pathLst>
            </a:custGeom>
            <a:solidFill>
              <a:srgbClr val="012C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1" name="Freeform 27"/>
            <p:cNvSpPr>
              <a:spLocks/>
            </p:cNvSpPr>
            <p:nvPr/>
          </p:nvSpPr>
          <p:spPr bwMode="auto">
            <a:xfrm>
              <a:off x="4049713" y="3768725"/>
              <a:ext cx="542925" cy="944562"/>
            </a:xfrm>
            <a:custGeom>
              <a:avLst/>
              <a:gdLst>
                <a:gd name="T0" fmla="*/ 61 w 261"/>
                <a:gd name="T1" fmla="*/ 0 h 454"/>
                <a:gd name="T2" fmla="*/ 0 w 261"/>
                <a:gd name="T3" fmla="*/ 187 h 454"/>
                <a:gd name="T4" fmla="*/ 129 w 261"/>
                <a:gd name="T5" fmla="*/ 330 h 454"/>
                <a:gd name="T6" fmla="*/ 61 w 261"/>
                <a:gd name="T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1" h="454">
                  <a:moveTo>
                    <a:pt x="61" y="0"/>
                  </a:moveTo>
                  <a:cubicBezTo>
                    <a:pt x="51" y="76"/>
                    <a:pt x="30" y="141"/>
                    <a:pt x="0" y="187"/>
                  </a:cubicBezTo>
                  <a:cubicBezTo>
                    <a:pt x="37" y="194"/>
                    <a:pt x="121" y="223"/>
                    <a:pt x="129" y="330"/>
                  </a:cubicBezTo>
                  <a:cubicBezTo>
                    <a:pt x="137" y="454"/>
                    <a:pt x="261" y="117"/>
                    <a:pt x="61" y="0"/>
                  </a:cubicBezTo>
                  <a:close/>
                </a:path>
              </a:pathLst>
            </a:custGeom>
            <a:solidFill>
              <a:srgbClr val="012C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" name="Freeform 28"/>
            <p:cNvSpPr>
              <a:spLocks/>
            </p:cNvSpPr>
            <p:nvPr/>
          </p:nvSpPr>
          <p:spPr bwMode="auto">
            <a:xfrm>
              <a:off x="3581400" y="3165475"/>
              <a:ext cx="638175" cy="1239837"/>
            </a:xfrm>
            <a:custGeom>
              <a:avLst/>
              <a:gdLst>
                <a:gd name="T0" fmla="*/ 35 w 307"/>
                <a:gd name="T1" fmla="*/ 1 h 596"/>
                <a:gd name="T2" fmla="*/ 0 w 307"/>
                <a:gd name="T3" fmla="*/ 224 h 596"/>
                <a:gd name="T4" fmla="*/ 154 w 307"/>
                <a:gd name="T5" fmla="*/ 596 h 596"/>
                <a:gd name="T6" fmla="*/ 307 w 307"/>
                <a:gd name="T7" fmla="*/ 223 h 596"/>
                <a:gd name="T8" fmla="*/ 270 w 307"/>
                <a:gd name="T9" fmla="*/ 0 h 596"/>
                <a:gd name="T10" fmla="*/ 153 w 307"/>
                <a:gd name="T11" fmla="*/ 16 h 596"/>
                <a:gd name="T12" fmla="*/ 35 w 307"/>
                <a:gd name="T13" fmla="*/ 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596">
                  <a:moveTo>
                    <a:pt x="35" y="1"/>
                  </a:moveTo>
                  <a:cubicBezTo>
                    <a:pt x="13" y="63"/>
                    <a:pt x="0" y="140"/>
                    <a:pt x="0" y="224"/>
                  </a:cubicBezTo>
                  <a:cubicBezTo>
                    <a:pt x="0" y="409"/>
                    <a:pt x="66" y="564"/>
                    <a:pt x="154" y="596"/>
                  </a:cubicBezTo>
                  <a:cubicBezTo>
                    <a:pt x="241" y="563"/>
                    <a:pt x="307" y="409"/>
                    <a:pt x="307" y="223"/>
                  </a:cubicBezTo>
                  <a:cubicBezTo>
                    <a:pt x="307" y="140"/>
                    <a:pt x="293" y="63"/>
                    <a:pt x="270" y="0"/>
                  </a:cubicBezTo>
                  <a:cubicBezTo>
                    <a:pt x="236" y="10"/>
                    <a:pt x="196" y="16"/>
                    <a:pt x="153" y="16"/>
                  </a:cubicBezTo>
                  <a:cubicBezTo>
                    <a:pt x="110" y="16"/>
                    <a:pt x="69" y="10"/>
                    <a:pt x="35" y="1"/>
                  </a:cubicBezTo>
                  <a:close/>
                </a:path>
              </a:pathLst>
            </a:custGeom>
            <a:solidFill>
              <a:srgbClr val="FF6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" name="Oval 29"/>
            <p:cNvSpPr>
              <a:spLocks noChangeArrowheads="1"/>
            </p:cNvSpPr>
            <p:nvPr/>
          </p:nvSpPr>
          <p:spPr bwMode="auto">
            <a:xfrm>
              <a:off x="3749675" y="3357563"/>
              <a:ext cx="301625" cy="301625"/>
            </a:xfrm>
            <a:prstGeom prst="ellipse">
              <a:avLst/>
            </a:prstGeom>
            <a:solidFill>
              <a:srgbClr val="012C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" name="Freeform 30"/>
            <p:cNvSpPr>
              <a:spLocks/>
            </p:cNvSpPr>
            <p:nvPr/>
          </p:nvSpPr>
          <p:spPr bwMode="auto">
            <a:xfrm>
              <a:off x="3798888" y="3406775"/>
              <a:ext cx="203200" cy="201612"/>
            </a:xfrm>
            <a:custGeom>
              <a:avLst/>
              <a:gdLst>
                <a:gd name="T0" fmla="*/ 97 w 97"/>
                <a:gd name="T1" fmla="*/ 48 h 97"/>
                <a:gd name="T2" fmla="*/ 48 w 97"/>
                <a:gd name="T3" fmla="*/ 97 h 97"/>
                <a:gd name="T4" fmla="*/ 0 w 97"/>
                <a:gd name="T5" fmla="*/ 48 h 97"/>
                <a:gd name="T6" fmla="*/ 48 w 97"/>
                <a:gd name="T7" fmla="*/ 0 h 97"/>
                <a:gd name="T8" fmla="*/ 97 w 97"/>
                <a:gd name="T9" fmla="*/ 4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7">
                  <a:moveTo>
                    <a:pt x="97" y="48"/>
                  </a:moveTo>
                  <a:cubicBezTo>
                    <a:pt x="97" y="75"/>
                    <a:pt x="75" y="97"/>
                    <a:pt x="48" y="97"/>
                  </a:cubicBezTo>
                  <a:cubicBezTo>
                    <a:pt x="21" y="97"/>
                    <a:pt x="0" y="75"/>
                    <a:pt x="0" y="48"/>
                  </a:cubicBezTo>
                  <a:cubicBezTo>
                    <a:pt x="0" y="22"/>
                    <a:pt x="21" y="0"/>
                    <a:pt x="48" y="0"/>
                  </a:cubicBezTo>
                  <a:cubicBezTo>
                    <a:pt x="75" y="0"/>
                    <a:pt x="97" y="21"/>
                    <a:pt x="97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" name="Freeform 31"/>
            <p:cNvSpPr>
              <a:spLocks/>
            </p:cNvSpPr>
            <p:nvPr/>
          </p:nvSpPr>
          <p:spPr bwMode="auto">
            <a:xfrm>
              <a:off x="3654425" y="3063875"/>
              <a:ext cx="488950" cy="134937"/>
            </a:xfrm>
            <a:custGeom>
              <a:avLst/>
              <a:gdLst>
                <a:gd name="T0" fmla="*/ 118 w 235"/>
                <a:gd name="T1" fmla="*/ 15 h 65"/>
                <a:gd name="T2" fmla="*/ 21 w 235"/>
                <a:gd name="T3" fmla="*/ 1 h 65"/>
                <a:gd name="T4" fmla="*/ 0 w 235"/>
                <a:gd name="T5" fmla="*/ 50 h 65"/>
                <a:gd name="T6" fmla="*/ 118 w 235"/>
                <a:gd name="T7" fmla="*/ 65 h 65"/>
                <a:gd name="T8" fmla="*/ 235 w 235"/>
                <a:gd name="T9" fmla="*/ 49 h 65"/>
                <a:gd name="T10" fmla="*/ 214 w 235"/>
                <a:gd name="T11" fmla="*/ 0 h 65"/>
                <a:gd name="T12" fmla="*/ 118 w 235"/>
                <a:gd name="T13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65">
                  <a:moveTo>
                    <a:pt x="118" y="15"/>
                  </a:moveTo>
                  <a:cubicBezTo>
                    <a:pt x="83" y="15"/>
                    <a:pt x="50" y="10"/>
                    <a:pt x="21" y="1"/>
                  </a:cubicBezTo>
                  <a:cubicBezTo>
                    <a:pt x="14" y="16"/>
                    <a:pt x="7" y="32"/>
                    <a:pt x="0" y="50"/>
                  </a:cubicBezTo>
                  <a:cubicBezTo>
                    <a:pt x="34" y="59"/>
                    <a:pt x="75" y="65"/>
                    <a:pt x="118" y="65"/>
                  </a:cubicBezTo>
                  <a:cubicBezTo>
                    <a:pt x="161" y="65"/>
                    <a:pt x="201" y="59"/>
                    <a:pt x="235" y="49"/>
                  </a:cubicBezTo>
                  <a:cubicBezTo>
                    <a:pt x="229" y="32"/>
                    <a:pt x="222" y="15"/>
                    <a:pt x="214" y="0"/>
                  </a:cubicBezTo>
                  <a:cubicBezTo>
                    <a:pt x="185" y="10"/>
                    <a:pt x="153" y="15"/>
                    <a:pt x="11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" name="Freeform 32"/>
            <p:cNvSpPr>
              <a:spLocks/>
            </p:cNvSpPr>
            <p:nvPr/>
          </p:nvSpPr>
          <p:spPr bwMode="auto">
            <a:xfrm>
              <a:off x="3697288" y="2855913"/>
              <a:ext cx="401638" cy="238125"/>
            </a:xfrm>
            <a:custGeom>
              <a:avLst/>
              <a:gdLst>
                <a:gd name="T0" fmla="*/ 97 w 193"/>
                <a:gd name="T1" fmla="*/ 0 h 115"/>
                <a:gd name="T2" fmla="*/ 0 w 193"/>
                <a:gd name="T3" fmla="*/ 101 h 115"/>
                <a:gd name="T4" fmla="*/ 97 w 193"/>
                <a:gd name="T5" fmla="*/ 115 h 115"/>
                <a:gd name="T6" fmla="*/ 193 w 193"/>
                <a:gd name="T7" fmla="*/ 100 h 115"/>
                <a:gd name="T8" fmla="*/ 97 w 193"/>
                <a:gd name="T9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5">
                  <a:moveTo>
                    <a:pt x="97" y="0"/>
                  </a:moveTo>
                  <a:cubicBezTo>
                    <a:pt x="60" y="14"/>
                    <a:pt x="26" y="50"/>
                    <a:pt x="0" y="101"/>
                  </a:cubicBezTo>
                  <a:cubicBezTo>
                    <a:pt x="29" y="110"/>
                    <a:pt x="62" y="115"/>
                    <a:pt x="97" y="115"/>
                  </a:cubicBezTo>
                  <a:cubicBezTo>
                    <a:pt x="132" y="115"/>
                    <a:pt x="164" y="110"/>
                    <a:pt x="193" y="100"/>
                  </a:cubicBezTo>
                  <a:cubicBezTo>
                    <a:pt x="167" y="49"/>
                    <a:pt x="134" y="13"/>
                    <a:pt x="97" y="0"/>
                  </a:cubicBezTo>
                  <a:close/>
                </a:path>
              </a:pathLst>
            </a:custGeom>
            <a:solidFill>
              <a:srgbClr val="F26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" name="Freeform 33"/>
            <p:cNvSpPr>
              <a:spLocks/>
            </p:cNvSpPr>
            <p:nvPr/>
          </p:nvSpPr>
          <p:spPr bwMode="auto">
            <a:xfrm>
              <a:off x="3878263" y="3786188"/>
              <a:ext cx="46038" cy="749300"/>
            </a:xfrm>
            <a:custGeom>
              <a:avLst/>
              <a:gdLst>
                <a:gd name="T0" fmla="*/ 21 w 22"/>
                <a:gd name="T1" fmla="*/ 8 h 360"/>
                <a:gd name="T2" fmla="*/ 11 w 22"/>
                <a:gd name="T3" fmla="*/ 0 h 360"/>
                <a:gd name="T4" fmla="*/ 11 w 22"/>
                <a:gd name="T5" fmla="*/ 0 h 360"/>
                <a:gd name="T6" fmla="*/ 0 w 22"/>
                <a:gd name="T7" fmla="*/ 9 h 360"/>
                <a:gd name="T8" fmla="*/ 1 w 22"/>
                <a:gd name="T9" fmla="*/ 351 h 360"/>
                <a:gd name="T10" fmla="*/ 11 w 22"/>
                <a:gd name="T11" fmla="*/ 360 h 360"/>
                <a:gd name="T12" fmla="*/ 11 w 22"/>
                <a:gd name="T13" fmla="*/ 360 h 360"/>
                <a:gd name="T14" fmla="*/ 22 w 22"/>
                <a:gd name="T15" fmla="*/ 351 h 360"/>
                <a:gd name="T16" fmla="*/ 21 w 22"/>
                <a:gd name="T17" fmla="*/ 8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60">
                  <a:moveTo>
                    <a:pt x="21" y="8"/>
                  </a:moveTo>
                  <a:cubicBezTo>
                    <a:pt x="21" y="4"/>
                    <a:pt x="17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1" y="351"/>
                    <a:pt x="1" y="351"/>
                    <a:pt x="1" y="351"/>
                  </a:cubicBezTo>
                  <a:cubicBezTo>
                    <a:pt x="1" y="356"/>
                    <a:pt x="6" y="360"/>
                    <a:pt x="11" y="360"/>
                  </a:cubicBezTo>
                  <a:cubicBezTo>
                    <a:pt x="11" y="360"/>
                    <a:pt x="11" y="360"/>
                    <a:pt x="11" y="360"/>
                  </a:cubicBezTo>
                  <a:cubicBezTo>
                    <a:pt x="17" y="360"/>
                    <a:pt x="22" y="356"/>
                    <a:pt x="22" y="35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rgbClr val="012C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" name="Oval 34"/>
            <p:cNvSpPr>
              <a:spLocks noChangeArrowheads="1"/>
            </p:cNvSpPr>
            <p:nvPr/>
          </p:nvSpPr>
          <p:spPr bwMode="auto">
            <a:xfrm>
              <a:off x="3582988" y="5021263"/>
              <a:ext cx="492125" cy="4921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9" name="Oval 35"/>
            <p:cNvSpPr>
              <a:spLocks noChangeArrowheads="1"/>
            </p:cNvSpPr>
            <p:nvPr/>
          </p:nvSpPr>
          <p:spPr bwMode="auto">
            <a:xfrm>
              <a:off x="3952875" y="5106988"/>
              <a:ext cx="342900" cy="3413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0" name="Oval 36"/>
            <p:cNvSpPr>
              <a:spLocks noChangeArrowheads="1"/>
            </p:cNvSpPr>
            <p:nvPr/>
          </p:nvSpPr>
          <p:spPr bwMode="auto">
            <a:xfrm>
              <a:off x="3343275" y="5154613"/>
              <a:ext cx="328613" cy="3286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1" name="Oval 37"/>
            <p:cNvSpPr>
              <a:spLocks noChangeArrowheads="1"/>
            </p:cNvSpPr>
            <p:nvPr/>
          </p:nvSpPr>
          <p:spPr bwMode="auto">
            <a:xfrm>
              <a:off x="3479800" y="5208588"/>
              <a:ext cx="328613" cy="3286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2" name="Oval 38"/>
            <p:cNvSpPr>
              <a:spLocks noChangeArrowheads="1"/>
            </p:cNvSpPr>
            <p:nvPr/>
          </p:nvSpPr>
          <p:spPr bwMode="auto">
            <a:xfrm>
              <a:off x="4186238" y="5211763"/>
              <a:ext cx="271463" cy="27146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Oval 39"/>
            <p:cNvSpPr>
              <a:spLocks noChangeArrowheads="1"/>
            </p:cNvSpPr>
            <p:nvPr/>
          </p:nvSpPr>
          <p:spPr bwMode="auto">
            <a:xfrm>
              <a:off x="1804988" y="5159375"/>
              <a:ext cx="854075" cy="852487"/>
            </a:xfrm>
            <a:prstGeom prst="ellipse">
              <a:avLst/>
            </a:prstGeom>
            <a:solidFill>
              <a:srgbClr val="FF6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40"/>
            <p:cNvSpPr>
              <a:spLocks/>
            </p:cNvSpPr>
            <p:nvPr/>
          </p:nvSpPr>
          <p:spPr bwMode="auto">
            <a:xfrm>
              <a:off x="2024063" y="5395913"/>
              <a:ext cx="415925" cy="239712"/>
            </a:xfrm>
            <a:custGeom>
              <a:avLst/>
              <a:gdLst>
                <a:gd name="T0" fmla="*/ 200 w 200"/>
                <a:gd name="T1" fmla="*/ 108 h 115"/>
                <a:gd name="T2" fmla="*/ 193 w 200"/>
                <a:gd name="T3" fmla="*/ 115 h 115"/>
                <a:gd name="T4" fmla="*/ 7 w 200"/>
                <a:gd name="T5" fmla="*/ 115 h 115"/>
                <a:gd name="T6" fmla="*/ 0 w 200"/>
                <a:gd name="T7" fmla="*/ 108 h 115"/>
                <a:gd name="T8" fmla="*/ 0 w 200"/>
                <a:gd name="T9" fmla="*/ 7 h 115"/>
                <a:gd name="T10" fmla="*/ 7 w 200"/>
                <a:gd name="T11" fmla="*/ 0 h 115"/>
                <a:gd name="T12" fmla="*/ 193 w 200"/>
                <a:gd name="T13" fmla="*/ 0 h 115"/>
                <a:gd name="T14" fmla="*/ 200 w 200"/>
                <a:gd name="T15" fmla="*/ 7 h 115"/>
                <a:gd name="T16" fmla="*/ 200 w 200"/>
                <a:gd name="T17" fmla="*/ 10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0" h="115">
                  <a:moveTo>
                    <a:pt x="200" y="108"/>
                  </a:moveTo>
                  <a:cubicBezTo>
                    <a:pt x="200" y="112"/>
                    <a:pt x="197" y="115"/>
                    <a:pt x="193" y="115"/>
                  </a:cubicBezTo>
                  <a:cubicBezTo>
                    <a:pt x="7" y="115"/>
                    <a:pt x="7" y="115"/>
                    <a:pt x="7" y="115"/>
                  </a:cubicBezTo>
                  <a:cubicBezTo>
                    <a:pt x="3" y="115"/>
                    <a:pt x="0" y="112"/>
                    <a:pt x="0" y="10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7" y="0"/>
                    <a:pt x="200" y="3"/>
                    <a:pt x="200" y="7"/>
                  </a:cubicBezTo>
                  <a:lnTo>
                    <a:pt x="200" y="108"/>
                  </a:lnTo>
                  <a:close/>
                </a:path>
              </a:pathLst>
            </a:custGeom>
            <a:solidFill>
              <a:srgbClr val="0242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41"/>
            <p:cNvSpPr>
              <a:spLocks/>
            </p:cNvSpPr>
            <p:nvPr/>
          </p:nvSpPr>
          <p:spPr bwMode="auto">
            <a:xfrm>
              <a:off x="2039938" y="5502275"/>
              <a:ext cx="384175" cy="266700"/>
            </a:xfrm>
            <a:custGeom>
              <a:avLst/>
              <a:gdLst>
                <a:gd name="T0" fmla="*/ 184 w 184"/>
                <a:gd name="T1" fmla="*/ 121 h 128"/>
                <a:gd name="T2" fmla="*/ 178 w 184"/>
                <a:gd name="T3" fmla="*/ 128 h 128"/>
                <a:gd name="T4" fmla="*/ 6 w 184"/>
                <a:gd name="T5" fmla="*/ 128 h 128"/>
                <a:gd name="T6" fmla="*/ 0 w 184"/>
                <a:gd name="T7" fmla="*/ 121 h 128"/>
                <a:gd name="T8" fmla="*/ 0 w 184"/>
                <a:gd name="T9" fmla="*/ 6 h 128"/>
                <a:gd name="T10" fmla="*/ 6 w 184"/>
                <a:gd name="T11" fmla="*/ 0 h 128"/>
                <a:gd name="T12" fmla="*/ 178 w 184"/>
                <a:gd name="T13" fmla="*/ 0 h 128"/>
                <a:gd name="T14" fmla="*/ 184 w 184"/>
                <a:gd name="T15" fmla="*/ 6 h 128"/>
                <a:gd name="T16" fmla="*/ 184 w 184"/>
                <a:gd name="T17" fmla="*/ 12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128">
                  <a:moveTo>
                    <a:pt x="184" y="121"/>
                  </a:moveTo>
                  <a:cubicBezTo>
                    <a:pt x="184" y="125"/>
                    <a:pt x="181" y="128"/>
                    <a:pt x="178" y="128"/>
                  </a:cubicBezTo>
                  <a:cubicBezTo>
                    <a:pt x="6" y="128"/>
                    <a:pt x="6" y="128"/>
                    <a:pt x="6" y="128"/>
                  </a:cubicBezTo>
                  <a:cubicBezTo>
                    <a:pt x="3" y="128"/>
                    <a:pt x="0" y="125"/>
                    <a:pt x="0" y="12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78" y="0"/>
                    <a:pt x="178" y="0"/>
                    <a:pt x="178" y="0"/>
                  </a:cubicBezTo>
                  <a:cubicBezTo>
                    <a:pt x="181" y="0"/>
                    <a:pt x="184" y="2"/>
                    <a:pt x="184" y="6"/>
                  </a:cubicBezTo>
                  <a:lnTo>
                    <a:pt x="184" y="121"/>
                  </a:lnTo>
                  <a:close/>
                </a:path>
              </a:pathLst>
            </a:custGeom>
            <a:solidFill>
              <a:srgbClr val="0242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42"/>
            <p:cNvSpPr>
              <a:spLocks/>
            </p:cNvSpPr>
            <p:nvPr/>
          </p:nvSpPr>
          <p:spPr bwMode="auto">
            <a:xfrm>
              <a:off x="2024063" y="5441950"/>
              <a:ext cx="415925" cy="239712"/>
            </a:xfrm>
            <a:custGeom>
              <a:avLst/>
              <a:gdLst>
                <a:gd name="T0" fmla="*/ 200 w 200"/>
                <a:gd name="T1" fmla="*/ 108 h 115"/>
                <a:gd name="T2" fmla="*/ 193 w 200"/>
                <a:gd name="T3" fmla="*/ 115 h 115"/>
                <a:gd name="T4" fmla="*/ 7 w 200"/>
                <a:gd name="T5" fmla="*/ 115 h 115"/>
                <a:gd name="T6" fmla="*/ 0 w 200"/>
                <a:gd name="T7" fmla="*/ 108 h 115"/>
                <a:gd name="T8" fmla="*/ 0 w 200"/>
                <a:gd name="T9" fmla="*/ 7 h 115"/>
                <a:gd name="T10" fmla="*/ 7 w 200"/>
                <a:gd name="T11" fmla="*/ 0 h 115"/>
                <a:gd name="T12" fmla="*/ 193 w 200"/>
                <a:gd name="T13" fmla="*/ 0 h 115"/>
                <a:gd name="T14" fmla="*/ 200 w 200"/>
                <a:gd name="T15" fmla="*/ 7 h 115"/>
                <a:gd name="T16" fmla="*/ 200 w 200"/>
                <a:gd name="T17" fmla="*/ 10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0" h="115">
                  <a:moveTo>
                    <a:pt x="200" y="108"/>
                  </a:moveTo>
                  <a:cubicBezTo>
                    <a:pt x="200" y="112"/>
                    <a:pt x="197" y="115"/>
                    <a:pt x="193" y="115"/>
                  </a:cubicBezTo>
                  <a:cubicBezTo>
                    <a:pt x="7" y="115"/>
                    <a:pt x="7" y="115"/>
                    <a:pt x="7" y="115"/>
                  </a:cubicBezTo>
                  <a:cubicBezTo>
                    <a:pt x="3" y="115"/>
                    <a:pt x="0" y="112"/>
                    <a:pt x="0" y="10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7" y="0"/>
                    <a:pt x="200" y="3"/>
                    <a:pt x="200" y="7"/>
                  </a:cubicBezTo>
                  <a:lnTo>
                    <a:pt x="200" y="108"/>
                  </a:lnTo>
                  <a:close/>
                </a:path>
              </a:pathLst>
            </a:custGeom>
            <a:solidFill>
              <a:srgbClr val="0393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43"/>
            <p:cNvSpPr>
              <a:spLocks/>
            </p:cNvSpPr>
            <p:nvPr/>
          </p:nvSpPr>
          <p:spPr bwMode="auto">
            <a:xfrm>
              <a:off x="2112963" y="5640388"/>
              <a:ext cx="42863" cy="66675"/>
            </a:xfrm>
            <a:custGeom>
              <a:avLst/>
              <a:gdLst>
                <a:gd name="T0" fmla="*/ 20 w 20"/>
                <a:gd name="T1" fmla="*/ 23 h 32"/>
                <a:gd name="T2" fmla="*/ 10 w 20"/>
                <a:gd name="T3" fmla="*/ 32 h 32"/>
                <a:gd name="T4" fmla="*/ 9 w 20"/>
                <a:gd name="T5" fmla="*/ 32 h 32"/>
                <a:gd name="T6" fmla="*/ 0 w 20"/>
                <a:gd name="T7" fmla="*/ 23 h 32"/>
                <a:gd name="T8" fmla="*/ 0 w 20"/>
                <a:gd name="T9" fmla="*/ 9 h 32"/>
                <a:gd name="T10" fmla="*/ 9 w 20"/>
                <a:gd name="T11" fmla="*/ 0 h 32"/>
                <a:gd name="T12" fmla="*/ 10 w 20"/>
                <a:gd name="T13" fmla="*/ 0 h 32"/>
                <a:gd name="T14" fmla="*/ 20 w 20"/>
                <a:gd name="T15" fmla="*/ 9 h 32"/>
                <a:gd name="T16" fmla="*/ 20 w 20"/>
                <a:gd name="T17" fmla="*/ 2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32">
                  <a:moveTo>
                    <a:pt x="20" y="23"/>
                  </a:moveTo>
                  <a:cubicBezTo>
                    <a:pt x="20" y="28"/>
                    <a:pt x="16" y="32"/>
                    <a:pt x="10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4" y="32"/>
                    <a:pt x="0" y="28"/>
                    <a:pt x="0" y="2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6" y="0"/>
                    <a:pt x="20" y="4"/>
                    <a:pt x="20" y="9"/>
                  </a:cubicBezTo>
                  <a:lnTo>
                    <a:pt x="20" y="2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Freeform 44"/>
            <p:cNvSpPr>
              <a:spLocks/>
            </p:cNvSpPr>
            <p:nvPr/>
          </p:nvSpPr>
          <p:spPr bwMode="auto">
            <a:xfrm>
              <a:off x="2309813" y="5640388"/>
              <a:ext cx="41275" cy="66675"/>
            </a:xfrm>
            <a:custGeom>
              <a:avLst/>
              <a:gdLst>
                <a:gd name="T0" fmla="*/ 20 w 20"/>
                <a:gd name="T1" fmla="*/ 23 h 32"/>
                <a:gd name="T2" fmla="*/ 11 w 20"/>
                <a:gd name="T3" fmla="*/ 32 h 32"/>
                <a:gd name="T4" fmla="*/ 10 w 20"/>
                <a:gd name="T5" fmla="*/ 32 h 32"/>
                <a:gd name="T6" fmla="*/ 0 w 20"/>
                <a:gd name="T7" fmla="*/ 23 h 32"/>
                <a:gd name="T8" fmla="*/ 0 w 20"/>
                <a:gd name="T9" fmla="*/ 9 h 32"/>
                <a:gd name="T10" fmla="*/ 10 w 20"/>
                <a:gd name="T11" fmla="*/ 0 h 32"/>
                <a:gd name="T12" fmla="*/ 11 w 20"/>
                <a:gd name="T13" fmla="*/ 0 h 32"/>
                <a:gd name="T14" fmla="*/ 20 w 20"/>
                <a:gd name="T15" fmla="*/ 9 h 32"/>
                <a:gd name="T16" fmla="*/ 20 w 20"/>
                <a:gd name="T17" fmla="*/ 2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32">
                  <a:moveTo>
                    <a:pt x="20" y="23"/>
                  </a:moveTo>
                  <a:cubicBezTo>
                    <a:pt x="20" y="28"/>
                    <a:pt x="16" y="32"/>
                    <a:pt x="11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4" y="32"/>
                    <a:pt x="0" y="28"/>
                    <a:pt x="0" y="2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6" y="0"/>
                    <a:pt x="20" y="4"/>
                    <a:pt x="20" y="9"/>
                  </a:cubicBezTo>
                  <a:lnTo>
                    <a:pt x="20" y="2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Freeform 45"/>
            <p:cNvSpPr>
              <a:spLocks/>
            </p:cNvSpPr>
            <p:nvPr/>
          </p:nvSpPr>
          <p:spPr bwMode="auto">
            <a:xfrm>
              <a:off x="2112963" y="5646738"/>
              <a:ext cx="42863" cy="68262"/>
            </a:xfrm>
            <a:custGeom>
              <a:avLst/>
              <a:gdLst>
                <a:gd name="T0" fmla="*/ 20 w 20"/>
                <a:gd name="T1" fmla="*/ 24 h 33"/>
                <a:gd name="T2" fmla="*/ 10 w 20"/>
                <a:gd name="T3" fmla="*/ 33 h 33"/>
                <a:gd name="T4" fmla="*/ 9 w 20"/>
                <a:gd name="T5" fmla="*/ 33 h 33"/>
                <a:gd name="T6" fmla="*/ 0 w 20"/>
                <a:gd name="T7" fmla="*/ 24 h 33"/>
                <a:gd name="T8" fmla="*/ 0 w 20"/>
                <a:gd name="T9" fmla="*/ 10 h 33"/>
                <a:gd name="T10" fmla="*/ 9 w 20"/>
                <a:gd name="T11" fmla="*/ 0 h 33"/>
                <a:gd name="T12" fmla="*/ 10 w 20"/>
                <a:gd name="T13" fmla="*/ 0 h 33"/>
                <a:gd name="T14" fmla="*/ 20 w 20"/>
                <a:gd name="T15" fmla="*/ 10 h 33"/>
                <a:gd name="T16" fmla="*/ 20 w 20"/>
                <a:gd name="T17" fmla="*/ 2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33">
                  <a:moveTo>
                    <a:pt x="20" y="24"/>
                  </a:moveTo>
                  <a:cubicBezTo>
                    <a:pt x="20" y="29"/>
                    <a:pt x="16" y="33"/>
                    <a:pt x="10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29"/>
                    <a:pt x="0" y="2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6" y="0"/>
                    <a:pt x="20" y="5"/>
                    <a:pt x="20" y="10"/>
                  </a:cubicBezTo>
                  <a:lnTo>
                    <a:pt x="2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46"/>
            <p:cNvSpPr>
              <a:spLocks/>
            </p:cNvSpPr>
            <p:nvPr/>
          </p:nvSpPr>
          <p:spPr bwMode="auto">
            <a:xfrm>
              <a:off x="2309813" y="5646738"/>
              <a:ext cx="41275" cy="68262"/>
            </a:xfrm>
            <a:custGeom>
              <a:avLst/>
              <a:gdLst>
                <a:gd name="T0" fmla="*/ 20 w 20"/>
                <a:gd name="T1" fmla="*/ 24 h 33"/>
                <a:gd name="T2" fmla="*/ 11 w 20"/>
                <a:gd name="T3" fmla="*/ 33 h 33"/>
                <a:gd name="T4" fmla="*/ 10 w 20"/>
                <a:gd name="T5" fmla="*/ 33 h 33"/>
                <a:gd name="T6" fmla="*/ 0 w 20"/>
                <a:gd name="T7" fmla="*/ 24 h 33"/>
                <a:gd name="T8" fmla="*/ 0 w 20"/>
                <a:gd name="T9" fmla="*/ 10 h 33"/>
                <a:gd name="T10" fmla="*/ 10 w 20"/>
                <a:gd name="T11" fmla="*/ 0 h 33"/>
                <a:gd name="T12" fmla="*/ 11 w 20"/>
                <a:gd name="T13" fmla="*/ 0 h 33"/>
                <a:gd name="T14" fmla="*/ 20 w 20"/>
                <a:gd name="T15" fmla="*/ 10 h 33"/>
                <a:gd name="T16" fmla="*/ 20 w 20"/>
                <a:gd name="T17" fmla="*/ 2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33">
                  <a:moveTo>
                    <a:pt x="20" y="24"/>
                  </a:moveTo>
                  <a:cubicBezTo>
                    <a:pt x="20" y="29"/>
                    <a:pt x="16" y="33"/>
                    <a:pt x="11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4" y="33"/>
                    <a:pt x="0" y="29"/>
                    <a:pt x="0" y="2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6" y="0"/>
                    <a:pt x="20" y="5"/>
                    <a:pt x="20" y="10"/>
                  </a:cubicBezTo>
                  <a:lnTo>
                    <a:pt x="2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47"/>
            <p:cNvSpPr>
              <a:spLocks/>
            </p:cNvSpPr>
            <p:nvPr/>
          </p:nvSpPr>
          <p:spPr bwMode="auto">
            <a:xfrm>
              <a:off x="2146300" y="5346700"/>
              <a:ext cx="171450" cy="80962"/>
            </a:xfrm>
            <a:custGeom>
              <a:avLst/>
              <a:gdLst>
                <a:gd name="T0" fmla="*/ 82 w 82"/>
                <a:gd name="T1" fmla="*/ 36 h 39"/>
                <a:gd name="T2" fmla="*/ 46 w 82"/>
                <a:gd name="T3" fmla="*/ 0 h 39"/>
                <a:gd name="T4" fmla="*/ 36 w 82"/>
                <a:gd name="T5" fmla="*/ 0 h 39"/>
                <a:gd name="T6" fmla="*/ 0 w 82"/>
                <a:gd name="T7" fmla="*/ 36 h 39"/>
                <a:gd name="T8" fmla="*/ 0 w 82"/>
                <a:gd name="T9" fmla="*/ 36 h 39"/>
                <a:gd name="T10" fmla="*/ 0 w 82"/>
                <a:gd name="T11" fmla="*/ 36 h 39"/>
                <a:gd name="T12" fmla="*/ 7 w 82"/>
                <a:gd name="T13" fmla="*/ 39 h 39"/>
                <a:gd name="T14" fmla="*/ 14 w 82"/>
                <a:gd name="T15" fmla="*/ 36 h 39"/>
                <a:gd name="T16" fmla="*/ 14 w 82"/>
                <a:gd name="T17" fmla="*/ 36 h 39"/>
                <a:gd name="T18" fmla="*/ 14 w 82"/>
                <a:gd name="T19" fmla="*/ 36 h 39"/>
                <a:gd name="T20" fmla="*/ 36 w 82"/>
                <a:gd name="T21" fmla="*/ 14 h 39"/>
                <a:gd name="T22" fmla="*/ 46 w 82"/>
                <a:gd name="T23" fmla="*/ 14 h 39"/>
                <a:gd name="T24" fmla="*/ 68 w 82"/>
                <a:gd name="T25" fmla="*/ 36 h 39"/>
                <a:gd name="T26" fmla="*/ 68 w 82"/>
                <a:gd name="T27" fmla="*/ 36 h 39"/>
                <a:gd name="T28" fmla="*/ 68 w 82"/>
                <a:gd name="T29" fmla="*/ 36 h 39"/>
                <a:gd name="T30" fmla="*/ 75 w 82"/>
                <a:gd name="T31" fmla="*/ 39 h 39"/>
                <a:gd name="T32" fmla="*/ 82 w 82"/>
                <a:gd name="T33" fmla="*/ 36 h 39"/>
                <a:gd name="T34" fmla="*/ 82 w 82"/>
                <a:gd name="T35" fmla="*/ 3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2" h="39">
                  <a:moveTo>
                    <a:pt x="82" y="36"/>
                  </a:moveTo>
                  <a:cubicBezTo>
                    <a:pt x="82" y="16"/>
                    <a:pt x="66" y="0"/>
                    <a:pt x="4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8"/>
                    <a:pt x="3" y="39"/>
                    <a:pt x="7" y="39"/>
                  </a:cubicBezTo>
                  <a:cubicBezTo>
                    <a:pt x="11" y="39"/>
                    <a:pt x="14" y="38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23"/>
                    <a:pt x="24" y="14"/>
                    <a:pt x="36" y="14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58" y="14"/>
                    <a:pt x="68" y="23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8" y="38"/>
                    <a:pt x="71" y="39"/>
                    <a:pt x="75" y="39"/>
                  </a:cubicBezTo>
                  <a:cubicBezTo>
                    <a:pt x="79" y="39"/>
                    <a:pt x="82" y="38"/>
                    <a:pt x="82" y="36"/>
                  </a:cubicBezTo>
                  <a:cubicBezTo>
                    <a:pt x="82" y="36"/>
                    <a:pt x="82" y="36"/>
                    <a:pt x="82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48"/>
            <p:cNvSpPr>
              <a:spLocks/>
            </p:cNvSpPr>
            <p:nvPr/>
          </p:nvSpPr>
          <p:spPr bwMode="auto">
            <a:xfrm>
              <a:off x="2146300" y="5346700"/>
              <a:ext cx="171450" cy="74612"/>
            </a:xfrm>
            <a:custGeom>
              <a:avLst/>
              <a:gdLst>
                <a:gd name="T0" fmla="*/ 82 w 82"/>
                <a:gd name="T1" fmla="*/ 36 h 36"/>
                <a:gd name="T2" fmla="*/ 46 w 82"/>
                <a:gd name="T3" fmla="*/ 0 h 36"/>
                <a:gd name="T4" fmla="*/ 36 w 82"/>
                <a:gd name="T5" fmla="*/ 0 h 36"/>
                <a:gd name="T6" fmla="*/ 0 w 82"/>
                <a:gd name="T7" fmla="*/ 36 h 36"/>
                <a:gd name="T8" fmla="*/ 0 w 82"/>
                <a:gd name="T9" fmla="*/ 36 h 36"/>
                <a:gd name="T10" fmla="*/ 0 w 82"/>
                <a:gd name="T11" fmla="*/ 36 h 36"/>
                <a:gd name="T12" fmla="*/ 0 w 82"/>
                <a:gd name="T13" fmla="*/ 36 h 36"/>
                <a:gd name="T14" fmla="*/ 36 w 82"/>
                <a:gd name="T15" fmla="*/ 2 h 36"/>
                <a:gd name="T16" fmla="*/ 46 w 82"/>
                <a:gd name="T17" fmla="*/ 2 h 36"/>
                <a:gd name="T18" fmla="*/ 82 w 82"/>
                <a:gd name="T19" fmla="*/ 36 h 36"/>
                <a:gd name="T20" fmla="*/ 82 w 82"/>
                <a:gd name="T21" fmla="*/ 36 h 36"/>
                <a:gd name="T22" fmla="*/ 82 w 82"/>
                <a:gd name="T2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2" h="36">
                  <a:moveTo>
                    <a:pt x="82" y="36"/>
                  </a:moveTo>
                  <a:cubicBezTo>
                    <a:pt x="82" y="16"/>
                    <a:pt x="66" y="0"/>
                    <a:pt x="4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17"/>
                    <a:pt x="17" y="2"/>
                    <a:pt x="36" y="2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65" y="2"/>
                    <a:pt x="81" y="17"/>
                    <a:pt x="82" y="36"/>
                  </a:cubicBezTo>
                  <a:cubicBezTo>
                    <a:pt x="82" y="36"/>
                    <a:pt x="82" y="36"/>
                    <a:pt x="82" y="36"/>
                  </a:cubicBezTo>
                  <a:cubicBezTo>
                    <a:pt x="82" y="36"/>
                    <a:pt x="82" y="36"/>
                    <a:pt x="82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49"/>
            <p:cNvSpPr>
              <a:spLocks/>
            </p:cNvSpPr>
            <p:nvPr/>
          </p:nvSpPr>
          <p:spPr bwMode="auto">
            <a:xfrm>
              <a:off x="2057400" y="5408613"/>
              <a:ext cx="601663" cy="563562"/>
            </a:xfrm>
            <a:custGeom>
              <a:avLst/>
              <a:gdLst>
                <a:gd name="T0" fmla="*/ 289 w 289"/>
                <a:gd name="T1" fmla="*/ 85 h 271"/>
                <a:gd name="T2" fmla="*/ 288 w 289"/>
                <a:gd name="T3" fmla="*/ 60 h 271"/>
                <a:gd name="T4" fmla="*/ 184 w 289"/>
                <a:gd name="T5" fmla="*/ 0 h 271"/>
                <a:gd name="T6" fmla="*/ 184 w 289"/>
                <a:gd name="T7" fmla="*/ 1 h 271"/>
                <a:gd name="T8" fmla="*/ 184 w 289"/>
                <a:gd name="T9" fmla="*/ 23 h 271"/>
                <a:gd name="T10" fmla="*/ 184 w 289"/>
                <a:gd name="T11" fmla="*/ 102 h 271"/>
                <a:gd name="T12" fmla="*/ 184 w 289"/>
                <a:gd name="T13" fmla="*/ 124 h 271"/>
                <a:gd name="T14" fmla="*/ 177 w 289"/>
                <a:gd name="T15" fmla="*/ 131 h 271"/>
                <a:gd name="T16" fmla="*/ 176 w 289"/>
                <a:gd name="T17" fmla="*/ 131 h 271"/>
                <a:gd name="T18" fmla="*/ 176 w 289"/>
                <a:gd name="T19" fmla="*/ 166 h 271"/>
                <a:gd name="T20" fmla="*/ 170 w 289"/>
                <a:gd name="T21" fmla="*/ 173 h 271"/>
                <a:gd name="T22" fmla="*/ 0 w 289"/>
                <a:gd name="T23" fmla="*/ 173 h 271"/>
                <a:gd name="T24" fmla="*/ 170 w 289"/>
                <a:gd name="T25" fmla="*/ 271 h 271"/>
                <a:gd name="T26" fmla="*/ 289 w 289"/>
                <a:gd name="T27" fmla="*/ 85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271">
                  <a:moveTo>
                    <a:pt x="289" y="85"/>
                  </a:moveTo>
                  <a:cubicBezTo>
                    <a:pt x="289" y="77"/>
                    <a:pt x="289" y="68"/>
                    <a:pt x="288" y="60"/>
                  </a:cubicBezTo>
                  <a:cubicBezTo>
                    <a:pt x="253" y="40"/>
                    <a:pt x="218" y="20"/>
                    <a:pt x="184" y="0"/>
                  </a:cubicBezTo>
                  <a:cubicBezTo>
                    <a:pt x="184" y="0"/>
                    <a:pt x="184" y="1"/>
                    <a:pt x="184" y="1"/>
                  </a:cubicBezTo>
                  <a:cubicBezTo>
                    <a:pt x="184" y="23"/>
                    <a:pt x="184" y="23"/>
                    <a:pt x="184" y="23"/>
                  </a:cubicBezTo>
                  <a:cubicBezTo>
                    <a:pt x="184" y="102"/>
                    <a:pt x="184" y="102"/>
                    <a:pt x="184" y="102"/>
                  </a:cubicBezTo>
                  <a:cubicBezTo>
                    <a:pt x="184" y="124"/>
                    <a:pt x="184" y="124"/>
                    <a:pt x="184" y="124"/>
                  </a:cubicBezTo>
                  <a:cubicBezTo>
                    <a:pt x="184" y="128"/>
                    <a:pt x="181" y="131"/>
                    <a:pt x="177" y="131"/>
                  </a:cubicBezTo>
                  <a:cubicBezTo>
                    <a:pt x="176" y="131"/>
                    <a:pt x="176" y="131"/>
                    <a:pt x="176" y="131"/>
                  </a:cubicBezTo>
                  <a:cubicBezTo>
                    <a:pt x="176" y="166"/>
                    <a:pt x="176" y="166"/>
                    <a:pt x="176" y="166"/>
                  </a:cubicBezTo>
                  <a:cubicBezTo>
                    <a:pt x="176" y="170"/>
                    <a:pt x="173" y="173"/>
                    <a:pt x="170" y="173"/>
                  </a:cubicBezTo>
                  <a:cubicBezTo>
                    <a:pt x="0" y="173"/>
                    <a:pt x="0" y="173"/>
                    <a:pt x="0" y="173"/>
                  </a:cubicBezTo>
                  <a:cubicBezTo>
                    <a:pt x="56" y="206"/>
                    <a:pt x="113" y="239"/>
                    <a:pt x="170" y="271"/>
                  </a:cubicBezTo>
                  <a:cubicBezTo>
                    <a:pt x="240" y="239"/>
                    <a:pt x="289" y="168"/>
                    <a:pt x="289" y="85"/>
                  </a:cubicBezTo>
                  <a:close/>
                </a:path>
              </a:pathLst>
            </a:custGeom>
            <a:solidFill>
              <a:srgbClr val="CC4E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Freeform 50"/>
            <p:cNvSpPr>
              <a:spLocks/>
            </p:cNvSpPr>
            <p:nvPr/>
          </p:nvSpPr>
          <p:spPr bwMode="auto">
            <a:xfrm>
              <a:off x="1276350" y="2717800"/>
              <a:ext cx="1597025" cy="320675"/>
            </a:xfrm>
            <a:custGeom>
              <a:avLst/>
              <a:gdLst>
                <a:gd name="T0" fmla="*/ 0 w 767"/>
                <a:gd name="T1" fmla="*/ 154 h 154"/>
                <a:gd name="T2" fmla="*/ 80 w 767"/>
                <a:gd name="T3" fmla="*/ 92 h 154"/>
                <a:gd name="T4" fmla="*/ 102 w 767"/>
                <a:gd name="T5" fmla="*/ 94 h 154"/>
                <a:gd name="T6" fmla="*/ 197 w 767"/>
                <a:gd name="T7" fmla="*/ 41 h 154"/>
                <a:gd name="T8" fmla="*/ 250 w 767"/>
                <a:gd name="T9" fmla="*/ 54 h 154"/>
                <a:gd name="T10" fmla="*/ 372 w 767"/>
                <a:gd name="T11" fmla="*/ 0 h 154"/>
                <a:gd name="T12" fmla="*/ 509 w 767"/>
                <a:gd name="T13" fmla="*/ 78 h 154"/>
                <a:gd name="T14" fmla="*/ 562 w 767"/>
                <a:gd name="T15" fmla="*/ 65 h 154"/>
                <a:gd name="T16" fmla="*/ 651 w 767"/>
                <a:gd name="T17" fmla="*/ 112 h 154"/>
                <a:gd name="T18" fmla="*/ 689 w 767"/>
                <a:gd name="T19" fmla="*/ 104 h 154"/>
                <a:gd name="T20" fmla="*/ 767 w 767"/>
                <a:gd name="T21" fmla="*/ 154 h 154"/>
                <a:gd name="T22" fmla="*/ 0 w 767"/>
                <a:gd name="T23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7" h="154">
                  <a:moveTo>
                    <a:pt x="0" y="154"/>
                  </a:moveTo>
                  <a:cubicBezTo>
                    <a:pt x="2" y="119"/>
                    <a:pt x="37" y="92"/>
                    <a:pt x="80" y="92"/>
                  </a:cubicBezTo>
                  <a:cubicBezTo>
                    <a:pt x="88" y="92"/>
                    <a:pt x="95" y="93"/>
                    <a:pt x="102" y="94"/>
                  </a:cubicBezTo>
                  <a:cubicBezTo>
                    <a:pt x="117" y="63"/>
                    <a:pt x="154" y="41"/>
                    <a:pt x="197" y="41"/>
                  </a:cubicBezTo>
                  <a:cubicBezTo>
                    <a:pt x="217" y="41"/>
                    <a:pt x="235" y="46"/>
                    <a:pt x="250" y="54"/>
                  </a:cubicBezTo>
                  <a:cubicBezTo>
                    <a:pt x="276" y="21"/>
                    <a:pt x="321" y="0"/>
                    <a:pt x="372" y="0"/>
                  </a:cubicBezTo>
                  <a:cubicBezTo>
                    <a:pt x="435" y="0"/>
                    <a:pt x="488" y="32"/>
                    <a:pt x="509" y="78"/>
                  </a:cubicBezTo>
                  <a:cubicBezTo>
                    <a:pt x="524" y="69"/>
                    <a:pt x="542" y="65"/>
                    <a:pt x="562" y="65"/>
                  </a:cubicBezTo>
                  <a:cubicBezTo>
                    <a:pt x="602" y="65"/>
                    <a:pt x="636" y="84"/>
                    <a:pt x="651" y="112"/>
                  </a:cubicBezTo>
                  <a:cubicBezTo>
                    <a:pt x="662" y="107"/>
                    <a:pt x="675" y="104"/>
                    <a:pt x="689" y="104"/>
                  </a:cubicBezTo>
                  <a:cubicBezTo>
                    <a:pt x="726" y="104"/>
                    <a:pt x="758" y="125"/>
                    <a:pt x="767" y="154"/>
                  </a:cubicBezTo>
                  <a:lnTo>
                    <a:pt x="0" y="154"/>
                  </a:lnTo>
                  <a:close/>
                </a:path>
              </a:pathLst>
            </a:custGeom>
            <a:solidFill>
              <a:srgbClr val="B2D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51"/>
            <p:cNvSpPr>
              <a:spLocks/>
            </p:cNvSpPr>
            <p:nvPr/>
          </p:nvSpPr>
          <p:spPr bwMode="auto">
            <a:xfrm>
              <a:off x="4065588" y="2374900"/>
              <a:ext cx="855663" cy="173037"/>
            </a:xfrm>
            <a:custGeom>
              <a:avLst/>
              <a:gdLst>
                <a:gd name="T0" fmla="*/ 411 w 411"/>
                <a:gd name="T1" fmla="*/ 83 h 83"/>
                <a:gd name="T2" fmla="*/ 368 w 411"/>
                <a:gd name="T3" fmla="*/ 49 h 83"/>
                <a:gd name="T4" fmla="*/ 356 w 411"/>
                <a:gd name="T5" fmla="*/ 51 h 83"/>
                <a:gd name="T6" fmla="*/ 306 w 411"/>
                <a:gd name="T7" fmla="*/ 22 h 83"/>
                <a:gd name="T8" fmla="*/ 277 w 411"/>
                <a:gd name="T9" fmla="*/ 29 h 83"/>
                <a:gd name="T10" fmla="*/ 212 w 411"/>
                <a:gd name="T11" fmla="*/ 0 h 83"/>
                <a:gd name="T12" fmla="*/ 138 w 411"/>
                <a:gd name="T13" fmla="*/ 42 h 83"/>
                <a:gd name="T14" fmla="*/ 110 w 411"/>
                <a:gd name="T15" fmla="*/ 35 h 83"/>
                <a:gd name="T16" fmla="*/ 62 w 411"/>
                <a:gd name="T17" fmla="*/ 60 h 83"/>
                <a:gd name="T18" fmla="*/ 42 w 411"/>
                <a:gd name="T19" fmla="*/ 56 h 83"/>
                <a:gd name="T20" fmla="*/ 0 w 411"/>
                <a:gd name="T21" fmla="*/ 83 h 83"/>
                <a:gd name="T22" fmla="*/ 411 w 411"/>
                <a:gd name="T23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1" h="83">
                  <a:moveTo>
                    <a:pt x="411" y="83"/>
                  </a:moveTo>
                  <a:cubicBezTo>
                    <a:pt x="410" y="64"/>
                    <a:pt x="391" y="49"/>
                    <a:pt x="368" y="49"/>
                  </a:cubicBezTo>
                  <a:cubicBezTo>
                    <a:pt x="364" y="49"/>
                    <a:pt x="360" y="50"/>
                    <a:pt x="356" y="51"/>
                  </a:cubicBezTo>
                  <a:cubicBezTo>
                    <a:pt x="349" y="34"/>
                    <a:pt x="329" y="22"/>
                    <a:pt x="306" y="22"/>
                  </a:cubicBezTo>
                  <a:cubicBezTo>
                    <a:pt x="295" y="22"/>
                    <a:pt x="285" y="25"/>
                    <a:pt x="277" y="29"/>
                  </a:cubicBezTo>
                  <a:cubicBezTo>
                    <a:pt x="263" y="12"/>
                    <a:pt x="239" y="0"/>
                    <a:pt x="212" y="0"/>
                  </a:cubicBezTo>
                  <a:cubicBezTo>
                    <a:pt x="178" y="0"/>
                    <a:pt x="149" y="18"/>
                    <a:pt x="138" y="42"/>
                  </a:cubicBezTo>
                  <a:cubicBezTo>
                    <a:pt x="130" y="37"/>
                    <a:pt x="120" y="35"/>
                    <a:pt x="110" y="35"/>
                  </a:cubicBezTo>
                  <a:cubicBezTo>
                    <a:pt x="89" y="35"/>
                    <a:pt x="70" y="45"/>
                    <a:pt x="62" y="60"/>
                  </a:cubicBezTo>
                  <a:cubicBezTo>
                    <a:pt x="56" y="57"/>
                    <a:pt x="49" y="56"/>
                    <a:pt x="42" y="56"/>
                  </a:cubicBezTo>
                  <a:cubicBezTo>
                    <a:pt x="22" y="56"/>
                    <a:pt x="5" y="67"/>
                    <a:pt x="0" y="83"/>
                  </a:cubicBezTo>
                  <a:lnTo>
                    <a:pt x="411" y="83"/>
                  </a:lnTo>
                  <a:close/>
                </a:path>
              </a:pathLst>
            </a:custGeom>
            <a:solidFill>
              <a:srgbClr val="B2D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52"/>
            <p:cNvSpPr>
              <a:spLocks/>
            </p:cNvSpPr>
            <p:nvPr/>
          </p:nvSpPr>
          <p:spPr bwMode="auto">
            <a:xfrm>
              <a:off x="2387600" y="1466850"/>
              <a:ext cx="687388" cy="138112"/>
            </a:xfrm>
            <a:custGeom>
              <a:avLst/>
              <a:gdLst>
                <a:gd name="T0" fmla="*/ 330 w 330"/>
                <a:gd name="T1" fmla="*/ 66 h 66"/>
                <a:gd name="T2" fmla="*/ 296 w 330"/>
                <a:gd name="T3" fmla="*/ 39 h 66"/>
                <a:gd name="T4" fmla="*/ 286 w 330"/>
                <a:gd name="T5" fmla="*/ 40 h 66"/>
                <a:gd name="T6" fmla="*/ 245 w 330"/>
                <a:gd name="T7" fmla="*/ 17 h 66"/>
                <a:gd name="T8" fmla="*/ 222 w 330"/>
                <a:gd name="T9" fmla="*/ 23 h 66"/>
                <a:gd name="T10" fmla="*/ 170 w 330"/>
                <a:gd name="T11" fmla="*/ 0 h 66"/>
                <a:gd name="T12" fmla="*/ 111 w 330"/>
                <a:gd name="T13" fmla="*/ 33 h 66"/>
                <a:gd name="T14" fmla="*/ 88 w 330"/>
                <a:gd name="T15" fmla="*/ 28 h 66"/>
                <a:gd name="T16" fmla="*/ 50 w 330"/>
                <a:gd name="T17" fmla="*/ 48 h 66"/>
                <a:gd name="T18" fmla="*/ 34 w 330"/>
                <a:gd name="T19" fmla="*/ 44 h 66"/>
                <a:gd name="T20" fmla="*/ 0 w 330"/>
                <a:gd name="T21" fmla="*/ 66 h 66"/>
                <a:gd name="T22" fmla="*/ 330 w 330"/>
                <a:gd name="T2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30" h="66">
                  <a:moveTo>
                    <a:pt x="330" y="66"/>
                  </a:moveTo>
                  <a:cubicBezTo>
                    <a:pt x="329" y="51"/>
                    <a:pt x="314" y="39"/>
                    <a:pt x="296" y="39"/>
                  </a:cubicBezTo>
                  <a:cubicBezTo>
                    <a:pt x="292" y="39"/>
                    <a:pt x="289" y="40"/>
                    <a:pt x="286" y="40"/>
                  </a:cubicBezTo>
                  <a:cubicBezTo>
                    <a:pt x="280" y="27"/>
                    <a:pt x="264" y="17"/>
                    <a:pt x="245" y="17"/>
                  </a:cubicBezTo>
                  <a:cubicBezTo>
                    <a:pt x="237" y="17"/>
                    <a:pt x="229" y="19"/>
                    <a:pt x="222" y="23"/>
                  </a:cubicBezTo>
                  <a:cubicBezTo>
                    <a:pt x="211" y="9"/>
                    <a:pt x="192" y="0"/>
                    <a:pt x="170" y="0"/>
                  </a:cubicBezTo>
                  <a:cubicBezTo>
                    <a:pt x="143" y="0"/>
                    <a:pt x="120" y="14"/>
                    <a:pt x="111" y="33"/>
                  </a:cubicBezTo>
                  <a:cubicBezTo>
                    <a:pt x="104" y="30"/>
                    <a:pt x="97" y="28"/>
                    <a:pt x="88" y="28"/>
                  </a:cubicBezTo>
                  <a:cubicBezTo>
                    <a:pt x="71" y="28"/>
                    <a:pt x="56" y="36"/>
                    <a:pt x="50" y="48"/>
                  </a:cubicBezTo>
                  <a:cubicBezTo>
                    <a:pt x="45" y="46"/>
                    <a:pt x="40" y="44"/>
                    <a:pt x="34" y="44"/>
                  </a:cubicBezTo>
                  <a:cubicBezTo>
                    <a:pt x="17" y="44"/>
                    <a:pt x="4" y="54"/>
                    <a:pt x="0" y="66"/>
                  </a:cubicBezTo>
                  <a:lnTo>
                    <a:pt x="330" y="66"/>
                  </a:lnTo>
                  <a:close/>
                </a:path>
              </a:pathLst>
            </a:custGeom>
            <a:solidFill>
              <a:srgbClr val="195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7" name="Freeform 53"/>
            <p:cNvSpPr>
              <a:spLocks/>
            </p:cNvSpPr>
            <p:nvPr/>
          </p:nvSpPr>
          <p:spPr bwMode="auto">
            <a:xfrm>
              <a:off x="809625" y="2197100"/>
              <a:ext cx="1016000" cy="203200"/>
            </a:xfrm>
            <a:custGeom>
              <a:avLst/>
              <a:gdLst>
                <a:gd name="T0" fmla="*/ 488 w 488"/>
                <a:gd name="T1" fmla="*/ 97 h 97"/>
                <a:gd name="T2" fmla="*/ 437 w 488"/>
                <a:gd name="T3" fmla="*/ 58 h 97"/>
                <a:gd name="T4" fmla="*/ 423 w 488"/>
                <a:gd name="T5" fmla="*/ 60 h 97"/>
                <a:gd name="T6" fmla="*/ 362 w 488"/>
                <a:gd name="T7" fmla="*/ 26 h 97"/>
                <a:gd name="T8" fmla="*/ 328 w 488"/>
                <a:gd name="T9" fmla="*/ 34 h 97"/>
                <a:gd name="T10" fmla="*/ 251 w 488"/>
                <a:gd name="T11" fmla="*/ 0 h 97"/>
                <a:gd name="T12" fmla="*/ 164 w 488"/>
                <a:gd name="T13" fmla="*/ 49 h 97"/>
                <a:gd name="T14" fmla="*/ 130 w 488"/>
                <a:gd name="T15" fmla="*/ 41 h 97"/>
                <a:gd name="T16" fmla="*/ 74 w 488"/>
                <a:gd name="T17" fmla="*/ 71 h 97"/>
                <a:gd name="T18" fmla="*/ 50 w 488"/>
                <a:gd name="T19" fmla="*/ 66 h 97"/>
                <a:gd name="T20" fmla="*/ 0 w 488"/>
                <a:gd name="T21" fmla="*/ 97 h 97"/>
                <a:gd name="T22" fmla="*/ 488 w 488"/>
                <a:gd name="T23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8" h="97">
                  <a:moveTo>
                    <a:pt x="488" y="97"/>
                  </a:moveTo>
                  <a:cubicBezTo>
                    <a:pt x="486" y="75"/>
                    <a:pt x="464" y="58"/>
                    <a:pt x="437" y="58"/>
                  </a:cubicBezTo>
                  <a:cubicBezTo>
                    <a:pt x="432" y="58"/>
                    <a:pt x="427" y="59"/>
                    <a:pt x="423" y="60"/>
                  </a:cubicBezTo>
                  <a:cubicBezTo>
                    <a:pt x="413" y="40"/>
                    <a:pt x="390" y="26"/>
                    <a:pt x="362" y="26"/>
                  </a:cubicBezTo>
                  <a:cubicBezTo>
                    <a:pt x="350" y="26"/>
                    <a:pt x="338" y="29"/>
                    <a:pt x="328" y="34"/>
                  </a:cubicBezTo>
                  <a:cubicBezTo>
                    <a:pt x="312" y="13"/>
                    <a:pt x="283" y="0"/>
                    <a:pt x="251" y="0"/>
                  </a:cubicBezTo>
                  <a:cubicBezTo>
                    <a:pt x="211" y="0"/>
                    <a:pt x="177" y="20"/>
                    <a:pt x="164" y="49"/>
                  </a:cubicBezTo>
                  <a:cubicBezTo>
                    <a:pt x="154" y="44"/>
                    <a:pt x="143" y="41"/>
                    <a:pt x="130" y="41"/>
                  </a:cubicBezTo>
                  <a:cubicBezTo>
                    <a:pt x="105" y="41"/>
                    <a:pt x="83" y="53"/>
                    <a:pt x="74" y="71"/>
                  </a:cubicBezTo>
                  <a:cubicBezTo>
                    <a:pt x="67" y="68"/>
                    <a:pt x="58" y="66"/>
                    <a:pt x="50" y="66"/>
                  </a:cubicBezTo>
                  <a:cubicBezTo>
                    <a:pt x="26" y="66"/>
                    <a:pt x="6" y="79"/>
                    <a:pt x="0" y="97"/>
                  </a:cubicBezTo>
                  <a:lnTo>
                    <a:pt x="488" y="97"/>
                  </a:lnTo>
                  <a:close/>
                </a:path>
              </a:pathLst>
            </a:custGeom>
            <a:solidFill>
              <a:srgbClr val="195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8" name="Freeform 54"/>
            <p:cNvSpPr>
              <a:spLocks/>
            </p:cNvSpPr>
            <p:nvPr/>
          </p:nvSpPr>
          <p:spPr bwMode="auto">
            <a:xfrm>
              <a:off x="1638300" y="1727200"/>
              <a:ext cx="666750" cy="133350"/>
            </a:xfrm>
            <a:custGeom>
              <a:avLst/>
              <a:gdLst>
                <a:gd name="T0" fmla="*/ 320 w 320"/>
                <a:gd name="T1" fmla="*/ 64 h 64"/>
                <a:gd name="T2" fmla="*/ 287 w 320"/>
                <a:gd name="T3" fmla="*/ 38 h 64"/>
                <a:gd name="T4" fmla="*/ 277 w 320"/>
                <a:gd name="T5" fmla="*/ 39 h 64"/>
                <a:gd name="T6" fmla="*/ 238 w 320"/>
                <a:gd name="T7" fmla="*/ 17 h 64"/>
                <a:gd name="T8" fmla="*/ 215 w 320"/>
                <a:gd name="T9" fmla="*/ 22 h 64"/>
                <a:gd name="T10" fmla="*/ 165 w 320"/>
                <a:gd name="T11" fmla="*/ 0 h 64"/>
                <a:gd name="T12" fmla="*/ 108 w 320"/>
                <a:gd name="T13" fmla="*/ 32 h 64"/>
                <a:gd name="T14" fmla="*/ 85 w 320"/>
                <a:gd name="T15" fmla="*/ 27 h 64"/>
                <a:gd name="T16" fmla="*/ 48 w 320"/>
                <a:gd name="T17" fmla="*/ 47 h 64"/>
                <a:gd name="T18" fmla="*/ 32 w 320"/>
                <a:gd name="T19" fmla="*/ 43 h 64"/>
                <a:gd name="T20" fmla="*/ 0 w 320"/>
                <a:gd name="T21" fmla="*/ 64 h 64"/>
                <a:gd name="T22" fmla="*/ 320 w 320"/>
                <a:gd name="T2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0" h="64">
                  <a:moveTo>
                    <a:pt x="320" y="64"/>
                  </a:moveTo>
                  <a:cubicBezTo>
                    <a:pt x="319" y="50"/>
                    <a:pt x="305" y="38"/>
                    <a:pt x="287" y="38"/>
                  </a:cubicBezTo>
                  <a:cubicBezTo>
                    <a:pt x="283" y="38"/>
                    <a:pt x="280" y="39"/>
                    <a:pt x="277" y="39"/>
                  </a:cubicBezTo>
                  <a:cubicBezTo>
                    <a:pt x="271" y="26"/>
                    <a:pt x="256" y="17"/>
                    <a:pt x="238" y="17"/>
                  </a:cubicBezTo>
                  <a:cubicBezTo>
                    <a:pt x="230" y="17"/>
                    <a:pt x="222" y="19"/>
                    <a:pt x="215" y="22"/>
                  </a:cubicBezTo>
                  <a:cubicBezTo>
                    <a:pt x="205" y="9"/>
                    <a:pt x="186" y="0"/>
                    <a:pt x="165" y="0"/>
                  </a:cubicBezTo>
                  <a:cubicBezTo>
                    <a:pt x="138" y="0"/>
                    <a:pt x="116" y="13"/>
                    <a:pt x="108" y="32"/>
                  </a:cubicBezTo>
                  <a:cubicBezTo>
                    <a:pt x="101" y="29"/>
                    <a:pt x="94" y="27"/>
                    <a:pt x="85" y="27"/>
                  </a:cubicBezTo>
                  <a:cubicBezTo>
                    <a:pt x="69" y="27"/>
                    <a:pt x="54" y="35"/>
                    <a:pt x="48" y="47"/>
                  </a:cubicBezTo>
                  <a:cubicBezTo>
                    <a:pt x="43" y="44"/>
                    <a:pt x="38" y="43"/>
                    <a:pt x="32" y="43"/>
                  </a:cubicBezTo>
                  <a:cubicBezTo>
                    <a:pt x="16" y="43"/>
                    <a:pt x="3" y="52"/>
                    <a:pt x="0" y="64"/>
                  </a:cubicBezTo>
                  <a:lnTo>
                    <a:pt x="320" y="64"/>
                  </a:lnTo>
                  <a:close/>
                </a:path>
              </a:pathLst>
            </a:custGeom>
            <a:solidFill>
              <a:srgbClr val="195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9" name="Freeform 55"/>
            <p:cNvSpPr>
              <a:spLocks/>
            </p:cNvSpPr>
            <p:nvPr/>
          </p:nvSpPr>
          <p:spPr bwMode="auto">
            <a:xfrm>
              <a:off x="2370138" y="1992313"/>
              <a:ext cx="1277938" cy="231775"/>
            </a:xfrm>
            <a:custGeom>
              <a:avLst/>
              <a:gdLst>
                <a:gd name="T0" fmla="*/ 614 w 614"/>
                <a:gd name="T1" fmla="*/ 112 h 112"/>
                <a:gd name="T2" fmla="*/ 565 w 614"/>
                <a:gd name="T3" fmla="*/ 84 h 112"/>
                <a:gd name="T4" fmla="*/ 548 w 614"/>
                <a:gd name="T5" fmla="*/ 86 h 112"/>
                <a:gd name="T6" fmla="*/ 497 w 614"/>
                <a:gd name="T7" fmla="*/ 62 h 112"/>
                <a:gd name="T8" fmla="*/ 481 w 614"/>
                <a:gd name="T9" fmla="*/ 64 h 112"/>
                <a:gd name="T10" fmla="*/ 405 w 614"/>
                <a:gd name="T11" fmla="*/ 20 h 112"/>
                <a:gd name="T12" fmla="*/ 356 w 614"/>
                <a:gd name="T13" fmla="*/ 33 h 112"/>
                <a:gd name="T14" fmla="*/ 266 w 614"/>
                <a:gd name="T15" fmla="*/ 0 h 112"/>
                <a:gd name="T16" fmla="*/ 159 w 614"/>
                <a:gd name="T17" fmla="*/ 52 h 112"/>
                <a:gd name="T18" fmla="*/ 108 w 614"/>
                <a:gd name="T19" fmla="*/ 75 h 112"/>
                <a:gd name="T20" fmla="*/ 65 w 614"/>
                <a:gd name="T21" fmla="*/ 62 h 112"/>
                <a:gd name="T22" fmla="*/ 0 w 614"/>
                <a:gd name="T23" fmla="*/ 112 h 112"/>
                <a:gd name="T24" fmla="*/ 614 w 614"/>
                <a:gd name="T25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4" h="112">
                  <a:moveTo>
                    <a:pt x="614" y="112"/>
                  </a:moveTo>
                  <a:cubicBezTo>
                    <a:pt x="607" y="96"/>
                    <a:pt x="588" y="84"/>
                    <a:pt x="565" y="84"/>
                  </a:cubicBezTo>
                  <a:cubicBezTo>
                    <a:pt x="559" y="84"/>
                    <a:pt x="553" y="85"/>
                    <a:pt x="548" y="86"/>
                  </a:cubicBezTo>
                  <a:cubicBezTo>
                    <a:pt x="538" y="72"/>
                    <a:pt x="519" y="62"/>
                    <a:pt x="497" y="62"/>
                  </a:cubicBezTo>
                  <a:cubicBezTo>
                    <a:pt x="491" y="62"/>
                    <a:pt x="486" y="63"/>
                    <a:pt x="481" y="64"/>
                  </a:cubicBezTo>
                  <a:cubicBezTo>
                    <a:pt x="471" y="39"/>
                    <a:pt x="440" y="20"/>
                    <a:pt x="405" y="20"/>
                  </a:cubicBezTo>
                  <a:cubicBezTo>
                    <a:pt x="386" y="20"/>
                    <a:pt x="370" y="25"/>
                    <a:pt x="356" y="33"/>
                  </a:cubicBezTo>
                  <a:cubicBezTo>
                    <a:pt x="334" y="13"/>
                    <a:pt x="302" y="0"/>
                    <a:pt x="266" y="0"/>
                  </a:cubicBezTo>
                  <a:cubicBezTo>
                    <a:pt x="219" y="0"/>
                    <a:pt x="179" y="22"/>
                    <a:pt x="159" y="52"/>
                  </a:cubicBezTo>
                  <a:cubicBezTo>
                    <a:pt x="138" y="54"/>
                    <a:pt x="120" y="63"/>
                    <a:pt x="108" y="75"/>
                  </a:cubicBezTo>
                  <a:cubicBezTo>
                    <a:pt x="96" y="67"/>
                    <a:pt x="81" y="62"/>
                    <a:pt x="65" y="62"/>
                  </a:cubicBezTo>
                  <a:cubicBezTo>
                    <a:pt x="30" y="62"/>
                    <a:pt x="1" y="85"/>
                    <a:pt x="0" y="112"/>
                  </a:cubicBezTo>
                  <a:lnTo>
                    <a:pt x="614" y="112"/>
                  </a:lnTo>
                  <a:close/>
                </a:path>
              </a:pathLst>
            </a:custGeom>
            <a:solidFill>
              <a:srgbClr val="B2D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0" name="Freeform 56"/>
            <p:cNvSpPr>
              <a:spLocks/>
            </p:cNvSpPr>
            <p:nvPr/>
          </p:nvSpPr>
          <p:spPr bwMode="auto">
            <a:xfrm>
              <a:off x="3811588" y="1866900"/>
              <a:ext cx="179388" cy="179387"/>
            </a:xfrm>
            <a:custGeom>
              <a:avLst/>
              <a:gdLst>
                <a:gd name="T0" fmla="*/ 86 w 86"/>
                <a:gd name="T1" fmla="*/ 43 h 86"/>
                <a:gd name="T2" fmla="*/ 43 w 86"/>
                <a:gd name="T3" fmla="*/ 86 h 86"/>
                <a:gd name="T4" fmla="*/ 0 w 86"/>
                <a:gd name="T5" fmla="*/ 43 h 86"/>
                <a:gd name="T6" fmla="*/ 43 w 86"/>
                <a:gd name="T7" fmla="*/ 0 h 86"/>
                <a:gd name="T8" fmla="*/ 86 w 86"/>
                <a:gd name="T9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6">
                  <a:moveTo>
                    <a:pt x="86" y="43"/>
                  </a:moveTo>
                  <a:cubicBezTo>
                    <a:pt x="56" y="50"/>
                    <a:pt x="50" y="56"/>
                    <a:pt x="43" y="86"/>
                  </a:cubicBezTo>
                  <a:cubicBezTo>
                    <a:pt x="36" y="56"/>
                    <a:pt x="30" y="50"/>
                    <a:pt x="0" y="43"/>
                  </a:cubicBezTo>
                  <a:cubicBezTo>
                    <a:pt x="30" y="36"/>
                    <a:pt x="36" y="30"/>
                    <a:pt x="43" y="0"/>
                  </a:cubicBezTo>
                  <a:cubicBezTo>
                    <a:pt x="50" y="30"/>
                    <a:pt x="56" y="36"/>
                    <a:pt x="86" y="43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1" name="Freeform 57"/>
            <p:cNvSpPr>
              <a:spLocks/>
            </p:cNvSpPr>
            <p:nvPr/>
          </p:nvSpPr>
          <p:spPr bwMode="auto">
            <a:xfrm>
              <a:off x="3309938" y="2684463"/>
              <a:ext cx="196850" cy="193675"/>
            </a:xfrm>
            <a:custGeom>
              <a:avLst/>
              <a:gdLst>
                <a:gd name="T0" fmla="*/ 94 w 94"/>
                <a:gd name="T1" fmla="*/ 30 h 93"/>
                <a:gd name="T2" fmla="*/ 63 w 94"/>
                <a:gd name="T3" fmla="*/ 93 h 93"/>
                <a:gd name="T4" fmla="*/ 0 w 94"/>
                <a:gd name="T5" fmla="*/ 62 h 93"/>
                <a:gd name="T6" fmla="*/ 31 w 94"/>
                <a:gd name="T7" fmla="*/ 0 h 93"/>
                <a:gd name="T8" fmla="*/ 94 w 94"/>
                <a:gd name="T9" fmla="*/ 3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93">
                  <a:moveTo>
                    <a:pt x="94" y="30"/>
                  </a:moveTo>
                  <a:cubicBezTo>
                    <a:pt x="64" y="49"/>
                    <a:pt x="60" y="58"/>
                    <a:pt x="63" y="93"/>
                  </a:cubicBezTo>
                  <a:cubicBezTo>
                    <a:pt x="44" y="63"/>
                    <a:pt x="35" y="59"/>
                    <a:pt x="0" y="62"/>
                  </a:cubicBezTo>
                  <a:cubicBezTo>
                    <a:pt x="30" y="43"/>
                    <a:pt x="34" y="35"/>
                    <a:pt x="31" y="0"/>
                  </a:cubicBezTo>
                  <a:cubicBezTo>
                    <a:pt x="50" y="29"/>
                    <a:pt x="59" y="33"/>
                    <a:pt x="94" y="30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2" name="Freeform 58"/>
            <p:cNvSpPr>
              <a:spLocks/>
            </p:cNvSpPr>
            <p:nvPr/>
          </p:nvSpPr>
          <p:spPr bwMode="auto">
            <a:xfrm>
              <a:off x="4116388" y="2784475"/>
              <a:ext cx="141288" cy="141287"/>
            </a:xfrm>
            <a:custGeom>
              <a:avLst/>
              <a:gdLst>
                <a:gd name="T0" fmla="*/ 68 w 68"/>
                <a:gd name="T1" fmla="*/ 22 h 68"/>
                <a:gd name="T2" fmla="*/ 45 w 68"/>
                <a:gd name="T3" fmla="*/ 68 h 68"/>
                <a:gd name="T4" fmla="*/ 0 w 68"/>
                <a:gd name="T5" fmla="*/ 45 h 68"/>
                <a:gd name="T6" fmla="*/ 22 w 68"/>
                <a:gd name="T7" fmla="*/ 0 h 68"/>
                <a:gd name="T8" fmla="*/ 68 w 68"/>
                <a:gd name="T9" fmla="*/ 2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68">
                  <a:moveTo>
                    <a:pt x="68" y="22"/>
                  </a:moveTo>
                  <a:cubicBezTo>
                    <a:pt x="46" y="36"/>
                    <a:pt x="43" y="42"/>
                    <a:pt x="45" y="68"/>
                  </a:cubicBezTo>
                  <a:cubicBezTo>
                    <a:pt x="31" y="46"/>
                    <a:pt x="25" y="43"/>
                    <a:pt x="0" y="45"/>
                  </a:cubicBezTo>
                  <a:cubicBezTo>
                    <a:pt x="21" y="31"/>
                    <a:pt x="24" y="25"/>
                    <a:pt x="22" y="0"/>
                  </a:cubicBezTo>
                  <a:cubicBezTo>
                    <a:pt x="36" y="21"/>
                    <a:pt x="42" y="24"/>
                    <a:pt x="68" y="22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" name="Freeform 59"/>
            <p:cNvSpPr>
              <a:spLocks/>
            </p:cNvSpPr>
            <p:nvPr/>
          </p:nvSpPr>
          <p:spPr bwMode="auto">
            <a:xfrm>
              <a:off x="3449638" y="2347913"/>
              <a:ext cx="141288" cy="141287"/>
            </a:xfrm>
            <a:custGeom>
              <a:avLst/>
              <a:gdLst>
                <a:gd name="T0" fmla="*/ 68 w 68"/>
                <a:gd name="T1" fmla="*/ 23 h 68"/>
                <a:gd name="T2" fmla="*/ 45 w 68"/>
                <a:gd name="T3" fmla="*/ 68 h 68"/>
                <a:gd name="T4" fmla="*/ 0 w 68"/>
                <a:gd name="T5" fmla="*/ 46 h 68"/>
                <a:gd name="T6" fmla="*/ 22 w 68"/>
                <a:gd name="T7" fmla="*/ 0 h 68"/>
                <a:gd name="T8" fmla="*/ 68 w 68"/>
                <a:gd name="T9" fmla="*/ 2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68">
                  <a:moveTo>
                    <a:pt x="68" y="23"/>
                  </a:moveTo>
                  <a:cubicBezTo>
                    <a:pt x="46" y="37"/>
                    <a:pt x="43" y="43"/>
                    <a:pt x="45" y="68"/>
                  </a:cubicBezTo>
                  <a:cubicBezTo>
                    <a:pt x="32" y="47"/>
                    <a:pt x="25" y="44"/>
                    <a:pt x="0" y="46"/>
                  </a:cubicBezTo>
                  <a:cubicBezTo>
                    <a:pt x="21" y="32"/>
                    <a:pt x="25" y="26"/>
                    <a:pt x="22" y="0"/>
                  </a:cubicBezTo>
                  <a:cubicBezTo>
                    <a:pt x="36" y="22"/>
                    <a:pt x="42" y="25"/>
                    <a:pt x="68" y="23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4" name="Freeform 60"/>
            <p:cNvSpPr>
              <a:spLocks/>
            </p:cNvSpPr>
            <p:nvPr/>
          </p:nvSpPr>
          <p:spPr bwMode="auto">
            <a:xfrm>
              <a:off x="3436938" y="3051175"/>
              <a:ext cx="84138" cy="80962"/>
            </a:xfrm>
            <a:custGeom>
              <a:avLst/>
              <a:gdLst>
                <a:gd name="T0" fmla="*/ 40 w 40"/>
                <a:gd name="T1" fmla="*/ 13 h 39"/>
                <a:gd name="T2" fmla="*/ 27 w 40"/>
                <a:gd name="T3" fmla="*/ 39 h 39"/>
                <a:gd name="T4" fmla="*/ 0 w 40"/>
                <a:gd name="T5" fmla="*/ 26 h 39"/>
                <a:gd name="T6" fmla="*/ 13 w 40"/>
                <a:gd name="T7" fmla="*/ 0 h 39"/>
                <a:gd name="T8" fmla="*/ 40 w 40"/>
                <a:gd name="T9" fmla="*/ 1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9">
                  <a:moveTo>
                    <a:pt x="40" y="13"/>
                  </a:moveTo>
                  <a:cubicBezTo>
                    <a:pt x="27" y="21"/>
                    <a:pt x="25" y="24"/>
                    <a:pt x="27" y="39"/>
                  </a:cubicBezTo>
                  <a:cubicBezTo>
                    <a:pt x="19" y="27"/>
                    <a:pt x="15" y="25"/>
                    <a:pt x="0" y="26"/>
                  </a:cubicBezTo>
                  <a:cubicBezTo>
                    <a:pt x="13" y="18"/>
                    <a:pt x="14" y="15"/>
                    <a:pt x="13" y="0"/>
                  </a:cubicBezTo>
                  <a:cubicBezTo>
                    <a:pt x="21" y="12"/>
                    <a:pt x="25" y="14"/>
                    <a:pt x="40" y="13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5" name="Freeform 61"/>
            <p:cNvSpPr>
              <a:spLocks/>
            </p:cNvSpPr>
            <p:nvPr/>
          </p:nvSpPr>
          <p:spPr bwMode="auto">
            <a:xfrm>
              <a:off x="3859213" y="2376488"/>
              <a:ext cx="84138" cy="84137"/>
            </a:xfrm>
            <a:custGeom>
              <a:avLst/>
              <a:gdLst>
                <a:gd name="T0" fmla="*/ 40 w 40"/>
                <a:gd name="T1" fmla="*/ 14 h 40"/>
                <a:gd name="T2" fmla="*/ 27 w 40"/>
                <a:gd name="T3" fmla="*/ 40 h 40"/>
                <a:gd name="T4" fmla="*/ 0 w 40"/>
                <a:gd name="T5" fmla="*/ 27 h 40"/>
                <a:gd name="T6" fmla="*/ 13 w 40"/>
                <a:gd name="T7" fmla="*/ 0 h 40"/>
                <a:gd name="T8" fmla="*/ 40 w 40"/>
                <a:gd name="T9" fmla="*/ 1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40">
                  <a:moveTo>
                    <a:pt x="40" y="14"/>
                  </a:moveTo>
                  <a:cubicBezTo>
                    <a:pt x="27" y="22"/>
                    <a:pt x="26" y="25"/>
                    <a:pt x="27" y="40"/>
                  </a:cubicBezTo>
                  <a:cubicBezTo>
                    <a:pt x="19" y="28"/>
                    <a:pt x="15" y="26"/>
                    <a:pt x="0" y="27"/>
                  </a:cubicBezTo>
                  <a:cubicBezTo>
                    <a:pt x="13" y="19"/>
                    <a:pt x="15" y="15"/>
                    <a:pt x="13" y="0"/>
                  </a:cubicBezTo>
                  <a:cubicBezTo>
                    <a:pt x="21" y="13"/>
                    <a:pt x="25" y="15"/>
                    <a:pt x="40" y="14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6" name="Freeform 62"/>
            <p:cNvSpPr>
              <a:spLocks/>
            </p:cNvSpPr>
            <p:nvPr/>
          </p:nvSpPr>
          <p:spPr bwMode="auto">
            <a:xfrm>
              <a:off x="3509963" y="1866900"/>
              <a:ext cx="84138" cy="82550"/>
            </a:xfrm>
            <a:custGeom>
              <a:avLst/>
              <a:gdLst>
                <a:gd name="T0" fmla="*/ 40 w 40"/>
                <a:gd name="T1" fmla="*/ 13 h 40"/>
                <a:gd name="T2" fmla="*/ 27 w 40"/>
                <a:gd name="T3" fmla="*/ 40 h 40"/>
                <a:gd name="T4" fmla="*/ 0 w 40"/>
                <a:gd name="T5" fmla="*/ 27 h 40"/>
                <a:gd name="T6" fmla="*/ 13 w 40"/>
                <a:gd name="T7" fmla="*/ 0 h 40"/>
                <a:gd name="T8" fmla="*/ 40 w 40"/>
                <a:gd name="T9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40">
                  <a:moveTo>
                    <a:pt x="40" y="13"/>
                  </a:moveTo>
                  <a:cubicBezTo>
                    <a:pt x="27" y="21"/>
                    <a:pt x="26" y="25"/>
                    <a:pt x="27" y="40"/>
                  </a:cubicBezTo>
                  <a:cubicBezTo>
                    <a:pt x="19" y="27"/>
                    <a:pt x="15" y="25"/>
                    <a:pt x="0" y="27"/>
                  </a:cubicBezTo>
                  <a:cubicBezTo>
                    <a:pt x="13" y="18"/>
                    <a:pt x="15" y="15"/>
                    <a:pt x="13" y="0"/>
                  </a:cubicBezTo>
                  <a:cubicBezTo>
                    <a:pt x="21" y="12"/>
                    <a:pt x="25" y="14"/>
                    <a:pt x="40" y="13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7" name="Freeform 63"/>
            <p:cNvSpPr>
              <a:spLocks/>
            </p:cNvSpPr>
            <p:nvPr/>
          </p:nvSpPr>
          <p:spPr bwMode="auto">
            <a:xfrm>
              <a:off x="4413250" y="2686050"/>
              <a:ext cx="79375" cy="79375"/>
            </a:xfrm>
            <a:custGeom>
              <a:avLst/>
              <a:gdLst>
                <a:gd name="T0" fmla="*/ 38 w 38"/>
                <a:gd name="T1" fmla="*/ 28 h 38"/>
                <a:gd name="T2" fmla="*/ 10 w 38"/>
                <a:gd name="T3" fmla="*/ 38 h 38"/>
                <a:gd name="T4" fmla="*/ 0 w 38"/>
                <a:gd name="T5" fmla="*/ 9 h 38"/>
                <a:gd name="T6" fmla="*/ 28 w 38"/>
                <a:gd name="T7" fmla="*/ 0 h 38"/>
                <a:gd name="T8" fmla="*/ 38 w 38"/>
                <a:gd name="T9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38" y="28"/>
                  </a:moveTo>
                  <a:cubicBezTo>
                    <a:pt x="23" y="25"/>
                    <a:pt x="20" y="26"/>
                    <a:pt x="10" y="38"/>
                  </a:cubicBezTo>
                  <a:cubicBezTo>
                    <a:pt x="13" y="23"/>
                    <a:pt x="12" y="19"/>
                    <a:pt x="0" y="9"/>
                  </a:cubicBezTo>
                  <a:cubicBezTo>
                    <a:pt x="15" y="12"/>
                    <a:pt x="19" y="11"/>
                    <a:pt x="28" y="0"/>
                  </a:cubicBezTo>
                  <a:cubicBezTo>
                    <a:pt x="25" y="14"/>
                    <a:pt x="27" y="18"/>
                    <a:pt x="38" y="28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8" name="Freeform 64"/>
            <p:cNvSpPr>
              <a:spLocks/>
            </p:cNvSpPr>
            <p:nvPr/>
          </p:nvSpPr>
          <p:spPr bwMode="auto">
            <a:xfrm>
              <a:off x="3087688" y="2884488"/>
              <a:ext cx="79375" cy="80962"/>
            </a:xfrm>
            <a:custGeom>
              <a:avLst/>
              <a:gdLst>
                <a:gd name="T0" fmla="*/ 38 w 38"/>
                <a:gd name="T1" fmla="*/ 29 h 39"/>
                <a:gd name="T2" fmla="*/ 9 w 38"/>
                <a:gd name="T3" fmla="*/ 39 h 39"/>
                <a:gd name="T4" fmla="*/ 0 w 38"/>
                <a:gd name="T5" fmla="*/ 10 h 39"/>
                <a:gd name="T6" fmla="*/ 28 w 38"/>
                <a:gd name="T7" fmla="*/ 0 h 39"/>
                <a:gd name="T8" fmla="*/ 38 w 38"/>
                <a:gd name="T9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9">
                  <a:moveTo>
                    <a:pt x="38" y="29"/>
                  </a:moveTo>
                  <a:cubicBezTo>
                    <a:pt x="23" y="26"/>
                    <a:pt x="19" y="27"/>
                    <a:pt x="9" y="39"/>
                  </a:cubicBezTo>
                  <a:cubicBezTo>
                    <a:pt x="13" y="24"/>
                    <a:pt x="11" y="20"/>
                    <a:pt x="0" y="10"/>
                  </a:cubicBezTo>
                  <a:cubicBezTo>
                    <a:pt x="14" y="13"/>
                    <a:pt x="18" y="12"/>
                    <a:pt x="28" y="0"/>
                  </a:cubicBezTo>
                  <a:cubicBezTo>
                    <a:pt x="25" y="15"/>
                    <a:pt x="26" y="19"/>
                    <a:pt x="38" y="29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9" name="Freeform 65"/>
            <p:cNvSpPr>
              <a:spLocks/>
            </p:cNvSpPr>
            <p:nvPr/>
          </p:nvSpPr>
          <p:spPr bwMode="auto">
            <a:xfrm>
              <a:off x="4143375" y="2136775"/>
              <a:ext cx="80963" cy="79375"/>
            </a:xfrm>
            <a:custGeom>
              <a:avLst/>
              <a:gdLst>
                <a:gd name="T0" fmla="*/ 39 w 39"/>
                <a:gd name="T1" fmla="*/ 28 h 38"/>
                <a:gd name="T2" fmla="*/ 10 w 39"/>
                <a:gd name="T3" fmla="*/ 38 h 38"/>
                <a:gd name="T4" fmla="*/ 0 w 39"/>
                <a:gd name="T5" fmla="*/ 9 h 38"/>
                <a:gd name="T6" fmla="*/ 29 w 39"/>
                <a:gd name="T7" fmla="*/ 0 h 38"/>
                <a:gd name="T8" fmla="*/ 39 w 39"/>
                <a:gd name="T9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9" y="28"/>
                  </a:moveTo>
                  <a:cubicBezTo>
                    <a:pt x="24" y="25"/>
                    <a:pt x="20" y="26"/>
                    <a:pt x="10" y="38"/>
                  </a:cubicBezTo>
                  <a:cubicBezTo>
                    <a:pt x="13" y="23"/>
                    <a:pt x="12" y="19"/>
                    <a:pt x="0" y="9"/>
                  </a:cubicBezTo>
                  <a:cubicBezTo>
                    <a:pt x="15" y="13"/>
                    <a:pt x="19" y="11"/>
                    <a:pt x="29" y="0"/>
                  </a:cubicBezTo>
                  <a:cubicBezTo>
                    <a:pt x="26" y="14"/>
                    <a:pt x="27" y="18"/>
                    <a:pt x="39" y="28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0" name="Freeform 66"/>
            <p:cNvSpPr>
              <a:spLocks/>
            </p:cNvSpPr>
            <p:nvPr/>
          </p:nvSpPr>
          <p:spPr bwMode="auto">
            <a:xfrm>
              <a:off x="4373563" y="3092450"/>
              <a:ext cx="79375" cy="79375"/>
            </a:xfrm>
            <a:custGeom>
              <a:avLst/>
              <a:gdLst>
                <a:gd name="T0" fmla="*/ 38 w 38"/>
                <a:gd name="T1" fmla="*/ 28 h 38"/>
                <a:gd name="T2" fmla="*/ 10 w 38"/>
                <a:gd name="T3" fmla="*/ 38 h 38"/>
                <a:gd name="T4" fmla="*/ 0 w 38"/>
                <a:gd name="T5" fmla="*/ 9 h 38"/>
                <a:gd name="T6" fmla="*/ 28 w 38"/>
                <a:gd name="T7" fmla="*/ 0 h 38"/>
                <a:gd name="T8" fmla="*/ 38 w 38"/>
                <a:gd name="T9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38" y="28"/>
                  </a:moveTo>
                  <a:cubicBezTo>
                    <a:pt x="23" y="25"/>
                    <a:pt x="20" y="26"/>
                    <a:pt x="10" y="38"/>
                  </a:cubicBezTo>
                  <a:cubicBezTo>
                    <a:pt x="13" y="23"/>
                    <a:pt x="12" y="19"/>
                    <a:pt x="0" y="9"/>
                  </a:cubicBezTo>
                  <a:cubicBezTo>
                    <a:pt x="15" y="12"/>
                    <a:pt x="19" y="11"/>
                    <a:pt x="28" y="0"/>
                  </a:cubicBezTo>
                  <a:cubicBezTo>
                    <a:pt x="25" y="14"/>
                    <a:pt x="27" y="18"/>
                    <a:pt x="38" y="28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1" name="Freeform 67"/>
            <p:cNvSpPr>
              <a:spLocks/>
            </p:cNvSpPr>
            <p:nvPr/>
          </p:nvSpPr>
          <p:spPr bwMode="auto">
            <a:xfrm>
              <a:off x="3778250" y="2686050"/>
              <a:ext cx="79375" cy="79375"/>
            </a:xfrm>
            <a:custGeom>
              <a:avLst/>
              <a:gdLst>
                <a:gd name="T0" fmla="*/ 38 w 38"/>
                <a:gd name="T1" fmla="*/ 28 h 38"/>
                <a:gd name="T2" fmla="*/ 9 w 38"/>
                <a:gd name="T3" fmla="*/ 38 h 38"/>
                <a:gd name="T4" fmla="*/ 0 w 38"/>
                <a:gd name="T5" fmla="*/ 9 h 38"/>
                <a:gd name="T6" fmla="*/ 28 w 38"/>
                <a:gd name="T7" fmla="*/ 0 h 38"/>
                <a:gd name="T8" fmla="*/ 38 w 38"/>
                <a:gd name="T9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38" y="28"/>
                  </a:moveTo>
                  <a:cubicBezTo>
                    <a:pt x="23" y="25"/>
                    <a:pt x="19" y="26"/>
                    <a:pt x="9" y="38"/>
                  </a:cubicBezTo>
                  <a:cubicBezTo>
                    <a:pt x="12" y="23"/>
                    <a:pt x="11" y="19"/>
                    <a:pt x="0" y="9"/>
                  </a:cubicBezTo>
                  <a:cubicBezTo>
                    <a:pt x="14" y="12"/>
                    <a:pt x="18" y="11"/>
                    <a:pt x="28" y="0"/>
                  </a:cubicBezTo>
                  <a:cubicBezTo>
                    <a:pt x="25" y="14"/>
                    <a:pt x="26" y="18"/>
                    <a:pt x="38" y="28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2" name="Freeform 68"/>
            <p:cNvSpPr>
              <a:spLocks/>
            </p:cNvSpPr>
            <p:nvPr/>
          </p:nvSpPr>
          <p:spPr bwMode="auto">
            <a:xfrm>
              <a:off x="3167063" y="2508250"/>
              <a:ext cx="79375" cy="79375"/>
            </a:xfrm>
            <a:custGeom>
              <a:avLst/>
              <a:gdLst>
                <a:gd name="T0" fmla="*/ 38 w 38"/>
                <a:gd name="T1" fmla="*/ 28 h 38"/>
                <a:gd name="T2" fmla="*/ 9 w 38"/>
                <a:gd name="T3" fmla="*/ 38 h 38"/>
                <a:gd name="T4" fmla="*/ 0 w 38"/>
                <a:gd name="T5" fmla="*/ 10 h 38"/>
                <a:gd name="T6" fmla="*/ 28 w 38"/>
                <a:gd name="T7" fmla="*/ 0 h 38"/>
                <a:gd name="T8" fmla="*/ 38 w 38"/>
                <a:gd name="T9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38" y="28"/>
                  </a:moveTo>
                  <a:cubicBezTo>
                    <a:pt x="23" y="25"/>
                    <a:pt x="19" y="26"/>
                    <a:pt x="9" y="38"/>
                  </a:cubicBezTo>
                  <a:cubicBezTo>
                    <a:pt x="13" y="23"/>
                    <a:pt x="11" y="19"/>
                    <a:pt x="0" y="10"/>
                  </a:cubicBezTo>
                  <a:cubicBezTo>
                    <a:pt x="14" y="13"/>
                    <a:pt x="18" y="11"/>
                    <a:pt x="28" y="0"/>
                  </a:cubicBezTo>
                  <a:cubicBezTo>
                    <a:pt x="25" y="14"/>
                    <a:pt x="26" y="18"/>
                    <a:pt x="38" y="28"/>
                  </a:cubicBezTo>
                  <a:close/>
                </a:path>
              </a:pathLst>
            </a:custGeom>
            <a:solidFill>
              <a:srgbClr val="FF9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4368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0" y="4455328"/>
            <a:ext cx="12192000" cy="2402671"/>
          </a:xfrm>
          <a:custGeom>
            <a:avLst/>
            <a:gdLst>
              <a:gd name="connsiteX0" fmla="*/ 0 w 12192000"/>
              <a:gd name="connsiteY0" fmla="*/ 0 h 2529650"/>
              <a:gd name="connsiteX1" fmla="*/ 12192000 w 12192000"/>
              <a:gd name="connsiteY1" fmla="*/ 0 h 2529650"/>
              <a:gd name="connsiteX2" fmla="*/ 12192000 w 12192000"/>
              <a:gd name="connsiteY2" fmla="*/ 2529650 h 2529650"/>
              <a:gd name="connsiteX3" fmla="*/ 0 w 12192000"/>
              <a:gd name="connsiteY3" fmla="*/ 2529650 h 2529650"/>
              <a:gd name="connsiteX4" fmla="*/ 0 w 12192000"/>
              <a:gd name="connsiteY4" fmla="*/ 0 h 2529650"/>
              <a:gd name="connsiteX0" fmla="*/ 0 w 12192000"/>
              <a:gd name="connsiteY0" fmla="*/ 13525 h 2543175"/>
              <a:gd name="connsiteX1" fmla="*/ 3505200 w 12192000"/>
              <a:gd name="connsiteY1" fmla="*/ 0 h 2543175"/>
              <a:gd name="connsiteX2" fmla="*/ 12192000 w 12192000"/>
              <a:gd name="connsiteY2" fmla="*/ 13525 h 2543175"/>
              <a:gd name="connsiteX3" fmla="*/ 12192000 w 12192000"/>
              <a:gd name="connsiteY3" fmla="*/ 2543175 h 2543175"/>
              <a:gd name="connsiteX4" fmla="*/ 0 w 12192000"/>
              <a:gd name="connsiteY4" fmla="*/ 2543175 h 2543175"/>
              <a:gd name="connsiteX5" fmla="*/ 0 w 12192000"/>
              <a:gd name="connsiteY5" fmla="*/ 13525 h 2543175"/>
              <a:gd name="connsiteX0" fmla="*/ 0 w 12192000"/>
              <a:gd name="connsiteY0" fmla="*/ 889825 h 3419475"/>
              <a:gd name="connsiteX1" fmla="*/ 3657600 w 12192000"/>
              <a:gd name="connsiteY1" fmla="*/ 0 h 3419475"/>
              <a:gd name="connsiteX2" fmla="*/ 12192000 w 12192000"/>
              <a:gd name="connsiteY2" fmla="*/ 889825 h 3419475"/>
              <a:gd name="connsiteX3" fmla="*/ 12192000 w 12192000"/>
              <a:gd name="connsiteY3" fmla="*/ 3419475 h 3419475"/>
              <a:gd name="connsiteX4" fmla="*/ 0 w 12192000"/>
              <a:gd name="connsiteY4" fmla="*/ 3419475 h 3419475"/>
              <a:gd name="connsiteX5" fmla="*/ 0 w 12192000"/>
              <a:gd name="connsiteY5" fmla="*/ 889825 h 3419475"/>
              <a:gd name="connsiteX0" fmla="*/ 0 w 12192000"/>
              <a:gd name="connsiteY0" fmla="*/ 889825 h 3419475"/>
              <a:gd name="connsiteX1" fmla="*/ 3657600 w 12192000"/>
              <a:gd name="connsiteY1" fmla="*/ 0 h 3419475"/>
              <a:gd name="connsiteX2" fmla="*/ 12182475 w 12192000"/>
              <a:gd name="connsiteY2" fmla="*/ 1956625 h 3419475"/>
              <a:gd name="connsiteX3" fmla="*/ 12192000 w 12192000"/>
              <a:gd name="connsiteY3" fmla="*/ 3419475 h 3419475"/>
              <a:gd name="connsiteX4" fmla="*/ 0 w 12192000"/>
              <a:gd name="connsiteY4" fmla="*/ 3419475 h 3419475"/>
              <a:gd name="connsiteX5" fmla="*/ 0 w 12192000"/>
              <a:gd name="connsiteY5" fmla="*/ 889825 h 3419475"/>
              <a:gd name="connsiteX0" fmla="*/ 0 w 12192000"/>
              <a:gd name="connsiteY0" fmla="*/ 956500 h 3419475"/>
              <a:gd name="connsiteX1" fmla="*/ 3657600 w 12192000"/>
              <a:gd name="connsiteY1" fmla="*/ 0 h 3419475"/>
              <a:gd name="connsiteX2" fmla="*/ 12182475 w 12192000"/>
              <a:gd name="connsiteY2" fmla="*/ 1956625 h 3419475"/>
              <a:gd name="connsiteX3" fmla="*/ 12192000 w 12192000"/>
              <a:gd name="connsiteY3" fmla="*/ 3419475 h 3419475"/>
              <a:gd name="connsiteX4" fmla="*/ 0 w 12192000"/>
              <a:gd name="connsiteY4" fmla="*/ 3419475 h 3419475"/>
              <a:gd name="connsiteX5" fmla="*/ 0 w 12192000"/>
              <a:gd name="connsiteY5" fmla="*/ 956500 h 341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419475">
                <a:moveTo>
                  <a:pt x="0" y="956500"/>
                </a:moveTo>
                <a:lnTo>
                  <a:pt x="3657600" y="0"/>
                </a:lnTo>
                <a:lnTo>
                  <a:pt x="12182475" y="1956625"/>
                </a:lnTo>
                <a:lnTo>
                  <a:pt x="12192000" y="3419475"/>
                </a:lnTo>
                <a:lnTo>
                  <a:pt x="0" y="3419475"/>
                </a:lnTo>
                <a:lnTo>
                  <a:pt x="0" y="956500"/>
                </a:lnTo>
                <a:close/>
              </a:path>
            </a:pathLst>
          </a:cu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84771" y="1881136"/>
            <a:ext cx="5073104" cy="4510864"/>
            <a:chOff x="266700" y="128588"/>
            <a:chExt cx="3108325" cy="2763837"/>
          </a:xfrm>
        </p:grpSpPr>
        <p:sp>
          <p:nvSpPr>
            <p:cNvPr id="3" name="Freeform 5"/>
            <p:cNvSpPr>
              <a:spLocks/>
            </p:cNvSpPr>
            <p:nvPr/>
          </p:nvSpPr>
          <p:spPr bwMode="auto">
            <a:xfrm>
              <a:off x="758825" y="877888"/>
              <a:ext cx="1825625" cy="1231900"/>
            </a:xfrm>
            <a:custGeom>
              <a:avLst/>
              <a:gdLst>
                <a:gd name="T0" fmla="*/ 485 w 485"/>
                <a:gd name="T1" fmla="*/ 312 h 327"/>
                <a:gd name="T2" fmla="*/ 474 w 485"/>
                <a:gd name="T3" fmla="*/ 327 h 327"/>
                <a:gd name="T4" fmla="*/ 11 w 485"/>
                <a:gd name="T5" fmla="*/ 327 h 327"/>
                <a:gd name="T6" fmla="*/ 0 w 485"/>
                <a:gd name="T7" fmla="*/ 312 h 327"/>
                <a:gd name="T8" fmla="*/ 0 w 485"/>
                <a:gd name="T9" fmla="*/ 15 h 327"/>
                <a:gd name="T10" fmla="*/ 11 w 485"/>
                <a:gd name="T11" fmla="*/ 0 h 327"/>
                <a:gd name="T12" fmla="*/ 474 w 485"/>
                <a:gd name="T13" fmla="*/ 0 h 327"/>
                <a:gd name="T14" fmla="*/ 485 w 485"/>
                <a:gd name="T15" fmla="*/ 15 h 327"/>
                <a:gd name="T16" fmla="*/ 485 w 485"/>
                <a:gd name="T17" fmla="*/ 312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5" h="327">
                  <a:moveTo>
                    <a:pt x="485" y="312"/>
                  </a:moveTo>
                  <a:cubicBezTo>
                    <a:pt x="485" y="320"/>
                    <a:pt x="480" y="327"/>
                    <a:pt x="474" y="327"/>
                  </a:cubicBezTo>
                  <a:cubicBezTo>
                    <a:pt x="11" y="327"/>
                    <a:pt x="11" y="327"/>
                    <a:pt x="11" y="327"/>
                  </a:cubicBezTo>
                  <a:cubicBezTo>
                    <a:pt x="5" y="327"/>
                    <a:pt x="0" y="320"/>
                    <a:pt x="0" y="31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5" y="0"/>
                    <a:pt x="11" y="0"/>
                  </a:cubicBezTo>
                  <a:cubicBezTo>
                    <a:pt x="474" y="0"/>
                    <a:pt x="474" y="0"/>
                    <a:pt x="474" y="0"/>
                  </a:cubicBezTo>
                  <a:cubicBezTo>
                    <a:pt x="480" y="0"/>
                    <a:pt x="485" y="7"/>
                    <a:pt x="485" y="15"/>
                  </a:cubicBezTo>
                  <a:lnTo>
                    <a:pt x="485" y="312"/>
                  </a:lnTo>
                  <a:close/>
                </a:path>
              </a:pathLst>
            </a:custGeom>
            <a:solidFill>
              <a:srgbClr val="152C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835025" y="946150"/>
              <a:ext cx="1681163" cy="1039812"/>
            </a:xfrm>
            <a:prstGeom prst="rect">
              <a:avLst/>
            </a:pr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434975" y="2117725"/>
              <a:ext cx="2462213" cy="60325"/>
            </a:xfrm>
            <a:custGeom>
              <a:avLst/>
              <a:gdLst>
                <a:gd name="T0" fmla="*/ 4 w 654"/>
                <a:gd name="T1" fmla="*/ 3 h 16"/>
                <a:gd name="T2" fmla="*/ 28 w 654"/>
                <a:gd name="T3" fmla="*/ 16 h 16"/>
                <a:gd name="T4" fmla="*/ 629 w 654"/>
                <a:gd name="T5" fmla="*/ 16 h 16"/>
                <a:gd name="T6" fmla="*/ 654 w 654"/>
                <a:gd name="T7" fmla="*/ 6 h 16"/>
                <a:gd name="T8" fmla="*/ 654 w 654"/>
                <a:gd name="T9" fmla="*/ 0 h 16"/>
                <a:gd name="T10" fmla="*/ 4 w 654"/>
                <a:gd name="T11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4" h="16">
                  <a:moveTo>
                    <a:pt x="4" y="3"/>
                  </a:moveTo>
                  <a:cubicBezTo>
                    <a:pt x="4" y="3"/>
                    <a:pt x="0" y="10"/>
                    <a:pt x="28" y="16"/>
                  </a:cubicBezTo>
                  <a:cubicBezTo>
                    <a:pt x="629" y="16"/>
                    <a:pt x="629" y="16"/>
                    <a:pt x="629" y="16"/>
                  </a:cubicBezTo>
                  <a:cubicBezTo>
                    <a:pt x="629" y="16"/>
                    <a:pt x="649" y="15"/>
                    <a:pt x="654" y="6"/>
                  </a:cubicBezTo>
                  <a:cubicBezTo>
                    <a:pt x="654" y="0"/>
                    <a:pt x="654" y="0"/>
                    <a:pt x="654" y="0"/>
                  </a:cubicBezTo>
                  <a:lnTo>
                    <a:pt x="4" y="3"/>
                  </a:lnTo>
                  <a:close/>
                </a:path>
              </a:pathLst>
            </a:custGeom>
            <a:solidFill>
              <a:srgbClr val="414F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" name="Freeform 8"/>
            <p:cNvSpPr>
              <a:spLocks/>
            </p:cNvSpPr>
            <p:nvPr/>
          </p:nvSpPr>
          <p:spPr bwMode="auto">
            <a:xfrm>
              <a:off x="447675" y="2068513"/>
              <a:ext cx="2452688" cy="74612"/>
            </a:xfrm>
            <a:custGeom>
              <a:avLst/>
              <a:gdLst>
                <a:gd name="T0" fmla="*/ 1 w 652"/>
                <a:gd name="T1" fmla="*/ 0 h 20"/>
                <a:gd name="T2" fmla="*/ 651 w 652"/>
                <a:gd name="T3" fmla="*/ 0 h 20"/>
                <a:gd name="T4" fmla="*/ 651 w 652"/>
                <a:gd name="T5" fmla="*/ 17 h 20"/>
                <a:gd name="T6" fmla="*/ 645 w 652"/>
                <a:gd name="T7" fmla="*/ 19 h 20"/>
                <a:gd name="T8" fmla="*/ 7 w 652"/>
                <a:gd name="T9" fmla="*/ 19 h 20"/>
                <a:gd name="T10" fmla="*/ 0 w 652"/>
                <a:gd name="T11" fmla="*/ 17 h 20"/>
                <a:gd name="T12" fmla="*/ 1 w 652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20">
                  <a:moveTo>
                    <a:pt x="1" y="0"/>
                  </a:moveTo>
                  <a:cubicBezTo>
                    <a:pt x="651" y="0"/>
                    <a:pt x="651" y="0"/>
                    <a:pt x="651" y="0"/>
                  </a:cubicBezTo>
                  <a:cubicBezTo>
                    <a:pt x="651" y="17"/>
                    <a:pt x="651" y="17"/>
                    <a:pt x="651" y="17"/>
                  </a:cubicBezTo>
                  <a:cubicBezTo>
                    <a:pt x="651" y="17"/>
                    <a:pt x="652" y="19"/>
                    <a:pt x="645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9"/>
                    <a:pt x="1" y="20"/>
                    <a:pt x="0" y="1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7E6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" name="Freeform 9"/>
            <p:cNvSpPr>
              <a:spLocks/>
            </p:cNvSpPr>
            <p:nvPr/>
          </p:nvSpPr>
          <p:spPr bwMode="auto">
            <a:xfrm>
              <a:off x="2693988" y="2101850"/>
              <a:ext cx="90488" cy="7937"/>
            </a:xfrm>
            <a:custGeom>
              <a:avLst/>
              <a:gdLst>
                <a:gd name="T0" fmla="*/ 24 w 24"/>
                <a:gd name="T1" fmla="*/ 1 h 2"/>
                <a:gd name="T2" fmla="*/ 23 w 24"/>
                <a:gd name="T3" fmla="*/ 2 h 2"/>
                <a:gd name="T4" fmla="*/ 1 w 24"/>
                <a:gd name="T5" fmla="*/ 2 h 2"/>
                <a:gd name="T6" fmla="*/ 0 w 24"/>
                <a:gd name="T7" fmla="*/ 1 h 2"/>
                <a:gd name="T8" fmla="*/ 0 w 24"/>
                <a:gd name="T9" fmla="*/ 1 h 2"/>
                <a:gd name="T10" fmla="*/ 1 w 24"/>
                <a:gd name="T11" fmla="*/ 0 h 2"/>
                <a:gd name="T12" fmla="*/ 23 w 24"/>
                <a:gd name="T13" fmla="*/ 0 h 2"/>
                <a:gd name="T14" fmla="*/ 24 w 24"/>
                <a:gd name="T1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2">
                  <a:moveTo>
                    <a:pt x="24" y="1"/>
                  </a:moveTo>
                  <a:cubicBezTo>
                    <a:pt x="24" y="2"/>
                    <a:pt x="24" y="2"/>
                    <a:pt x="23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4" y="0"/>
                    <a:pt x="24" y="0"/>
                    <a:pt x="24" y="1"/>
                  </a:cubicBezTo>
                  <a:close/>
                </a:path>
              </a:pathLst>
            </a:custGeom>
            <a:solidFill>
              <a:srgbClr val="152C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" name="Freeform 10"/>
            <p:cNvSpPr>
              <a:spLocks/>
            </p:cNvSpPr>
            <p:nvPr/>
          </p:nvSpPr>
          <p:spPr bwMode="auto">
            <a:xfrm>
              <a:off x="1497013" y="2068513"/>
              <a:ext cx="346075" cy="41275"/>
            </a:xfrm>
            <a:custGeom>
              <a:avLst/>
              <a:gdLst>
                <a:gd name="T0" fmla="*/ 3 w 92"/>
                <a:gd name="T1" fmla="*/ 0 h 11"/>
                <a:gd name="T2" fmla="*/ 9 w 92"/>
                <a:gd name="T3" fmla="*/ 10 h 11"/>
                <a:gd name="T4" fmla="*/ 84 w 92"/>
                <a:gd name="T5" fmla="*/ 10 h 11"/>
                <a:gd name="T6" fmla="*/ 91 w 92"/>
                <a:gd name="T7" fmla="*/ 1 h 11"/>
                <a:gd name="T8" fmla="*/ 3 w 92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1">
                  <a:moveTo>
                    <a:pt x="3" y="0"/>
                  </a:moveTo>
                  <a:cubicBezTo>
                    <a:pt x="3" y="0"/>
                    <a:pt x="0" y="9"/>
                    <a:pt x="9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92" y="11"/>
                    <a:pt x="91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152C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pic>
          <p:nvPicPr>
            <p:cNvPr id="9" name="Picture 1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2725" y="2049463"/>
              <a:ext cx="55563" cy="66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1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9713" y="2055813"/>
              <a:ext cx="349250" cy="66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1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038" y="2052638"/>
              <a:ext cx="33338" cy="34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Freeform 14"/>
            <p:cNvSpPr>
              <a:spLocks noEditPoints="1"/>
            </p:cNvSpPr>
            <p:nvPr/>
          </p:nvSpPr>
          <p:spPr bwMode="auto">
            <a:xfrm>
              <a:off x="973138" y="1092200"/>
              <a:ext cx="365125" cy="369887"/>
            </a:xfrm>
            <a:custGeom>
              <a:avLst/>
              <a:gdLst>
                <a:gd name="T0" fmla="*/ 230 w 230"/>
                <a:gd name="T1" fmla="*/ 218 h 233"/>
                <a:gd name="T2" fmla="*/ 230 w 230"/>
                <a:gd name="T3" fmla="*/ 233 h 233"/>
                <a:gd name="T4" fmla="*/ 15 w 230"/>
                <a:gd name="T5" fmla="*/ 233 h 233"/>
                <a:gd name="T6" fmla="*/ 0 w 230"/>
                <a:gd name="T7" fmla="*/ 233 h 233"/>
                <a:gd name="T8" fmla="*/ 0 w 230"/>
                <a:gd name="T9" fmla="*/ 218 h 233"/>
                <a:gd name="T10" fmla="*/ 0 w 230"/>
                <a:gd name="T11" fmla="*/ 0 h 233"/>
                <a:gd name="T12" fmla="*/ 15 w 230"/>
                <a:gd name="T13" fmla="*/ 0 h 233"/>
                <a:gd name="T14" fmla="*/ 15 w 230"/>
                <a:gd name="T15" fmla="*/ 218 h 233"/>
                <a:gd name="T16" fmla="*/ 230 w 230"/>
                <a:gd name="T17" fmla="*/ 218 h 233"/>
                <a:gd name="T18" fmla="*/ 202 w 230"/>
                <a:gd name="T19" fmla="*/ 0 h 233"/>
                <a:gd name="T20" fmla="*/ 145 w 230"/>
                <a:gd name="T21" fmla="*/ 10 h 233"/>
                <a:gd name="T22" fmla="*/ 159 w 230"/>
                <a:gd name="T23" fmla="*/ 26 h 233"/>
                <a:gd name="T24" fmla="*/ 38 w 230"/>
                <a:gd name="T25" fmla="*/ 126 h 233"/>
                <a:gd name="T26" fmla="*/ 48 w 230"/>
                <a:gd name="T27" fmla="*/ 135 h 233"/>
                <a:gd name="T28" fmla="*/ 169 w 230"/>
                <a:gd name="T29" fmla="*/ 38 h 233"/>
                <a:gd name="T30" fmla="*/ 183 w 230"/>
                <a:gd name="T31" fmla="*/ 55 h 233"/>
                <a:gd name="T32" fmla="*/ 202 w 230"/>
                <a:gd name="T33" fmla="*/ 0 h 233"/>
                <a:gd name="T34" fmla="*/ 185 w 230"/>
                <a:gd name="T35" fmla="*/ 83 h 233"/>
                <a:gd name="T36" fmla="*/ 173 w 230"/>
                <a:gd name="T37" fmla="*/ 67 h 233"/>
                <a:gd name="T38" fmla="*/ 173 w 230"/>
                <a:gd name="T39" fmla="*/ 204 h 233"/>
                <a:gd name="T40" fmla="*/ 202 w 230"/>
                <a:gd name="T41" fmla="*/ 204 h 233"/>
                <a:gd name="T42" fmla="*/ 202 w 230"/>
                <a:gd name="T43" fmla="*/ 43 h 233"/>
                <a:gd name="T44" fmla="*/ 185 w 230"/>
                <a:gd name="T45" fmla="*/ 83 h 233"/>
                <a:gd name="T46" fmla="*/ 86 w 230"/>
                <a:gd name="T47" fmla="*/ 124 h 233"/>
                <a:gd name="T48" fmla="*/ 86 w 230"/>
                <a:gd name="T49" fmla="*/ 204 h 233"/>
                <a:gd name="T50" fmla="*/ 117 w 230"/>
                <a:gd name="T51" fmla="*/ 204 h 233"/>
                <a:gd name="T52" fmla="*/ 117 w 230"/>
                <a:gd name="T53" fmla="*/ 100 h 233"/>
                <a:gd name="T54" fmla="*/ 86 w 230"/>
                <a:gd name="T55" fmla="*/ 124 h 233"/>
                <a:gd name="T56" fmla="*/ 45 w 230"/>
                <a:gd name="T57" fmla="*/ 157 h 233"/>
                <a:gd name="T58" fmla="*/ 43 w 230"/>
                <a:gd name="T59" fmla="*/ 154 h 233"/>
                <a:gd name="T60" fmla="*/ 43 w 230"/>
                <a:gd name="T61" fmla="*/ 204 h 233"/>
                <a:gd name="T62" fmla="*/ 72 w 230"/>
                <a:gd name="T63" fmla="*/ 204 h 233"/>
                <a:gd name="T64" fmla="*/ 72 w 230"/>
                <a:gd name="T65" fmla="*/ 135 h 233"/>
                <a:gd name="T66" fmla="*/ 45 w 230"/>
                <a:gd name="T67" fmla="*/ 157 h 233"/>
                <a:gd name="T68" fmla="*/ 131 w 230"/>
                <a:gd name="T69" fmla="*/ 88 h 233"/>
                <a:gd name="T70" fmla="*/ 131 w 230"/>
                <a:gd name="T71" fmla="*/ 204 h 233"/>
                <a:gd name="T72" fmla="*/ 159 w 230"/>
                <a:gd name="T73" fmla="*/ 204 h 233"/>
                <a:gd name="T74" fmla="*/ 159 w 230"/>
                <a:gd name="T75" fmla="*/ 64 h 233"/>
                <a:gd name="T76" fmla="*/ 131 w 230"/>
                <a:gd name="T77" fmla="*/ 88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0" h="233">
                  <a:moveTo>
                    <a:pt x="230" y="218"/>
                  </a:moveTo>
                  <a:lnTo>
                    <a:pt x="230" y="233"/>
                  </a:lnTo>
                  <a:lnTo>
                    <a:pt x="15" y="233"/>
                  </a:lnTo>
                  <a:lnTo>
                    <a:pt x="0" y="233"/>
                  </a:lnTo>
                  <a:lnTo>
                    <a:pt x="0" y="218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218"/>
                  </a:lnTo>
                  <a:lnTo>
                    <a:pt x="230" y="218"/>
                  </a:lnTo>
                  <a:close/>
                  <a:moveTo>
                    <a:pt x="202" y="0"/>
                  </a:moveTo>
                  <a:lnTo>
                    <a:pt x="145" y="10"/>
                  </a:lnTo>
                  <a:lnTo>
                    <a:pt x="159" y="26"/>
                  </a:lnTo>
                  <a:lnTo>
                    <a:pt x="38" y="126"/>
                  </a:lnTo>
                  <a:lnTo>
                    <a:pt x="48" y="135"/>
                  </a:lnTo>
                  <a:lnTo>
                    <a:pt x="169" y="38"/>
                  </a:lnTo>
                  <a:lnTo>
                    <a:pt x="183" y="55"/>
                  </a:lnTo>
                  <a:lnTo>
                    <a:pt x="202" y="0"/>
                  </a:lnTo>
                  <a:close/>
                  <a:moveTo>
                    <a:pt x="185" y="83"/>
                  </a:moveTo>
                  <a:lnTo>
                    <a:pt x="173" y="67"/>
                  </a:lnTo>
                  <a:lnTo>
                    <a:pt x="173" y="204"/>
                  </a:lnTo>
                  <a:lnTo>
                    <a:pt x="202" y="204"/>
                  </a:lnTo>
                  <a:lnTo>
                    <a:pt x="202" y="43"/>
                  </a:lnTo>
                  <a:lnTo>
                    <a:pt x="185" y="83"/>
                  </a:lnTo>
                  <a:close/>
                  <a:moveTo>
                    <a:pt x="86" y="124"/>
                  </a:moveTo>
                  <a:lnTo>
                    <a:pt x="86" y="204"/>
                  </a:lnTo>
                  <a:lnTo>
                    <a:pt x="117" y="204"/>
                  </a:lnTo>
                  <a:lnTo>
                    <a:pt x="117" y="100"/>
                  </a:lnTo>
                  <a:lnTo>
                    <a:pt x="86" y="124"/>
                  </a:lnTo>
                  <a:close/>
                  <a:moveTo>
                    <a:pt x="45" y="157"/>
                  </a:moveTo>
                  <a:lnTo>
                    <a:pt x="43" y="154"/>
                  </a:lnTo>
                  <a:lnTo>
                    <a:pt x="43" y="204"/>
                  </a:lnTo>
                  <a:lnTo>
                    <a:pt x="72" y="204"/>
                  </a:lnTo>
                  <a:lnTo>
                    <a:pt x="72" y="135"/>
                  </a:lnTo>
                  <a:lnTo>
                    <a:pt x="45" y="157"/>
                  </a:lnTo>
                  <a:close/>
                  <a:moveTo>
                    <a:pt x="131" y="88"/>
                  </a:moveTo>
                  <a:lnTo>
                    <a:pt x="131" y="204"/>
                  </a:lnTo>
                  <a:lnTo>
                    <a:pt x="159" y="204"/>
                  </a:lnTo>
                  <a:lnTo>
                    <a:pt x="159" y="64"/>
                  </a:lnTo>
                  <a:lnTo>
                    <a:pt x="131" y="88"/>
                  </a:lnTo>
                  <a:close/>
                </a:path>
              </a:pathLst>
            </a:custGeom>
            <a:solidFill>
              <a:srgbClr val="6BD4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5"/>
            <p:cNvSpPr>
              <a:spLocks noEditPoints="1"/>
            </p:cNvSpPr>
            <p:nvPr/>
          </p:nvSpPr>
          <p:spPr bwMode="auto">
            <a:xfrm>
              <a:off x="973138" y="1571625"/>
              <a:ext cx="365125" cy="368300"/>
            </a:xfrm>
            <a:custGeom>
              <a:avLst/>
              <a:gdLst>
                <a:gd name="T0" fmla="*/ 230 w 230"/>
                <a:gd name="T1" fmla="*/ 218 h 232"/>
                <a:gd name="T2" fmla="*/ 230 w 230"/>
                <a:gd name="T3" fmla="*/ 232 h 232"/>
                <a:gd name="T4" fmla="*/ 15 w 230"/>
                <a:gd name="T5" fmla="*/ 232 h 232"/>
                <a:gd name="T6" fmla="*/ 0 w 230"/>
                <a:gd name="T7" fmla="*/ 232 h 232"/>
                <a:gd name="T8" fmla="*/ 0 w 230"/>
                <a:gd name="T9" fmla="*/ 218 h 232"/>
                <a:gd name="T10" fmla="*/ 0 w 230"/>
                <a:gd name="T11" fmla="*/ 0 h 232"/>
                <a:gd name="T12" fmla="*/ 15 w 230"/>
                <a:gd name="T13" fmla="*/ 0 h 232"/>
                <a:gd name="T14" fmla="*/ 15 w 230"/>
                <a:gd name="T15" fmla="*/ 218 h 232"/>
                <a:gd name="T16" fmla="*/ 230 w 230"/>
                <a:gd name="T17" fmla="*/ 218 h 232"/>
                <a:gd name="T18" fmla="*/ 202 w 230"/>
                <a:gd name="T19" fmla="*/ 0 h 232"/>
                <a:gd name="T20" fmla="*/ 145 w 230"/>
                <a:gd name="T21" fmla="*/ 9 h 232"/>
                <a:gd name="T22" fmla="*/ 159 w 230"/>
                <a:gd name="T23" fmla="*/ 26 h 232"/>
                <a:gd name="T24" fmla="*/ 38 w 230"/>
                <a:gd name="T25" fmla="*/ 125 h 232"/>
                <a:gd name="T26" fmla="*/ 48 w 230"/>
                <a:gd name="T27" fmla="*/ 135 h 232"/>
                <a:gd name="T28" fmla="*/ 169 w 230"/>
                <a:gd name="T29" fmla="*/ 38 h 232"/>
                <a:gd name="T30" fmla="*/ 183 w 230"/>
                <a:gd name="T31" fmla="*/ 54 h 232"/>
                <a:gd name="T32" fmla="*/ 202 w 230"/>
                <a:gd name="T33" fmla="*/ 0 h 232"/>
                <a:gd name="T34" fmla="*/ 185 w 230"/>
                <a:gd name="T35" fmla="*/ 83 h 232"/>
                <a:gd name="T36" fmla="*/ 173 w 230"/>
                <a:gd name="T37" fmla="*/ 66 h 232"/>
                <a:gd name="T38" fmla="*/ 173 w 230"/>
                <a:gd name="T39" fmla="*/ 201 h 232"/>
                <a:gd name="T40" fmla="*/ 202 w 230"/>
                <a:gd name="T41" fmla="*/ 201 h 232"/>
                <a:gd name="T42" fmla="*/ 202 w 230"/>
                <a:gd name="T43" fmla="*/ 40 h 232"/>
                <a:gd name="T44" fmla="*/ 185 w 230"/>
                <a:gd name="T45" fmla="*/ 83 h 232"/>
                <a:gd name="T46" fmla="*/ 86 w 230"/>
                <a:gd name="T47" fmla="*/ 123 h 232"/>
                <a:gd name="T48" fmla="*/ 86 w 230"/>
                <a:gd name="T49" fmla="*/ 201 h 232"/>
                <a:gd name="T50" fmla="*/ 117 w 230"/>
                <a:gd name="T51" fmla="*/ 201 h 232"/>
                <a:gd name="T52" fmla="*/ 117 w 230"/>
                <a:gd name="T53" fmla="*/ 99 h 232"/>
                <a:gd name="T54" fmla="*/ 86 w 230"/>
                <a:gd name="T55" fmla="*/ 123 h 232"/>
                <a:gd name="T56" fmla="*/ 45 w 230"/>
                <a:gd name="T57" fmla="*/ 156 h 232"/>
                <a:gd name="T58" fmla="*/ 43 w 230"/>
                <a:gd name="T59" fmla="*/ 154 h 232"/>
                <a:gd name="T60" fmla="*/ 43 w 230"/>
                <a:gd name="T61" fmla="*/ 201 h 232"/>
                <a:gd name="T62" fmla="*/ 72 w 230"/>
                <a:gd name="T63" fmla="*/ 201 h 232"/>
                <a:gd name="T64" fmla="*/ 72 w 230"/>
                <a:gd name="T65" fmla="*/ 135 h 232"/>
                <a:gd name="T66" fmla="*/ 45 w 230"/>
                <a:gd name="T67" fmla="*/ 156 h 232"/>
                <a:gd name="T68" fmla="*/ 131 w 230"/>
                <a:gd name="T69" fmla="*/ 87 h 232"/>
                <a:gd name="T70" fmla="*/ 131 w 230"/>
                <a:gd name="T71" fmla="*/ 201 h 232"/>
                <a:gd name="T72" fmla="*/ 159 w 230"/>
                <a:gd name="T73" fmla="*/ 201 h 232"/>
                <a:gd name="T74" fmla="*/ 159 w 230"/>
                <a:gd name="T75" fmla="*/ 64 h 232"/>
                <a:gd name="T76" fmla="*/ 131 w 230"/>
                <a:gd name="T77" fmla="*/ 87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0" h="232">
                  <a:moveTo>
                    <a:pt x="230" y="218"/>
                  </a:moveTo>
                  <a:lnTo>
                    <a:pt x="230" y="232"/>
                  </a:lnTo>
                  <a:lnTo>
                    <a:pt x="15" y="232"/>
                  </a:lnTo>
                  <a:lnTo>
                    <a:pt x="0" y="232"/>
                  </a:lnTo>
                  <a:lnTo>
                    <a:pt x="0" y="218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218"/>
                  </a:lnTo>
                  <a:lnTo>
                    <a:pt x="230" y="218"/>
                  </a:lnTo>
                  <a:close/>
                  <a:moveTo>
                    <a:pt x="202" y="0"/>
                  </a:moveTo>
                  <a:lnTo>
                    <a:pt x="145" y="9"/>
                  </a:lnTo>
                  <a:lnTo>
                    <a:pt x="159" y="26"/>
                  </a:lnTo>
                  <a:lnTo>
                    <a:pt x="38" y="125"/>
                  </a:lnTo>
                  <a:lnTo>
                    <a:pt x="48" y="135"/>
                  </a:lnTo>
                  <a:lnTo>
                    <a:pt x="169" y="38"/>
                  </a:lnTo>
                  <a:lnTo>
                    <a:pt x="183" y="54"/>
                  </a:lnTo>
                  <a:lnTo>
                    <a:pt x="202" y="0"/>
                  </a:lnTo>
                  <a:close/>
                  <a:moveTo>
                    <a:pt x="185" y="83"/>
                  </a:moveTo>
                  <a:lnTo>
                    <a:pt x="173" y="66"/>
                  </a:lnTo>
                  <a:lnTo>
                    <a:pt x="173" y="201"/>
                  </a:lnTo>
                  <a:lnTo>
                    <a:pt x="202" y="201"/>
                  </a:lnTo>
                  <a:lnTo>
                    <a:pt x="202" y="40"/>
                  </a:lnTo>
                  <a:lnTo>
                    <a:pt x="185" y="83"/>
                  </a:lnTo>
                  <a:close/>
                  <a:moveTo>
                    <a:pt x="86" y="123"/>
                  </a:moveTo>
                  <a:lnTo>
                    <a:pt x="86" y="201"/>
                  </a:lnTo>
                  <a:lnTo>
                    <a:pt x="117" y="201"/>
                  </a:lnTo>
                  <a:lnTo>
                    <a:pt x="117" y="99"/>
                  </a:lnTo>
                  <a:lnTo>
                    <a:pt x="86" y="123"/>
                  </a:lnTo>
                  <a:close/>
                  <a:moveTo>
                    <a:pt x="45" y="156"/>
                  </a:moveTo>
                  <a:lnTo>
                    <a:pt x="43" y="154"/>
                  </a:lnTo>
                  <a:lnTo>
                    <a:pt x="43" y="201"/>
                  </a:lnTo>
                  <a:lnTo>
                    <a:pt x="72" y="201"/>
                  </a:lnTo>
                  <a:lnTo>
                    <a:pt x="72" y="135"/>
                  </a:lnTo>
                  <a:lnTo>
                    <a:pt x="45" y="156"/>
                  </a:lnTo>
                  <a:close/>
                  <a:moveTo>
                    <a:pt x="131" y="87"/>
                  </a:moveTo>
                  <a:lnTo>
                    <a:pt x="131" y="201"/>
                  </a:lnTo>
                  <a:lnTo>
                    <a:pt x="159" y="201"/>
                  </a:lnTo>
                  <a:lnTo>
                    <a:pt x="159" y="64"/>
                  </a:lnTo>
                  <a:lnTo>
                    <a:pt x="131" y="87"/>
                  </a:lnTo>
                  <a:close/>
                </a:path>
              </a:pathLst>
            </a:custGeom>
            <a:solidFill>
              <a:srgbClr val="FFD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1376363" y="1089025"/>
              <a:ext cx="1046163" cy="63500"/>
            </a:xfrm>
            <a:prstGeom prst="rect">
              <a:avLst/>
            </a:prstGeom>
            <a:solidFill>
              <a:srgbClr val="FC6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" name="Rectangle 17"/>
            <p:cNvSpPr>
              <a:spLocks noChangeArrowheads="1"/>
            </p:cNvSpPr>
            <p:nvPr/>
          </p:nvSpPr>
          <p:spPr bwMode="auto">
            <a:xfrm>
              <a:off x="1376363" y="1223963"/>
              <a:ext cx="1046163" cy="30162"/>
            </a:xfrm>
            <a:prstGeom prst="rect">
              <a:avLst/>
            </a:prstGeom>
            <a:solidFill>
              <a:srgbClr val="FF85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1376363" y="1254125"/>
              <a:ext cx="1046163" cy="263525"/>
            </a:xfrm>
            <a:prstGeom prst="rect">
              <a:avLst/>
            </a:prstGeom>
            <a:solidFill>
              <a:srgbClr val="414F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" name="Rectangle 19"/>
            <p:cNvSpPr>
              <a:spLocks noChangeArrowheads="1"/>
            </p:cNvSpPr>
            <p:nvPr/>
          </p:nvSpPr>
          <p:spPr bwMode="auto">
            <a:xfrm>
              <a:off x="1373188" y="1612900"/>
              <a:ext cx="1054100" cy="104775"/>
            </a:xfrm>
            <a:prstGeom prst="rect">
              <a:avLst/>
            </a:prstGeom>
            <a:solidFill>
              <a:srgbClr val="FFD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Rectangle 20"/>
            <p:cNvSpPr>
              <a:spLocks noChangeArrowheads="1"/>
            </p:cNvSpPr>
            <p:nvPr/>
          </p:nvSpPr>
          <p:spPr bwMode="auto">
            <a:xfrm>
              <a:off x="1373188" y="1793875"/>
              <a:ext cx="1054100" cy="90487"/>
            </a:xfrm>
            <a:prstGeom prst="rect">
              <a:avLst/>
            </a:prstGeom>
            <a:solidFill>
              <a:srgbClr val="6BD4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21"/>
            <p:cNvSpPr>
              <a:spLocks/>
            </p:cNvSpPr>
            <p:nvPr/>
          </p:nvSpPr>
          <p:spPr bwMode="auto">
            <a:xfrm>
              <a:off x="2787650" y="979488"/>
              <a:ext cx="587375" cy="768350"/>
            </a:xfrm>
            <a:custGeom>
              <a:avLst/>
              <a:gdLst>
                <a:gd name="T0" fmla="*/ 156 w 156"/>
                <a:gd name="T1" fmla="*/ 199 h 204"/>
                <a:gd name="T2" fmla="*/ 151 w 156"/>
                <a:gd name="T3" fmla="*/ 204 h 204"/>
                <a:gd name="T4" fmla="*/ 5 w 156"/>
                <a:gd name="T5" fmla="*/ 204 h 204"/>
                <a:gd name="T6" fmla="*/ 0 w 156"/>
                <a:gd name="T7" fmla="*/ 199 h 204"/>
                <a:gd name="T8" fmla="*/ 0 w 156"/>
                <a:gd name="T9" fmla="*/ 5 h 204"/>
                <a:gd name="T10" fmla="*/ 5 w 156"/>
                <a:gd name="T11" fmla="*/ 0 h 204"/>
                <a:gd name="T12" fmla="*/ 151 w 156"/>
                <a:gd name="T13" fmla="*/ 0 h 204"/>
                <a:gd name="T14" fmla="*/ 156 w 156"/>
                <a:gd name="T15" fmla="*/ 5 h 204"/>
                <a:gd name="T16" fmla="*/ 156 w 156"/>
                <a:gd name="T17" fmla="*/ 19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" h="204">
                  <a:moveTo>
                    <a:pt x="156" y="199"/>
                  </a:moveTo>
                  <a:cubicBezTo>
                    <a:pt x="156" y="202"/>
                    <a:pt x="154" y="204"/>
                    <a:pt x="151" y="204"/>
                  </a:cubicBezTo>
                  <a:cubicBezTo>
                    <a:pt x="5" y="204"/>
                    <a:pt x="5" y="204"/>
                    <a:pt x="5" y="204"/>
                  </a:cubicBezTo>
                  <a:cubicBezTo>
                    <a:pt x="2" y="204"/>
                    <a:pt x="0" y="202"/>
                    <a:pt x="0" y="19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4" y="0"/>
                    <a:pt x="156" y="2"/>
                    <a:pt x="156" y="5"/>
                  </a:cubicBezTo>
                  <a:lnTo>
                    <a:pt x="156" y="199"/>
                  </a:lnTo>
                  <a:close/>
                </a:path>
              </a:pathLst>
            </a:custGeom>
            <a:solidFill>
              <a:srgbClr val="152C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" name="Rectangle 22"/>
            <p:cNvSpPr>
              <a:spLocks noChangeArrowheads="1"/>
            </p:cNvSpPr>
            <p:nvPr/>
          </p:nvSpPr>
          <p:spPr bwMode="auto">
            <a:xfrm>
              <a:off x="2833688" y="1023938"/>
              <a:ext cx="481013" cy="693737"/>
            </a:xfrm>
            <a:prstGeom prst="rect">
              <a:avLst/>
            </a:prstGeom>
            <a:solidFill>
              <a:srgbClr val="6BD4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23"/>
            <p:cNvSpPr>
              <a:spLocks noEditPoints="1"/>
            </p:cNvSpPr>
            <p:nvPr/>
          </p:nvSpPr>
          <p:spPr bwMode="auto">
            <a:xfrm>
              <a:off x="2952750" y="952500"/>
              <a:ext cx="241300" cy="117475"/>
            </a:xfrm>
            <a:custGeom>
              <a:avLst/>
              <a:gdLst>
                <a:gd name="T0" fmla="*/ 43 w 64"/>
                <a:gd name="T1" fmla="*/ 15 h 31"/>
                <a:gd name="T2" fmla="*/ 32 w 64"/>
                <a:gd name="T3" fmla="*/ 0 h 31"/>
                <a:gd name="T4" fmla="*/ 21 w 64"/>
                <a:gd name="T5" fmla="*/ 15 h 31"/>
                <a:gd name="T6" fmla="*/ 0 w 64"/>
                <a:gd name="T7" fmla="*/ 15 h 31"/>
                <a:gd name="T8" fmla="*/ 0 w 64"/>
                <a:gd name="T9" fmla="*/ 31 h 31"/>
                <a:gd name="T10" fmla="*/ 64 w 64"/>
                <a:gd name="T11" fmla="*/ 31 h 31"/>
                <a:gd name="T12" fmla="*/ 64 w 64"/>
                <a:gd name="T13" fmla="*/ 15 h 31"/>
                <a:gd name="T14" fmla="*/ 43 w 64"/>
                <a:gd name="T15" fmla="*/ 15 h 31"/>
                <a:gd name="T16" fmla="*/ 32 w 64"/>
                <a:gd name="T17" fmla="*/ 3 h 31"/>
                <a:gd name="T18" fmla="*/ 38 w 64"/>
                <a:gd name="T19" fmla="*/ 14 h 31"/>
                <a:gd name="T20" fmla="*/ 25 w 64"/>
                <a:gd name="T21" fmla="*/ 13 h 31"/>
                <a:gd name="T22" fmla="*/ 32 w 64"/>
                <a:gd name="T23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" h="31">
                  <a:moveTo>
                    <a:pt x="43" y="15"/>
                  </a:moveTo>
                  <a:cubicBezTo>
                    <a:pt x="43" y="15"/>
                    <a:pt x="44" y="0"/>
                    <a:pt x="32" y="0"/>
                  </a:cubicBezTo>
                  <a:cubicBezTo>
                    <a:pt x="20" y="0"/>
                    <a:pt x="21" y="15"/>
                    <a:pt x="21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43" y="15"/>
                  </a:lnTo>
                  <a:close/>
                  <a:moveTo>
                    <a:pt x="32" y="3"/>
                  </a:moveTo>
                  <a:cubicBezTo>
                    <a:pt x="39" y="3"/>
                    <a:pt x="38" y="12"/>
                    <a:pt x="38" y="14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2"/>
                    <a:pt x="32" y="3"/>
                    <a:pt x="32" y="3"/>
                  </a:cubicBezTo>
                  <a:close/>
                </a:path>
              </a:pathLst>
            </a:custGeom>
            <a:solidFill>
              <a:srgbClr val="FF85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Rectangle 24"/>
            <p:cNvSpPr>
              <a:spLocks noChangeArrowheads="1"/>
            </p:cNvSpPr>
            <p:nvPr/>
          </p:nvSpPr>
          <p:spPr bwMode="auto">
            <a:xfrm>
              <a:off x="2982913" y="1174750"/>
              <a:ext cx="271463" cy="15875"/>
            </a:xfrm>
            <a:prstGeom prst="rect">
              <a:avLst/>
            </a:prstGeom>
            <a:solidFill>
              <a:srgbClr val="FFD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Rectangle 25"/>
            <p:cNvSpPr>
              <a:spLocks noChangeArrowheads="1"/>
            </p:cNvSpPr>
            <p:nvPr/>
          </p:nvSpPr>
          <p:spPr bwMode="auto">
            <a:xfrm>
              <a:off x="2982913" y="1295400"/>
              <a:ext cx="271463" cy="15875"/>
            </a:xfrm>
            <a:prstGeom prst="rect">
              <a:avLst/>
            </a:prstGeom>
            <a:solidFill>
              <a:srgbClr val="FFD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" name="Rectangle 26"/>
            <p:cNvSpPr>
              <a:spLocks noChangeArrowheads="1"/>
            </p:cNvSpPr>
            <p:nvPr/>
          </p:nvSpPr>
          <p:spPr bwMode="auto">
            <a:xfrm>
              <a:off x="2982913" y="1401763"/>
              <a:ext cx="271463" cy="14287"/>
            </a:xfrm>
            <a:prstGeom prst="rect">
              <a:avLst/>
            </a:prstGeom>
            <a:solidFill>
              <a:srgbClr val="FFD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" name="Rectangle 27"/>
            <p:cNvSpPr>
              <a:spLocks noChangeArrowheads="1"/>
            </p:cNvSpPr>
            <p:nvPr/>
          </p:nvSpPr>
          <p:spPr bwMode="auto">
            <a:xfrm>
              <a:off x="2982913" y="1522413"/>
              <a:ext cx="271463" cy="14287"/>
            </a:xfrm>
            <a:prstGeom prst="rect">
              <a:avLst/>
            </a:prstGeom>
            <a:solidFill>
              <a:srgbClr val="FFD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28"/>
            <p:cNvSpPr>
              <a:spLocks/>
            </p:cNvSpPr>
            <p:nvPr/>
          </p:nvSpPr>
          <p:spPr bwMode="auto">
            <a:xfrm>
              <a:off x="2889250" y="1152525"/>
              <a:ext cx="63500" cy="46037"/>
            </a:xfrm>
            <a:custGeom>
              <a:avLst/>
              <a:gdLst>
                <a:gd name="T0" fmla="*/ 13 w 17"/>
                <a:gd name="T1" fmla="*/ 1 h 12"/>
                <a:gd name="T2" fmla="*/ 6 w 17"/>
                <a:gd name="T3" fmla="*/ 7 h 12"/>
                <a:gd name="T4" fmla="*/ 3 w 17"/>
                <a:gd name="T5" fmla="*/ 4 h 12"/>
                <a:gd name="T6" fmla="*/ 0 w 17"/>
                <a:gd name="T7" fmla="*/ 4 h 12"/>
                <a:gd name="T8" fmla="*/ 0 w 17"/>
                <a:gd name="T9" fmla="*/ 6 h 12"/>
                <a:gd name="T10" fmla="*/ 4 w 17"/>
                <a:gd name="T11" fmla="*/ 11 h 12"/>
                <a:gd name="T12" fmla="*/ 7 w 17"/>
                <a:gd name="T13" fmla="*/ 11 h 12"/>
                <a:gd name="T14" fmla="*/ 16 w 17"/>
                <a:gd name="T15" fmla="*/ 4 h 12"/>
                <a:gd name="T16" fmla="*/ 16 w 17"/>
                <a:gd name="T17" fmla="*/ 1 h 12"/>
                <a:gd name="T18" fmla="*/ 13 w 17"/>
                <a:gd name="T19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2">
                  <a:moveTo>
                    <a:pt x="13" y="1"/>
                  </a:moveTo>
                  <a:cubicBezTo>
                    <a:pt x="6" y="7"/>
                    <a:pt x="6" y="7"/>
                    <a:pt x="6" y="7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1" y="3"/>
                    <a:pt x="0" y="4"/>
                  </a:cubicBezTo>
                  <a:cubicBezTo>
                    <a:pt x="0" y="4"/>
                    <a:pt x="0" y="6"/>
                    <a:pt x="0" y="6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5" y="12"/>
                    <a:pt x="6" y="12"/>
                    <a:pt x="7" y="11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3"/>
                    <a:pt x="17" y="2"/>
                    <a:pt x="16" y="1"/>
                  </a:cubicBezTo>
                  <a:cubicBezTo>
                    <a:pt x="15" y="0"/>
                    <a:pt x="14" y="0"/>
                    <a:pt x="13" y="1"/>
                  </a:cubicBezTo>
                  <a:close/>
                </a:path>
              </a:pathLst>
            </a:custGeom>
            <a:solidFill>
              <a:srgbClr val="FF85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29"/>
            <p:cNvSpPr>
              <a:spLocks/>
            </p:cNvSpPr>
            <p:nvPr/>
          </p:nvSpPr>
          <p:spPr bwMode="auto">
            <a:xfrm>
              <a:off x="2889250" y="1273175"/>
              <a:ext cx="63500" cy="46037"/>
            </a:xfrm>
            <a:custGeom>
              <a:avLst/>
              <a:gdLst>
                <a:gd name="T0" fmla="*/ 13 w 17"/>
                <a:gd name="T1" fmla="*/ 1 h 12"/>
                <a:gd name="T2" fmla="*/ 6 w 17"/>
                <a:gd name="T3" fmla="*/ 7 h 12"/>
                <a:gd name="T4" fmla="*/ 3 w 17"/>
                <a:gd name="T5" fmla="*/ 4 h 12"/>
                <a:gd name="T6" fmla="*/ 0 w 17"/>
                <a:gd name="T7" fmla="*/ 4 h 12"/>
                <a:gd name="T8" fmla="*/ 0 w 17"/>
                <a:gd name="T9" fmla="*/ 7 h 12"/>
                <a:gd name="T10" fmla="*/ 4 w 17"/>
                <a:gd name="T11" fmla="*/ 11 h 12"/>
                <a:gd name="T12" fmla="*/ 7 w 17"/>
                <a:gd name="T13" fmla="*/ 11 h 12"/>
                <a:gd name="T14" fmla="*/ 16 w 17"/>
                <a:gd name="T15" fmla="*/ 4 h 12"/>
                <a:gd name="T16" fmla="*/ 16 w 17"/>
                <a:gd name="T17" fmla="*/ 1 h 12"/>
                <a:gd name="T18" fmla="*/ 13 w 17"/>
                <a:gd name="T19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2">
                  <a:moveTo>
                    <a:pt x="13" y="1"/>
                  </a:moveTo>
                  <a:cubicBezTo>
                    <a:pt x="6" y="7"/>
                    <a:pt x="6" y="7"/>
                    <a:pt x="6" y="7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1" y="3"/>
                    <a:pt x="0" y="4"/>
                  </a:cubicBezTo>
                  <a:cubicBezTo>
                    <a:pt x="0" y="4"/>
                    <a:pt x="0" y="6"/>
                    <a:pt x="0" y="7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5" y="12"/>
                    <a:pt x="6" y="12"/>
                    <a:pt x="7" y="11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3"/>
                    <a:pt x="17" y="2"/>
                    <a:pt x="16" y="1"/>
                  </a:cubicBezTo>
                  <a:cubicBezTo>
                    <a:pt x="15" y="0"/>
                    <a:pt x="14" y="0"/>
                    <a:pt x="13" y="1"/>
                  </a:cubicBezTo>
                  <a:close/>
                </a:path>
              </a:pathLst>
            </a:custGeom>
            <a:solidFill>
              <a:srgbClr val="FF85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30"/>
            <p:cNvSpPr>
              <a:spLocks/>
            </p:cNvSpPr>
            <p:nvPr/>
          </p:nvSpPr>
          <p:spPr bwMode="auto">
            <a:xfrm>
              <a:off x="2889250" y="1385888"/>
              <a:ext cx="63500" cy="46037"/>
            </a:xfrm>
            <a:custGeom>
              <a:avLst/>
              <a:gdLst>
                <a:gd name="T0" fmla="*/ 13 w 17"/>
                <a:gd name="T1" fmla="*/ 0 h 12"/>
                <a:gd name="T2" fmla="*/ 6 w 17"/>
                <a:gd name="T3" fmla="*/ 7 h 12"/>
                <a:gd name="T4" fmla="*/ 3 w 17"/>
                <a:gd name="T5" fmla="*/ 4 h 12"/>
                <a:gd name="T6" fmla="*/ 0 w 17"/>
                <a:gd name="T7" fmla="*/ 3 h 12"/>
                <a:gd name="T8" fmla="*/ 0 w 17"/>
                <a:gd name="T9" fmla="*/ 6 h 12"/>
                <a:gd name="T10" fmla="*/ 4 w 17"/>
                <a:gd name="T11" fmla="*/ 11 h 12"/>
                <a:gd name="T12" fmla="*/ 7 w 17"/>
                <a:gd name="T13" fmla="*/ 11 h 12"/>
                <a:gd name="T14" fmla="*/ 16 w 17"/>
                <a:gd name="T15" fmla="*/ 3 h 12"/>
                <a:gd name="T16" fmla="*/ 16 w 17"/>
                <a:gd name="T17" fmla="*/ 1 h 12"/>
                <a:gd name="T18" fmla="*/ 13 w 17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2">
                  <a:moveTo>
                    <a:pt x="13" y="0"/>
                  </a:moveTo>
                  <a:cubicBezTo>
                    <a:pt x="6" y="7"/>
                    <a:pt x="6" y="7"/>
                    <a:pt x="6" y="7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1" y="3"/>
                    <a:pt x="0" y="3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5" y="12"/>
                    <a:pt x="6" y="12"/>
                    <a:pt x="7" y="1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7" y="3"/>
                    <a:pt x="17" y="1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F85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Freeform 31"/>
            <p:cNvSpPr>
              <a:spLocks/>
            </p:cNvSpPr>
            <p:nvPr/>
          </p:nvSpPr>
          <p:spPr bwMode="auto">
            <a:xfrm>
              <a:off x="2886075" y="1498600"/>
              <a:ext cx="66675" cy="46037"/>
            </a:xfrm>
            <a:custGeom>
              <a:avLst/>
              <a:gdLst>
                <a:gd name="T0" fmla="*/ 14 w 18"/>
                <a:gd name="T1" fmla="*/ 0 h 12"/>
                <a:gd name="T2" fmla="*/ 7 w 18"/>
                <a:gd name="T3" fmla="*/ 7 h 12"/>
                <a:gd name="T4" fmla="*/ 4 w 18"/>
                <a:gd name="T5" fmla="*/ 4 h 12"/>
                <a:gd name="T6" fmla="*/ 1 w 18"/>
                <a:gd name="T7" fmla="*/ 3 h 12"/>
                <a:gd name="T8" fmla="*/ 1 w 18"/>
                <a:gd name="T9" fmla="*/ 6 h 12"/>
                <a:gd name="T10" fmla="*/ 5 w 18"/>
                <a:gd name="T11" fmla="*/ 11 h 12"/>
                <a:gd name="T12" fmla="*/ 8 w 18"/>
                <a:gd name="T13" fmla="*/ 11 h 12"/>
                <a:gd name="T14" fmla="*/ 17 w 18"/>
                <a:gd name="T15" fmla="*/ 3 h 12"/>
                <a:gd name="T16" fmla="*/ 17 w 18"/>
                <a:gd name="T17" fmla="*/ 1 h 12"/>
                <a:gd name="T18" fmla="*/ 14 w 18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2">
                  <a:moveTo>
                    <a:pt x="14" y="0"/>
                  </a:moveTo>
                  <a:cubicBezTo>
                    <a:pt x="7" y="7"/>
                    <a:pt x="7" y="7"/>
                    <a:pt x="7" y="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3"/>
                    <a:pt x="2" y="3"/>
                    <a:pt x="1" y="3"/>
                  </a:cubicBezTo>
                  <a:cubicBezTo>
                    <a:pt x="0" y="4"/>
                    <a:pt x="0" y="5"/>
                    <a:pt x="1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12"/>
                    <a:pt x="7" y="12"/>
                    <a:pt x="8" y="11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8" y="3"/>
                    <a:pt x="18" y="1"/>
                    <a:pt x="17" y="1"/>
                  </a:cubicBezTo>
                  <a:cubicBezTo>
                    <a:pt x="16" y="0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85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" name="Freeform 32"/>
            <p:cNvSpPr>
              <a:spLocks/>
            </p:cNvSpPr>
            <p:nvPr/>
          </p:nvSpPr>
          <p:spPr bwMode="auto">
            <a:xfrm>
              <a:off x="266700" y="1457325"/>
              <a:ext cx="296863" cy="528637"/>
            </a:xfrm>
            <a:custGeom>
              <a:avLst/>
              <a:gdLst>
                <a:gd name="T0" fmla="*/ 69 w 79"/>
                <a:gd name="T1" fmla="*/ 0 h 140"/>
                <a:gd name="T2" fmla="*/ 10 w 79"/>
                <a:gd name="T3" fmla="*/ 0 h 140"/>
                <a:gd name="T4" fmla="*/ 0 w 79"/>
                <a:gd name="T5" fmla="*/ 10 h 140"/>
                <a:gd name="T6" fmla="*/ 0 w 79"/>
                <a:gd name="T7" fmla="*/ 130 h 140"/>
                <a:gd name="T8" fmla="*/ 10 w 79"/>
                <a:gd name="T9" fmla="*/ 140 h 140"/>
                <a:gd name="T10" fmla="*/ 69 w 79"/>
                <a:gd name="T11" fmla="*/ 140 h 140"/>
                <a:gd name="T12" fmla="*/ 79 w 79"/>
                <a:gd name="T13" fmla="*/ 130 h 140"/>
                <a:gd name="T14" fmla="*/ 79 w 79"/>
                <a:gd name="T15" fmla="*/ 10 h 140"/>
                <a:gd name="T16" fmla="*/ 69 w 79"/>
                <a:gd name="T1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140">
                  <a:moveTo>
                    <a:pt x="69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35"/>
                    <a:pt x="5" y="140"/>
                    <a:pt x="10" y="140"/>
                  </a:cubicBezTo>
                  <a:cubicBezTo>
                    <a:pt x="69" y="140"/>
                    <a:pt x="69" y="140"/>
                    <a:pt x="69" y="140"/>
                  </a:cubicBezTo>
                  <a:cubicBezTo>
                    <a:pt x="75" y="140"/>
                    <a:pt x="79" y="135"/>
                    <a:pt x="79" y="130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79" y="4"/>
                    <a:pt x="75" y="0"/>
                    <a:pt x="69" y="0"/>
                  </a:cubicBezTo>
                  <a:close/>
                </a:path>
              </a:pathLst>
            </a:custGeom>
            <a:solidFill>
              <a:srgbClr val="152C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" name="Freeform 33"/>
            <p:cNvSpPr>
              <a:spLocks/>
            </p:cNvSpPr>
            <p:nvPr/>
          </p:nvSpPr>
          <p:spPr bwMode="auto">
            <a:xfrm>
              <a:off x="363538" y="1484313"/>
              <a:ext cx="101600" cy="11112"/>
            </a:xfrm>
            <a:custGeom>
              <a:avLst/>
              <a:gdLst>
                <a:gd name="T0" fmla="*/ 64 w 64"/>
                <a:gd name="T1" fmla="*/ 7 h 7"/>
                <a:gd name="T2" fmla="*/ 0 w 64"/>
                <a:gd name="T3" fmla="*/ 7 h 7"/>
                <a:gd name="T4" fmla="*/ 0 w 64"/>
                <a:gd name="T5" fmla="*/ 0 h 7"/>
                <a:gd name="T6" fmla="*/ 64 w 64"/>
                <a:gd name="T7" fmla="*/ 0 h 7"/>
                <a:gd name="T8" fmla="*/ 64 w 64"/>
                <a:gd name="T9" fmla="*/ 7 h 7"/>
                <a:gd name="T10" fmla="*/ 64 w 64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7">
                  <a:moveTo>
                    <a:pt x="64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64" y="0"/>
                  </a:lnTo>
                  <a:lnTo>
                    <a:pt x="64" y="7"/>
                  </a:lnTo>
                  <a:lnTo>
                    <a:pt x="64" y="7"/>
                  </a:ln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Oval 34"/>
            <p:cNvSpPr>
              <a:spLocks noChangeArrowheads="1"/>
            </p:cNvSpPr>
            <p:nvPr/>
          </p:nvSpPr>
          <p:spPr bwMode="auto">
            <a:xfrm>
              <a:off x="492125" y="1481138"/>
              <a:ext cx="19050" cy="17462"/>
            </a:xfrm>
            <a:prstGeom prst="ellipse">
              <a:avLst/>
            </a:pr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" name="Rectangle 35"/>
            <p:cNvSpPr>
              <a:spLocks noChangeArrowheads="1"/>
            </p:cNvSpPr>
            <p:nvPr/>
          </p:nvSpPr>
          <p:spPr bwMode="auto">
            <a:xfrm>
              <a:off x="368300" y="1912938"/>
              <a:ext cx="93663" cy="30162"/>
            </a:xfrm>
            <a:prstGeom prst="rect">
              <a:avLst/>
            </a:pr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Rectangle 36"/>
            <p:cNvSpPr>
              <a:spLocks noChangeArrowheads="1"/>
            </p:cNvSpPr>
            <p:nvPr/>
          </p:nvSpPr>
          <p:spPr bwMode="auto">
            <a:xfrm>
              <a:off x="303213" y="1536700"/>
              <a:ext cx="211138" cy="227012"/>
            </a:xfrm>
            <a:prstGeom prst="rect">
              <a:avLst/>
            </a:prstGeom>
            <a:solidFill>
              <a:srgbClr val="B2EE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5" name="Rectangle 37"/>
            <p:cNvSpPr>
              <a:spLocks noChangeArrowheads="1"/>
            </p:cNvSpPr>
            <p:nvPr/>
          </p:nvSpPr>
          <p:spPr bwMode="auto">
            <a:xfrm>
              <a:off x="303213" y="1793875"/>
              <a:ext cx="211138" cy="74612"/>
            </a:xfrm>
            <a:prstGeom prst="rect">
              <a:avLst/>
            </a:prstGeom>
            <a:solidFill>
              <a:srgbClr val="FF85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Freeform 38"/>
            <p:cNvSpPr>
              <a:spLocks/>
            </p:cNvSpPr>
            <p:nvPr/>
          </p:nvSpPr>
          <p:spPr bwMode="auto">
            <a:xfrm>
              <a:off x="404813" y="249238"/>
              <a:ext cx="584200" cy="549275"/>
            </a:xfrm>
            <a:custGeom>
              <a:avLst/>
              <a:gdLst>
                <a:gd name="T0" fmla="*/ 78 w 155"/>
                <a:gd name="T1" fmla="*/ 0 h 146"/>
                <a:gd name="T2" fmla="*/ 0 w 155"/>
                <a:gd name="T3" fmla="*/ 64 h 146"/>
                <a:gd name="T4" fmla="*/ 78 w 155"/>
                <a:gd name="T5" fmla="*/ 127 h 146"/>
                <a:gd name="T6" fmla="*/ 90 w 155"/>
                <a:gd name="T7" fmla="*/ 126 h 146"/>
                <a:gd name="T8" fmla="*/ 146 w 155"/>
                <a:gd name="T9" fmla="*/ 146 h 146"/>
                <a:gd name="T10" fmla="*/ 146 w 155"/>
                <a:gd name="T11" fmla="*/ 142 h 146"/>
                <a:gd name="T12" fmla="*/ 126 w 155"/>
                <a:gd name="T13" fmla="*/ 117 h 146"/>
                <a:gd name="T14" fmla="*/ 127 w 155"/>
                <a:gd name="T15" fmla="*/ 113 h 146"/>
                <a:gd name="T16" fmla="*/ 155 w 155"/>
                <a:gd name="T17" fmla="*/ 64 h 146"/>
                <a:gd name="T18" fmla="*/ 78 w 155"/>
                <a:gd name="T19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5" h="146">
                  <a:moveTo>
                    <a:pt x="78" y="0"/>
                  </a:moveTo>
                  <a:cubicBezTo>
                    <a:pt x="35" y="0"/>
                    <a:pt x="0" y="29"/>
                    <a:pt x="0" y="64"/>
                  </a:cubicBezTo>
                  <a:cubicBezTo>
                    <a:pt x="0" y="98"/>
                    <a:pt x="35" y="127"/>
                    <a:pt x="78" y="127"/>
                  </a:cubicBezTo>
                  <a:cubicBezTo>
                    <a:pt x="82" y="127"/>
                    <a:pt x="86" y="126"/>
                    <a:pt x="90" y="126"/>
                  </a:cubicBezTo>
                  <a:cubicBezTo>
                    <a:pt x="106" y="143"/>
                    <a:pt x="126" y="146"/>
                    <a:pt x="146" y="146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35" y="137"/>
                    <a:pt x="126" y="128"/>
                    <a:pt x="126" y="117"/>
                  </a:cubicBezTo>
                  <a:cubicBezTo>
                    <a:pt x="126" y="115"/>
                    <a:pt x="126" y="114"/>
                    <a:pt x="127" y="113"/>
                  </a:cubicBezTo>
                  <a:cubicBezTo>
                    <a:pt x="144" y="101"/>
                    <a:pt x="155" y="83"/>
                    <a:pt x="155" y="64"/>
                  </a:cubicBezTo>
                  <a:cubicBezTo>
                    <a:pt x="155" y="29"/>
                    <a:pt x="121" y="0"/>
                    <a:pt x="78" y="0"/>
                  </a:cubicBezTo>
                  <a:close/>
                </a:path>
              </a:pathLst>
            </a:custGeom>
            <a:solidFill>
              <a:srgbClr val="1037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7" name="Freeform 39"/>
            <p:cNvSpPr>
              <a:spLocks noEditPoints="1"/>
            </p:cNvSpPr>
            <p:nvPr/>
          </p:nvSpPr>
          <p:spPr bwMode="auto">
            <a:xfrm>
              <a:off x="593725" y="309563"/>
              <a:ext cx="252413" cy="327025"/>
            </a:xfrm>
            <a:custGeom>
              <a:avLst/>
              <a:gdLst>
                <a:gd name="T0" fmla="*/ 50 w 67"/>
                <a:gd name="T1" fmla="*/ 26 h 87"/>
                <a:gd name="T2" fmla="*/ 46 w 67"/>
                <a:gd name="T3" fmla="*/ 27 h 87"/>
                <a:gd name="T4" fmla="*/ 43 w 67"/>
                <a:gd name="T5" fmla="*/ 17 h 87"/>
                <a:gd name="T6" fmla="*/ 16 w 67"/>
                <a:gd name="T7" fmla="*/ 3 h 87"/>
                <a:gd name="T8" fmla="*/ 4 w 67"/>
                <a:gd name="T9" fmla="*/ 30 h 87"/>
                <a:gd name="T10" fmla="*/ 7 w 67"/>
                <a:gd name="T11" fmla="*/ 40 h 87"/>
                <a:gd name="T12" fmla="*/ 4 w 67"/>
                <a:gd name="T13" fmla="*/ 42 h 87"/>
                <a:gd name="T14" fmla="*/ 1 w 67"/>
                <a:gd name="T15" fmla="*/ 47 h 87"/>
                <a:gd name="T16" fmla="*/ 14 w 67"/>
                <a:gd name="T17" fmla="*/ 85 h 87"/>
                <a:gd name="T18" fmla="*/ 19 w 67"/>
                <a:gd name="T19" fmla="*/ 86 h 87"/>
                <a:gd name="T20" fmla="*/ 65 w 67"/>
                <a:gd name="T21" fmla="*/ 70 h 87"/>
                <a:gd name="T22" fmla="*/ 66 w 67"/>
                <a:gd name="T23" fmla="*/ 67 h 87"/>
                <a:gd name="T24" fmla="*/ 53 w 67"/>
                <a:gd name="T25" fmla="*/ 29 h 87"/>
                <a:gd name="T26" fmla="*/ 50 w 67"/>
                <a:gd name="T27" fmla="*/ 26 h 87"/>
                <a:gd name="T28" fmla="*/ 38 w 67"/>
                <a:gd name="T29" fmla="*/ 30 h 87"/>
                <a:gd name="T30" fmla="*/ 15 w 67"/>
                <a:gd name="T31" fmla="*/ 38 h 87"/>
                <a:gd name="T32" fmla="*/ 12 w 67"/>
                <a:gd name="T33" fmla="*/ 28 h 87"/>
                <a:gd name="T34" fmla="*/ 19 w 67"/>
                <a:gd name="T35" fmla="*/ 11 h 87"/>
                <a:gd name="T36" fmla="*/ 35 w 67"/>
                <a:gd name="T37" fmla="*/ 19 h 87"/>
                <a:gd name="T38" fmla="*/ 38 w 67"/>
                <a:gd name="T39" fmla="*/ 3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7" h="87">
                  <a:moveTo>
                    <a:pt x="50" y="26"/>
                  </a:moveTo>
                  <a:cubicBezTo>
                    <a:pt x="46" y="27"/>
                    <a:pt x="46" y="27"/>
                    <a:pt x="46" y="2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39" y="6"/>
                    <a:pt x="27" y="0"/>
                    <a:pt x="16" y="3"/>
                  </a:cubicBezTo>
                  <a:cubicBezTo>
                    <a:pt x="5" y="7"/>
                    <a:pt x="0" y="19"/>
                    <a:pt x="4" y="30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2" y="42"/>
                    <a:pt x="0" y="45"/>
                    <a:pt x="1" y="47"/>
                  </a:cubicBezTo>
                  <a:cubicBezTo>
                    <a:pt x="14" y="85"/>
                    <a:pt x="14" y="85"/>
                    <a:pt x="14" y="85"/>
                  </a:cubicBezTo>
                  <a:cubicBezTo>
                    <a:pt x="15" y="87"/>
                    <a:pt x="17" y="86"/>
                    <a:pt x="19" y="8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7" y="69"/>
                    <a:pt x="67" y="69"/>
                    <a:pt x="66" y="67"/>
                  </a:cubicBezTo>
                  <a:cubicBezTo>
                    <a:pt x="53" y="29"/>
                    <a:pt x="53" y="29"/>
                    <a:pt x="53" y="29"/>
                  </a:cubicBezTo>
                  <a:cubicBezTo>
                    <a:pt x="52" y="27"/>
                    <a:pt x="51" y="25"/>
                    <a:pt x="50" y="26"/>
                  </a:cubicBezTo>
                  <a:close/>
                  <a:moveTo>
                    <a:pt x="38" y="30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9" y="21"/>
                    <a:pt x="12" y="13"/>
                    <a:pt x="19" y="11"/>
                  </a:cubicBezTo>
                  <a:cubicBezTo>
                    <a:pt x="26" y="9"/>
                    <a:pt x="33" y="13"/>
                    <a:pt x="35" y="19"/>
                  </a:cubicBezTo>
                  <a:lnTo>
                    <a:pt x="38" y="30"/>
                  </a:lnTo>
                  <a:close/>
                </a:path>
              </a:pathLst>
            </a:custGeom>
            <a:solidFill>
              <a:srgbClr val="FFD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" name="Freeform 40"/>
            <p:cNvSpPr>
              <a:spLocks/>
            </p:cNvSpPr>
            <p:nvPr/>
          </p:nvSpPr>
          <p:spPr bwMode="auto">
            <a:xfrm>
              <a:off x="1900238" y="128588"/>
              <a:ext cx="585788" cy="546100"/>
            </a:xfrm>
            <a:custGeom>
              <a:avLst/>
              <a:gdLst>
                <a:gd name="T0" fmla="*/ 78 w 156"/>
                <a:gd name="T1" fmla="*/ 0 h 145"/>
                <a:gd name="T2" fmla="*/ 156 w 156"/>
                <a:gd name="T3" fmla="*/ 63 h 145"/>
                <a:gd name="T4" fmla="*/ 78 w 156"/>
                <a:gd name="T5" fmla="*/ 126 h 145"/>
                <a:gd name="T6" fmla="*/ 66 w 156"/>
                <a:gd name="T7" fmla="*/ 125 h 145"/>
                <a:gd name="T8" fmla="*/ 10 w 156"/>
                <a:gd name="T9" fmla="*/ 145 h 145"/>
                <a:gd name="T10" fmla="*/ 10 w 156"/>
                <a:gd name="T11" fmla="*/ 141 h 145"/>
                <a:gd name="T12" fmla="*/ 29 w 156"/>
                <a:gd name="T13" fmla="*/ 116 h 145"/>
                <a:gd name="T14" fmla="*/ 29 w 156"/>
                <a:gd name="T15" fmla="*/ 112 h 145"/>
                <a:gd name="T16" fmla="*/ 0 w 156"/>
                <a:gd name="T17" fmla="*/ 63 h 145"/>
                <a:gd name="T18" fmla="*/ 78 w 156"/>
                <a:gd name="T19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6" h="145">
                  <a:moveTo>
                    <a:pt x="78" y="0"/>
                  </a:moveTo>
                  <a:cubicBezTo>
                    <a:pt x="121" y="0"/>
                    <a:pt x="156" y="28"/>
                    <a:pt x="156" y="63"/>
                  </a:cubicBezTo>
                  <a:cubicBezTo>
                    <a:pt x="156" y="98"/>
                    <a:pt x="121" y="126"/>
                    <a:pt x="78" y="126"/>
                  </a:cubicBezTo>
                  <a:cubicBezTo>
                    <a:pt x="74" y="126"/>
                    <a:pt x="70" y="126"/>
                    <a:pt x="66" y="125"/>
                  </a:cubicBezTo>
                  <a:cubicBezTo>
                    <a:pt x="49" y="142"/>
                    <a:pt x="29" y="145"/>
                    <a:pt x="10" y="145"/>
                  </a:cubicBezTo>
                  <a:cubicBezTo>
                    <a:pt x="10" y="141"/>
                    <a:pt x="10" y="141"/>
                    <a:pt x="10" y="141"/>
                  </a:cubicBezTo>
                  <a:cubicBezTo>
                    <a:pt x="20" y="136"/>
                    <a:pt x="29" y="127"/>
                    <a:pt x="29" y="116"/>
                  </a:cubicBezTo>
                  <a:cubicBezTo>
                    <a:pt x="29" y="115"/>
                    <a:pt x="29" y="113"/>
                    <a:pt x="29" y="112"/>
                  </a:cubicBezTo>
                  <a:cubicBezTo>
                    <a:pt x="11" y="100"/>
                    <a:pt x="0" y="83"/>
                    <a:pt x="0" y="63"/>
                  </a:cubicBezTo>
                  <a:cubicBezTo>
                    <a:pt x="0" y="28"/>
                    <a:pt x="35" y="0"/>
                    <a:pt x="78" y="0"/>
                  </a:cubicBezTo>
                  <a:close/>
                </a:path>
              </a:pathLst>
            </a:custGeom>
            <a:solidFill>
              <a:srgbClr val="FC6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Freeform 41"/>
            <p:cNvSpPr>
              <a:spLocks/>
            </p:cNvSpPr>
            <p:nvPr/>
          </p:nvSpPr>
          <p:spPr bwMode="auto">
            <a:xfrm>
              <a:off x="2049463" y="441325"/>
              <a:ext cx="128588" cy="142875"/>
            </a:xfrm>
            <a:custGeom>
              <a:avLst/>
              <a:gdLst>
                <a:gd name="T0" fmla="*/ 3 w 34"/>
                <a:gd name="T1" fmla="*/ 23 h 38"/>
                <a:gd name="T2" fmla="*/ 21 w 34"/>
                <a:gd name="T3" fmla="*/ 0 h 38"/>
                <a:gd name="T4" fmla="*/ 34 w 34"/>
                <a:gd name="T5" fmla="*/ 11 h 38"/>
                <a:gd name="T6" fmla="*/ 16 w 34"/>
                <a:gd name="T7" fmla="*/ 34 h 38"/>
                <a:gd name="T8" fmla="*/ 4 w 34"/>
                <a:gd name="T9" fmla="*/ 35 h 38"/>
                <a:gd name="T10" fmla="*/ 3 w 34"/>
                <a:gd name="T11" fmla="*/ 2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38">
                  <a:moveTo>
                    <a:pt x="3" y="23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4" y="5"/>
                    <a:pt x="29" y="8"/>
                    <a:pt x="34" y="11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3" y="37"/>
                    <a:pt x="8" y="38"/>
                    <a:pt x="4" y="35"/>
                  </a:cubicBezTo>
                  <a:cubicBezTo>
                    <a:pt x="0" y="32"/>
                    <a:pt x="0" y="27"/>
                    <a:pt x="3" y="23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Freeform 42"/>
            <p:cNvSpPr>
              <a:spLocks noEditPoints="1"/>
            </p:cNvSpPr>
            <p:nvPr/>
          </p:nvSpPr>
          <p:spPr bwMode="auto">
            <a:xfrm>
              <a:off x="2106613" y="219075"/>
              <a:ext cx="266700" cy="263525"/>
            </a:xfrm>
            <a:custGeom>
              <a:avLst/>
              <a:gdLst>
                <a:gd name="T0" fmla="*/ 40 w 71"/>
                <a:gd name="T1" fmla="*/ 68 h 70"/>
                <a:gd name="T2" fmla="*/ 69 w 71"/>
                <a:gd name="T3" fmla="*/ 31 h 70"/>
                <a:gd name="T4" fmla="*/ 32 w 71"/>
                <a:gd name="T5" fmla="*/ 2 h 70"/>
                <a:gd name="T6" fmla="*/ 3 w 71"/>
                <a:gd name="T7" fmla="*/ 39 h 70"/>
                <a:gd name="T8" fmla="*/ 40 w 71"/>
                <a:gd name="T9" fmla="*/ 68 h 70"/>
                <a:gd name="T10" fmla="*/ 11 w 71"/>
                <a:gd name="T11" fmla="*/ 38 h 70"/>
                <a:gd name="T12" fmla="*/ 33 w 71"/>
                <a:gd name="T13" fmla="*/ 10 h 70"/>
                <a:gd name="T14" fmla="*/ 61 w 71"/>
                <a:gd name="T15" fmla="*/ 32 h 70"/>
                <a:gd name="T16" fmla="*/ 39 w 71"/>
                <a:gd name="T17" fmla="*/ 60 h 70"/>
                <a:gd name="T18" fmla="*/ 11 w 71"/>
                <a:gd name="T19" fmla="*/ 3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70">
                  <a:moveTo>
                    <a:pt x="40" y="68"/>
                  </a:moveTo>
                  <a:cubicBezTo>
                    <a:pt x="58" y="66"/>
                    <a:pt x="71" y="49"/>
                    <a:pt x="69" y="31"/>
                  </a:cubicBezTo>
                  <a:cubicBezTo>
                    <a:pt x="67" y="13"/>
                    <a:pt x="50" y="0"/>
                    <a:pt x="32" y="2"/>
                  </a:cubicBezTo>
                  <a:cubicBezTo>
                    <a:pt x="14" y="4"/>
                    <a:pt x="0" y="20"/>
                    <a:pt x="3" y="39"/>
                  </a:cubicBezTo>
                  <a:cubicBezTo>
                    <a:pt x="5" y="57"/>
                    <a:pt x="21" y="70"/>
                    <a:pt x="40" y="68"/>
                  </a:cubicBezTo>
                  <a:close/>
                  <a:moveTo>
                    <a:pt x="11" y="38"/>
                  </a:moveTo>
                  <a:cubicBezTo>
                    <a:pt x="9" y="24"/>
                    <a:pt x="19" y="12"/>
                    <a:pt x="33" y="10"/>
                  </a:cubicBezTo>
                  <a:cubicBezTo>
                    <a:pt x="47" y="8"/>
                    <a:pt x="59" y="18"/>
                    <a:pt x="61" y="32"/>
                  </a:cubicBezTo>
                  <a:cubicBezTo>
                    <a:pt x="62" y="46"/>
                    <a:pt x="52" y="58"/>
                    <a:pt x="39" y="60"/>
                  </a:cubicBezTo>
                  <a:cubicBezTo>
                    <a:pt x="25" y="61"/>
                    <a:pt x="12" y="51"/>
                    <a:pt x="11" y="38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1" name="Freeform 43"/>
            <p:cNvSpPr>
              <a:spLocks/>
            </p:cNvSpPr>
            <p:nvPr/>
          </p:nvSpPr>
          <p:spPr bwMode="auto">
            <a:xfrm>
              <a:off x="2235200" y="271463"/>
              <a:ext cx="77788" cy="71437"/>
            </a:xfrm>
            <a:custGeom>
              <a:avLst/>
              <a:gdLst>
                <a:gd name="T0" fmla="*/ 21 w 21"/>
                <a:gd name="T1" fmla="*/ 19 h 19"/>
                <a:gd name="T2" fmla="*/ 16 w 21"/>
                <a:gd name="T3" fmla="*/ 19 h 19"/>
                <a:gd name="T4" fmla="*/ 0 w 21"/>
                <a:gd name="T5" fmla="*/ 7 h 19"/>
                <a:gd name="T6" fmla="*/ 0 w 21"/>
                <a:gd name="T7" fmla="*/ 1 h 19"/>
                <a:gd name="T8" fmla="*/ 21 w 21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9">
                  <a:moveTo>
                    <a:pt x="21" y="19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15" y="12"/>
                    <a:pt x="8" y="6"/>
                    <a:pt x="0" y="7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0" y="0"/>
                    <a:pt x="20" y="8"/>
                    <a:pt x="21" y="19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Freeform 44"/>
            <p:cNvSpPr>
              <a:spLocks/>
            </p:cNvSpPr>
            <p:nvPr/>
          </p:nvSpPr>
          <p:spPr bwMode="auto">
            <a:xfrm>
              <a:off x="1839913" y="2357438"/>
              <a:ext cx="609600" cy="534987"/>
            </a:xfrm>
            <a:custGeom>
              <a:avLst/>
              <a:gdLst>
                <a:gd name="T0" fmla="*/ 81 w 162"/>
                <a:gd name="T1" fmla="*/ 38 h 142"/>
                <a:gd name="T2" fmla="*/ 66 w 162"/>
                <a:gd name="T3" fmla="*/ 39 h 142"/>
                <a:gd name="T4" fmla="*/ 16 w 162"/>
                <a:gd name="T5" fmla="*/ 0 h 142"/>
                <a:gd name="T6" fmla="*/ 35 w 162"/>
                <a:gd name="T7" fmla="*/ 47 h 142"/>
                <a:gd name="T8" fmla="*/ 0 w 162"/>
                <a:gd name="T9" fmla="*/ 90 h 142"/>
                <a:gd name="T10" fmla="*/ 81 w 162"/>
                <a:gd name="T11" fmla="*/ 142 h 142"/>
                <a:gd name="T12" fmla="*/ 162 w 162"/>
                <a:gd name="T13" fmla="*/ 90 h 142"/>
                <a:gd name="T14" fmla="*/ 81 w 162"/>
                <a:gd name="T15" fmla="*/ 3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2" h="142">
                  <a:moveTo>
                    <a:pt x="81" y="38"/>
                  </a:moveTo>
                  <a:cubicBezTo>
                    <a:pt x="76" y="38"/>
                    <a:pt x="71" y="38"/>
                    <a:pt x="66" y="39"/>
                  </a:cubicBezTo>
                  <a:cubicBezTo>
                    <a:pt x="49" y="29"/>
                    <a:pt x="28" y="14"/>
                    <a:pt x="16" y="0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14" y="57"/>
                    <a:pt x="0" y="72"/>
                    <a:pt x="0" y="90"/>
                  </a:cubicBezTo>
                  <a:cubicBezTo>
                    <a:pt x="0" y="119"/>
                    <a:pt x="36" y="142"/>
                    <a:pt x="81" y="142"/>
                  </a:cubicBezTo>
                  <a:cubicBezTo>
                    <a:pt x="126" y="142"/>
                    <a:pt x="162" y="119"/>
                    <a:pt x="162" y="90"/>
                  </a:cubicBezTo>
                  <a:cubicBezTo>
                    <a:pt x="162" y="61"/>
                    <a:pt x="126" y="38"/>
                    <a:pt x="81" y="38"/>
                  </a:cubicBezTo>
                  <a:close/>
                </a:path>
              </a:pathLst>
            </a:custGeom>
            <a:solidFill>
              <a:srgbClr val="FFD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Freeform 45"/>
            <p:cNvSpPr>
              <a:spLocks/>
            </p:cNvSpPr>
            <p:nvPr/>
          </p:nvSpPr>
          <p:spPr bwMode="auto">
            <a:xfrm>
              <a:off x="2005013" y="2716213"/>
              <a:ext cx="266700" cy="90487"/>
            </a:xfrm>
            <a:custGeom>
              <a:avLst/>
              <a:gdLst>
                <a:gd name="T0" fmla="*/ 36 w 71"/>
                <a:gd name="T1" fmla="*/ 8 h 24"/>
                <a:gd name="T2" fmla="*/ 27 w 71"/>
                <a:gd name="T3" fmla="*/ 0 h 24"/>
                <a:gd name="T4" fmla="*/ 0 w 71"/>
                <a:gd name="T5" fmla="*/ 23 h 24"/>
                <a:gd name="T6" fmla="*/ 4 w 71"/>
                <a:gd name="T7" fmla="*/ 24 h 24"/>
                <a:gd name="T8" fmla="*/ 68 w 71"/>
                <a:gd name="T9" fmla="*/ 24 h 24"/>
                <a:gd name="T10" fmla="*/ 71 w 71"/>
                <a:gd name="T11" fmla="*/ 23 h 24"/>
                <a:gd name="T12" fmla="*/ 45 w 71"/>
                <a:gd name="T13" fmla="*/ 0 h 24"/>
                <a:gd name="T14" fmla="*/ 36 w 71"/>
                <a:gd name="T15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24">
                  <a:moveTo>
                    <a:pt x="36" y="8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3"/>
                    <a:pt x="3" y="24"/>
                    <a:pt x="4" y="24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69" y="24"/>
                    <a:pt x="71" y="23"/>
                    <a:pt x="71" y="23"/>
                  </a:cubicBezTo>
                  <a:cubicBezTo>
                    <a:pt x="45" y="0"/>
                    <a:pt x="45" y="0"/>
                    <a:pt x="45" y="0"/>
                  </a:cubicBezTo>
                  <a:lnTo>
                    <a:pt x="36" y="8"/>
                  </a:lnTo>
                  <a:close/>
                </a:path>
              </a:pathLst>
            </a:custGeom>
            <a:solidFill>
              <a:srgbClr val="FC6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4" name="Freeform 46"/>
            <p:cNvSpPr>
              <a:spLocks/>
            </p:cNvSpPr>
            <p:nvPr/>
          </p:nvSpPr>
          <p:spPr bwMode="auto">
            <a:xfrm>
              <a:off x="2005013" y="2606675"/>
              <a:ext cx="266700" cy="120650"/>
            </a:xfrm>
            <a:custGeom>
              <a:avLst/>
              <a:gdLst>
                <a:gd name="T0" fmla="*/ 71 w 71"/>
                <a:gd name="T1" fmla="*/ 1 h 32"/>
                <a:gd name="T2" fmla="*/ 68 w 71"/>
                <a:gd name="T3" fmla="*/ 0 h 32"/>
                <a:gd name="T4" fmla="*/ 4 w 71"/>
                <a:gd name="T5" fmla="*/ 0 h 32"/>
                <a:gd name="T6" fmla="*/ 0 w 71"/>
                <a:gd name="T7" fmla="*/ 1 h 32"/>
                <a:gd name="T8" fmla="*/ 36 w 71"/>
                <a:gd name="T9" fmla="*/ 32 h 32"/>
                <a:gd name="T10" fmla="*/ 71 w 71"/>
                <a:gd name="T1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2">
                  <a:moveTo>
                    <a:pt x="71" y="1"/>
                  </a:moveTo>
                  <a:cubicBezTo>
                    <a:pt x="71" y="0"/>
                    <a:pt x="69" y="0"/>
                    <a:pt x="68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36" y="32"/>
                    <a:pt x="36" y="32"/>
                    <a:pt x="36" y="32"/>
                  </a:cubicBezTo>
                  <a:lnTo>
                    <a:pt x="71" y="1"/>
                  </a:lnTo>
                  <a:close/>
                </a:path>
              </a:pathLst>
            </a:custGeom>
            <a:solidFill>
              <a:srgbClr val="FC6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5" name="Freeform 47"/>
            <p:cNvSpPr>
              <a:spLocks/>
            </p:cNvSpPr>
            <p:nvPr/>
          </p:nvSpPr>
          <p:spPr bwMode="auto">
            <a:xfrm>
              <a:off x="2001838" y="2622550"/>
              <a:ext cx="93663" cy="168275"/>
            </a:xfrm>
            <a:custGeom>
              <a:avLst/>
              <a:gdLst>
                <a:gd name="T0" fmla="*/ 0 w 59"/>
                <a:gd name="T1" fmla="*/ 0 h 106"/>
                <a:gd name="T2" fmla="*/ 0 w 59"/>
                <a:gd name="T3" fmla="*/ 106 h 106"/>
                <a:gd name="T4" fmla="*/ 59 w 59"/>
                <a:gd name="T5" fmla="*/ 54 h 106"/>
                <a:gd name="T6" fmla="*/ 0 w 59"/>
                <a:gd name="T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" h="106">
                  <a:moveTo>
                    <a:pt x="0" y="0"/>
                  </a:moveTo>
                  <a:lnTo>
                    <a:pt x="0" y="106"/>
                  </a:lnTo>
                  <a:lnTo>
                    <a:pt x="59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6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6" name="Freeform 48"/>
            <p:cNvSpPr>
              <a:spLocks/>
            </p:cNvSpPr>
            <p:nvPr/>
          </p:nvSpPr>
          <p:spPr bwMode="auto">
            <a:xfrm>
              <a:off x="2181225" y="2622550"/>
              <a:ext cx="98425" cy="168275"/>
            </a:xfrm>
            <a:custGeom>
              <a:avLst/>
              <a:gdLst>
                <a:gd name="T0" fmla="*/ 0 w 62"/>
                <a:gd name="T1" fmla="*/ 54 h 106"/>
                <a:gd name="T2" fmla="*/ 62 w 62"/>
                <a:gd name="T3" fmla="*/ 106 h 106"/>
                <a:gd name="T4" fmla="*/ 62 w 62"/>
                <a:gd name="T5" fmla="*/ 0 h 106"/>
                <a:gd name="T6" fmla="*/ 0 w 62"/>
                <a:gd name="T7" fmla="*/ 5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06">
                  <a:moveTo>
                    <a:pt x="0" y="54"/>
                  </a:moveTo>
                  <a:lnTo>
                    <a:pt x="62" y="106"/>
                  </a:lnTo>
                  <a:lnTo>
                    <a:pt x="62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C6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7203295" y="2387751"/>
            <a:ext cx="3967077" cy="1334958"/>
            <a:chOff x="1102976" y="2376218"/>
            <a:chExt cx="3967077" cy="1334958"/>
          </a:xfrm>
        </p:grpSpPr>
        <p:sp>
          <p:nvSpPr>
            <p:cNvPr id="65" name="文本框 64"/>
            <p:cNvSpPr txBox="1"/>
            <p:nvPr/>
          </p:nvSpPr>
          <p:spPr>
            <a:xfrm>
              <a:off x="1102976" y="2757069"/>
              <a:ext cx="396707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我们工作室致力于专业</a:t>
              </a:r>
              <a:r>
                <a:rPr lang="en-US" altLang="zh-CN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模板的发布，课件及汇报</a:t>
              </a:r>
              <a:r>
                <a:rPr lang="en-US" altLang="zh-CN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的美化，并为您提供专业的</a:t>
              </a:r>
              <a:r>
                <a:rPr lang="en-US" altLang="zh-CN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个性定制服务。</a:t>
              </a:r>
              <a:r>
                <a:rPr lang="zh-CN" alt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单击此处添加您的文字内容。本模板的所有素材和逻辑图表，均可自由编辑替换和移动。</a:t>
              </a:r>
              <a:endPara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102976" y="2376218"/>
              <a:ext cx="23329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论文综述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7784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椭圆 46"/>
          <p:cNvSpPr/>
          <p:nvPr/>
        </p:nvSpPr>
        <p:spPr>
          <a:xfrm>
            <a:off x="1350495" y="1429546"/>
            <a:ext cx="1019532" cy="1019532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8" name="Freeform 145"/>
          <p:cNvSpPr>
            <a:spLocks noEditPoints="1"/>
          </p:cNvSpPr>
          <p:nvPr/>
        </p:nvSpPr>
        <p:spPr bwMode="auto">
          <a:xfrm>
            <a:off x="1624299" y="1686610"/>
            <a:ext cx="527201" cy="531909"/>
          </a:xfrm>
          <a:custGeom>
            <a:avLst/>
            <a:gdLst>
              <a:gd name="T0" fmla="*/ 43 w 98"/>
              <a:gd name="T1" fmla="*/ 76 h 99"/>
              <a:gd name="T2" fmla="*/ 40 w 98"/>
              <a:gd name="T3" fmla="*/ 70 h 99"/>
              <a:gd name="T4" fmla="*/ 37 w 98"/>
              <a:gd name="T5" fmla="*/ 74 h 99"/>
              <a:gd name="T6" fmla="*/ 35 w 98"/>
              <a:gd name="T7" fmla="*/ 76 h 99"/>
              <a:gd name="T8" fmla="*/ 32 w 98"/>
              <a:gd name="T9" fmla="*/ 75 h 99"/>
              <a:gd name="T10" fmla="*/ 2 w 98"/>
              <a:gd name="T11" fmla="*/ 45 h 99"/>
              <a:gd name="T12" fmla="*/ 7 w 98"/>
              <a:gd name="T13" fmla="*/ 10 h 99"/>
              <a:gd name="T14" fmla="*/ 40 w 98"/>
              <a:gd name="T15" fmla="*/ 26 h 99"/>
              <a:gd name="T16" fmla="*/ 71 w 98"/>
              <a:gd name="T17" fmla="*/ 0 h 99"/>
              <a:gd name="T18" fmla="*/ 48 w 98"/>
              <a:gd name="T19" fmla="*/ 79 h 99"/>
              <a:gd name="T20" fmla="*/ 35 w 98"/>
              <a:gd name="T21" fmla="*/ 99 h 99"/>
              <a:gd name="T22" fmla="*/ 29 w 98"/>
              <a:gd name="T23" fmla="*/ 95 h 99"/>
              <a:gd name="T24" fmla="*/ 43 w 98"/>
              <a:gd name="T25" fmla="*/ 76 h 99"/>
              <a:gd name="T26" fmla="*/ 47 w 98"/>
              <a:gd name="T27" fmla="*/ 57 h 99"/>
              <a:gd name="T28" fmla="*/ 50 w 98"/>
              <a:gd name="T29" fmla="*/ 63 h 99"/>
              <a:gd name="T30" fmla="*/ 65 w 98"/>
              <a:gd name="T31" fmla="*/ 18 h 99"/>
              <a:gd name="T32" fmla="*/ 47 w 98"/>
              <a:gd name="T33" fmla="*/ 32 h 99"/>
              <a:gd name="T34" fmla="*/ 46 w 98"/>
              <a:gd name="T35" fmla="*/ 34 h 99"/>
              <a:gd name="T36" fmla="*/ 47 w 98"/>
              <a:gd name="T37" fmla="*/ 57 h 99"/>
              <a:gd name="T38" fmla="*/ 28 w 98"/>
              <a:gd name="T39" fmla="*/ 63 h 99"/>
              <a:gd name="T40" fmla="*/ 16 w 98"/>
              <a:gd name="T41" fmla="*/ 24 h 99"/>
              <a:gd name="T42" fmla="*/ 16 w 98"/>
              <a:gd name="T43" fmla="*/ 24 h 99"/>
              <a:gd name="T44" fmla="*/ 33 w 98"/>
              <a:gd name="T45" fmla="*/ 61 h 99"/>
              <a:gd name="T46" fmla="*/ 13 w 98"/>
              <a:gd name="T47" fmla="*/ 21 h 99"/>
              <a:gd name="T48" fmla="*/ 10 w 98"/>
              <a:gd name="T49" fmla="*/ 44 h 99"/>
              <a:gd name="T50" fmla="*/ 28 w 98"/>
              <a:gd name="T51" fmla="*/ 63 h 99"/>
              <a:gd name="T52" fmla="*/ 55 w 98"/>
              <a:gd name="T53" fmla="*/ 64 h 99"/>
              <a:gd name="T54" fmla="*/ 68 w 98"/>
              <a:gd name="T55" fmla="*/ 18 h 99"/>
              <a:gd name="T56" fmla="*/ 55 w 98"/>
              <a:gd name="T57" fmla="*/ 64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98" h="99">
                <a:moveTo>
                  <a:pt x="43" y="76"/>
                </a:moveTo>
                <a:cubicBezTo>
                  <a:pt x="42" y="75"/>
                  <a:pt x="41" y="73"/>
                  <a:pt x="40" y="70"/>
                </a:cubicBezTo>
                <a:cubicBezTo>
                  <a:pt x="39" y="71"/>
                  <a:pt x="38" y="73"/>
                  <a:pt x="37" y="74"/>
                </a:cubicBezTo>
                <a:cubicBezTo>
                  <a:pt x="35" y="76"/>
                  <a:pt x="35" y="76"/>
                  <a:pt x="35" y="76"/>
                </a:cubicBezTo>
                <a:cubicBezTo>
                  <a:pt x="32" y="75"/>
                  <a:pt x="32" y="75"/>
                  <a:pt x="32" y="75"/>
                </a:cubicBezTo>
                <a:cubicBezTo>
                  <a:pt x="25" y="72"/>
                  <a:pt x="4" y="62"/>
                  <a:pt x="2" y="45"/>
                </a:cubicBezTo>
                <a:cubicBezTo>
                  <a:pt x="0" y="28"/>
                  <a:pt x="10" y="19"/>
                  <a:pt x="7" y="10"/>
                </a:cubicBezTo>
                <a:cubicBezTo>
                  <a:pt x="21" y="13"/>
                  <a:pt x="33" y="19"/>
                  <a:pt x="40" y="26"/>
                </a:cubicBezTo>
                <a:cubicBezTo>
                  <a:pt x="52" y="11"/>
                  <a:pt x="67" y="11"/>
                  <a:pt x="71" y="0"/>
                </a:cubicBezTo>
                <a:cubicBezTo>
                  <a:pt x="98" y="38"/>
                  <a:pt x="94" y="74"/>
                  <a:pt x="48" y="79"/>
                </a:cubicBezTo>
                <a:cubicBezTo>
                  <a:pt x="44" y="86"/>
                  <a:pt x="40" y="93"/>
                  <a:pt x="35" y="99"/>
                </a:cubicBezTo>
                <a:cubicBezTo>
                  <a:pt x="29" y="95"/>
                  <a:pt x="29" y="95"/>
                  <a:pt x="29" y="95"/>
                </a:cubicBezTo>
                <a:cubicBezTo>
                  <a:pt x="34" y="89"/>
                  <a:pt x="39" y="83"/>
                  <a:pt x="43" y="76"/>
                </a:cubicBezTo>
                <a:close/>
                <a:moveTo>
                  <a:pt x="47" y="57"/>
                </a:moveTo>
                <a:cubicBezTo>
                  <a:pt x="48" y="60"/>
                  <a:pt x="49" y="62"/>
                  <a:pt x="50" y="63"/>
                </a:cubicBezTo>
                <a:cubicBezTo>
                  <a:pt x="56" y="49"/>
                  <a:pt x="61" y="33"/>
                  <a:pt x="65" y="18"/>
                </a:cubicBezTo>
                <a:cubicBezTo>
                  <a:pt x="61" y="22"/>
                  <a:pt x="53" y="24"/>
                  <a:pt x="47" y="32"/>
                </a:cubicBezTo>
                <a:cubicBezTo>
                  <a:pt x="47" y="33"/>
                  <a:pt x="46" y="33"/>
                  <a:pt x="46" y="34"/>
                </a:cubicBezTo>
                <a:cubicBezTo>
                  <a:pt x="50" y="41"/>
                  <a:pt x="50" y="49"/>
                  <a:pt x="47" y="57"/>
                </a:cubicBezTo>
                <a:close/>
                <a:moveTo>
                  <a:pt x="28" y="63"/>
                </a:moveTo>
                <a:cubicBezTo>
                  <a:pt x="25" y="49"/>
                  <a:pt x="22" y="36"/>
                  <a:pt x="16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22" y="33"/>
                  <a:pt x="29" y="46"/>
                  <a:pt x="33" y="61"/>
                </a:cubicBezTo>
                <a:cubicBezTo>
                  <a:pt x="47" y="44"/>
                  <a:pt x="38" y="27"/>
                  <a:pt x="13" y="21"/>
                </a:cubicBezTo>
                <a:cubicBezTo>
                  <a:pt x="15" y="27"/>
                  <a:pt x="9" y="33"/>
                  <a:pt x="10" y="44"/>
                </a:cubicBezTo>
                <a:cubicBezTo>
                  <a:pt x="11" y="56"/>
                  <a:pt x="24" y="61"/>
                  <a:pt x="28" y="63"/>
                </a:cubicBezTo>
                <a:close/>
                <a:moveTo>
                  <a:pt x="55" y="64"/>
                </a:moveTo>
                <a:cubicBezTo>
                  <a:pt x="80" y="60"/>
                  <a:pt x="83" y="40"/>
                  <a:pt x="68" y="18"/>
                </a:cubicBezTo>
                <a:cubicBezTo>
                  <a:pt x="67" y="31"/>
                  <a:pt x="62" y="48"/>
                  <a:pt x="55" y="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350495" y="2997300"/>
            <a:ext cx="1019532" cy="101953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350495" y="4566808"/>
            <a:ext cx="1019532" cy="1019532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457955" y="141608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单击此处添加标题</a:t>
            </a:r>
            <a:endParaRPr lang="en-US" altLang="zh-CN" b="1" dirty="0">
              <a:solidFill>
                <a:srgbClr val="6B8A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457954" y="304617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单击此处添加标题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433288" y="456680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单击此处添加标题</a:t>
            </a:r>
            <a:endParaRPr lang="en-US" altLang="zh-CN" b="1" dirty="0">
              <a:solidFill>
                <a:srgbClr val="6B8A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474591" y="1776591"/>
            <a:ext cx="35633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  <a:endParaRPr lang="en-US" altLang="zh-CN" sz="14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57954" y="4936140"/>
            <a:ext cx="35633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  <a:endParaRPr lang="en-US" altLang="zh-CN" sz="14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474590" y="3437157"/>
            <a:ext cx="35633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  <a:endParaRPr lang="en-US" altLang="zh-CN" sz="14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Freeform 114"/>
          <p:cNvSpPr>
            <a:spLocks noEditPoints="1"/>
          </p:cNvSpPr>
          <p:nvPr/>
        </p:nvSpPr>
        <p:spPr bwMode="auto">
          <a:xfrm>
            <a:off x="6536191" y="1625655"/>
            <a:ext cx="453978" cy="627314"/>
          </a:xfrm>
          <a:custGeom>
            <a:avLst/>
            <a:gdLst>
              <a:gd name="T0" fmla="*/ 37 w 73"/>
              <a:gd name="T1" fmla="*/ 0 h 100"/>
              <a:gd name="T2" fmla="*/ 63 w 73"/>
              <a:gd name="T3" fmla="*/ 9 h 100"/>
              <a:gd name="T4" fmla="*/ 73 w 73"/>
              <a:gd name="T5" fmla="*/ 33 h 100"/>
              <a:gd name="T6" fmla="*/ 73 w 73"/>
              <a:gd name="T7" fmla="*/ 40 h 100"/>
              <a:gd name="T8" fmla="*/ 70 w 73"/>
              <a:gd name="T9" fmla="*/ 47 h 100"/>
              <a:gd name="T10" fmla="*/ 50 w 73"/>
              <a:gd name="T11" fmla="*/ 74 h 100"/>
              <a:gd name="T12" fmla="*/ 48 w 73"/>
              <a:gd name="T13" fmla="*/ 76 h 100"/>
              <a:gd name="T14" fmla="*/ 48 w 73"/>
              <a:gd name="T15" fmla="*/ 80 h 100"/>
              <a:gd name="T16" fmla="*/ 46 w 73"/>
              <a:gd name="T17" fmla="*/ 80 h 100"/>
              <a:gd name="T18" fmla="*/ 44 w 73"/>
              <a:gd name="T19" fmla="*/ 80 h 100"/>
              <a:gd name="T20" fmla="*/ 38 w 73"/>
              <a:gd name="T21" fmla="*/ 80 h 100"/>
              <a:gd name="T22" fmla="*/ 36 w 73"/>
              <a:gd name="T23" fmla="*/ 80 h 100"/>
              <a:gd name="T24" fmla="*/ 31 w 73"/>
              <a:gd name="T25" fmla="*/ 80 h 100"/>
              <a:gd name="T26" fmla="*/ 29 w 73"/>
              <a:gd name="T27" fmla="*/ 80 h 100"/>
              <a:gd name="T28" fmla="*/ 27 w 73"/>
              <a:gd name="T29" fmla="*/ 80 h 100"/>
              <a:gd name="T30" fmla="*/ 27 w 73"/>
              <a:gd name="T31" fmla="*/ 80 h 100"/>
              <a:gd name="T32" fmla="*/ 27 w 73"/>
              <a:gd name="T33" fmla="*/ 76 h 100"/>
              <a:gd name="T34" fmla="*/ 21 w 73"/>
              <a:gd name="T35" fmla="*/ 70 h 100"/>
              <a:gd name="T36" fmla="*/ 0 w 73"/>
              <a:gd name="T37" fmla="*/ 33 h 100"/>
              <a:gd name="T38" fmla="*/ 11 w 73"/>
              <a:gd name="T39" fmla="*/ 9 h 100"/>
              <a:gd name="T40" fmla="*/ 37 w 73"/>
              <a:gd name="T41" fmla="*/ 0 h 100"/>
              <a:gd name="T42" fmla="*/ 45 w 73"/>
              <a:gd name="T43" fmla="*/ 86 h 100"/>
              <a:gd name="T44" fmla="*/ 43 w 73"/>
              <a:gd name="T45" fmla="*/ 100 h 100"/>
              <a:gd name="T46" fmla="*/ 31 w 73"/>
              <a:gd name="T47" fmla="*/ 100 h 100"/>
              <a:gd name="T48" fmla="*/ 30 w 73"/>
              <a:gd name="T49" fmla="*/ 86 h 100"/>
              <a:gd name="T50" fmla="*/ 45 w 73"/>
              <a:gd name="T51" fmla="*/ 86 h 100"/>
              <a:gd name="T52" fmla="*/ 37 w 73"/>
              <a:gd name="T53" fmla="*/ 74 h 100"/>
              <a:gd name="T54" fmla="*/ 43 w 73"/>
              <a:gd name="T55" fmla="*/ 74 h 100"/>
              <a:gd name="T56" fmla="*/ 48 w 73"/>
              <a:gd name="T57" fmla="*/ 6 h 100"/>
              <a:gd name="T58" fmla="*/ 37 w 73"/>
              <a:gd name="T59" fmla="*/ 4 h 100"/>
              <a:gd name="T60" fmla="*/ 36 w 73"/>
              <a:gd name="T61" fmla="*/ 4 h 100"/>
              <a:gd name="T62" fmla="*/ 37 w 73"/>
              <a:gd name="T63" fmla="*/ 74 h 100"/>
              <a:gd name="T64" fmla="*/ 17 w 73"/>
              <a:gd name="T65" fmla="*/ 10 h 100"/>
              <a:gd name="T66" fmla="*/ 16 w 73"/>
              <a:gd name="T67" fmla="*/ 58 h 100"/>
              <a:gd name="T68" fmla="*/ 25 w 73"/>
              <a:gd name="T69" fmla="*/ 67 h 100"/>
              <a:gd name="T70" fmla="*/ 30 w 73"/>
              <a:gd name="T71" fmla="*/ 72 h 100"/>
              <a:gd name="T72" fmla="*/ 27 w 73"/>
              <a:gd name="T73" fmla="*/ 5 h 100"/>
              <a:gd name="T74" fmla="*/ 17 w 73"/>
              <a:gd name="T75" fmla="*/ 10 h 100"/>
              <a:gd name="T76" fmla="*/ 60 w 73"/>
              <a:gd name="T77" fmla="*/ 13 h 100"/>
              <a:gd name="T78" fmla="*/ 56 w 73"/>
              <a:gd name="T79" fmla="*/ 60 h 100"/>
              <a:gd name="T80" fmla="*/ 66 w 73"/>
              <a:gd name="T81" fmla="*/ 45 h 100"/>
              <a:gd name="T82" fmla="*/ 68 w 73"/>
              <a:gd name="T83" fmla="*/ 39 h 100"/>
              <a:gd name="T84" fmla="*/ 69 w 73"/>
              <a:gd name="T85" fmla="*/ 33 h 100"/>
              <a:gd name="T86" fmla="*/ 60 w 73"/>
              <a:gd name="T87" fmla="*/ 13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73" h="100">
                <a:moveTo>
                  <a:pt x="37" y="0"/>
                </a:moveTo>
                <a:cubicBezTo>
                  <a:pt x="47" y="0"/>
                  <a:pt x="56" y="3"/>
                  <a:pt x="63" y="9"/>
                </a:cubicBezTo>
                <a:cubicBezTo>
                  <a:pt x="69" y="15"/>
                  <a:pt x="73" y="24"/>
                  <a:pt x="73" y="33"/>
                </a:cubicBezTo>
                <a:cubicBezTo>
                  <a:pt x="73" y="36"/>
                  <a:pt x="73" y="38"/>
                  <a:pt x="73" y="40"/>
                </a:cubicBezTo>
                <a:cubicBezTo>
                  <a:pt x="72" y="43"/>
                  <a:pt x="71" y="45"/>
                  <a:pt x="70" y="47"/>
                </a:cubicBezTo>
                <a:cubicBezTo>
                  <a:pt x="68" y="53"/>
                  <a:pt x="56" y="67"/>
                  <a:pt x="50" y="74"/>
                </a:cubicBezTo>
                <a:cubicBezTo>
                  <a:pt x="49" y="75"/>
                  <a:pt x="48" y="75"/>
                  <a:pt x="48" y="76"/>
                </a:cubicBezTo>
                <a:cubicBezTo>
                  <a:pt x="48" y="80"/>
                  <a:pt x="48" y="80"/>
                  <a:pt x="48" y="80"/>
                </a:cubicBezTo>
                <a:cubicBezTo>
                  <a:pt x="46" y="80"/>
                  <a:pt x="46" y="80"/>
                  <a:pt x="46" y="80"/>
                </a:cubicBezTo>
                <a:cubicBezTo>
                  <a:pt x="44" y="80"/>
                  <a:pt x="44" y="80"/>
                  <a:pt x="44" y="80"/>
                </a:cubicBezTo>
                <a:cubicBezTo>
                  <a:pt x="38" y="80"/>
                  <a:pt x="38" y="80"/>
                  <a:pt x="38" y="80"/>
                </a:cubicBezTo>
                <a:cubicBezTo>
                  <a:pt x="36" y="80"/>
                  <a:pt x="36" y="80"/>
                  <a:pt x="36" y="80"/>
                </a:cubicBezTo>
                <a:cubicBezTo>
                  <a:pt x="31" y="80"/>
                  <a:pt x="31" y="80"/>
                  <a:pt x="31" y="80"/>
                </a:cubicBezTo>
                <a:cubicBezTo>
                  <a:pt x="29" y="80"/>
                  <a:pt x="29" y="80"/>
                  <a:pt x="29" y="80"/>
                </a:cubicBezTo>
                <a:cubicBezTo>
                  <a:pt x="27" y="80"/>
                  <a:pt x="27" y="80"/>
                  <a:pt x="27" y="80"/>
                </a:cubicBezTo>
                <a:cubicBezTo>
                  <a:pt x="27" y="80"/>
                  <a:pt x="27" y="80"/>
                  <a:pt x="27" y="80"/>
                </a:cubicBezTo>
                <a:cubicBezTo>
                  <a:pt x="27" y="76"/>
                  <a:pt x="27" y="76"/>
                  <a:pt x="27" y="76"/>
                </a:cubicBezTo>
                <a:cubicBezTo>
                  <a:pt x="25" y="74"/>
                  <a:pt x="23" y="72"/>
                  <a:pt x="21" y="70"/>
                </a:cubicBezTo>
                <a:cubicBezTo>
                  <a:pt x="11" y="60"/>
                  <a:pt x="0" y="48"/>
                  <a:pt x="0" y="33"/>
                </a:cubicBezTo>
                <a:cubicBezTo>
                  <a:pt x="0" y="24"/>
                  <a:pt x="4" y="15"/>
                  <a:pt x="11" y="9"/>
                </a:cubicBezTo>
                <a:cubicBezTo>
                  <a:pt x="18" y="3"/>
                  <a:pt x="27" y="0"/>
                  <a:pt x="37" y="0"/>
                </a:cubicBezTo>
                <a:close/>
                <a:moveTo>
                  <a:pt x="45" y="86"/>
                </a:moveTo>
                <a:cubicBezTo>
                  <a:pt x="43" y="100"/>
                  <a:pt x="43" y="100"/>
                  <a:pt x="43" y="100"/>
                </a:cubicBezTo>
                <a:cubicBezTo>
                  <a:pt x="31" y="100"/>
                  <a:pt x="31" y="100"/>
                  <a:pt x="31" y="100"/>
                </a:cubicBezTo>
                <a:cubicBezTo>
                  <a:pt x="30" y="86"/>
                  <a:pt x="30" y="86"/>
                  <a:pt x="30" y="86"/>
                </a:cubicBezTo>
                <a:cubicBezTo>
                  <a:pt x="45" y="86"/>
                  <a:pt x="45" y="86"/>
                  <a:pt x="45" y="86"/>
                </a:cubicBezTo>
                <a:close/>
                <a:moveTo>
                  <a:pt x="37" y="74"/>
                </a:moveTo>
                <a:cubicBezTo>
                  <a:pt x="43" y="74"/>
                  <a:pt x="43" y="74"/>
                  <a:pt x="43" y="74"/>
                </a:cubicBezTo>
                <a:cubicBezTo>
                  <a:pt x="49" y="49"/>
                  <a:pt x="54" y="27"/>
                  <a:pt x="48" y="6"/>
                </a:cubicBezTo>
                <a:cubicBezTo>
                  <a:pt x="44" y="5"/>
                  <a:pt x="41" y="4"/>
                  <a:pt x="37" y="4"/>
                </a:cubicBezTo>
                <a:cubicBezTo>
                  <a:pt x="37" y="4"/>
                  <a:pt x="36" y="4"/>
                  <a:pt x="36" y="4"/>
                </a:cubicBezTo>
                <a:cubicBezTo>
                  <a:pt x="34" y="27"/>
                  <a:pt x="36" y="51"/>
                  <a:pt x="37" y="74"/>
                </a:cubicBezTo>
                <a:close/>
                <a:moveTo>
                  <a:pt x="17" y="10"/>
                </a:moveTo>
                <a:cubicBezTo>
                  <a:pt x="5" y="25"/>
                  <a:pt x="6" y="41"/>
                  <a:pt x="16" y="58"/>
                </a:cubicBezTo>
                <a:cubicBezTo>
                  <a:pt x="19" y="61"/>
                  <a:pt x="22" y="64"/>
                  <a:pt x="25" y="67"/>
                </a:cubicBezTo>
                <a:cubicBezTo>
                  <a:pt x="26" y="69"/>
                  <a:pt x="28" y="70"/>
                  <a:pt x="30" y="72"/>
                </a:cubicBezTo>
                <a:cubicBezTo>
                  <a:pt x="24" y="52"/>
                  <a:pt x="13" y="25"/>
                  <a:pt x="27" y="5"/>
                </a:cubicBezTo>
                <a:cubicBezTo>
                  <a:pt x="23" y="6"/>
                  <a:pt x="20" y="8"/>
                  <a:pt x="17" y="10"/>
                </a:cubicBezTo>
                <a:close/>
                <a:moveTo>
                  <a:pt x="60" y="13"/>
                </a:moveTo>
                <a:cubicBezTo>
                  <a:pt x="66" y="27"/>
                  <a:pt x="63" y="45"/>
                  <a:pt x="56" y="60"/>
                </a:cubicBezTo>
                <a:cubicBezTo>
                  <a:pt x="60" y="54"/>
                  <a:pt x="65" y="49"/>
                  <a:pt x="66" y="45"/>
                </a:cubicBezTo>
                <a:cubicBezTo>
                  <a:pt x="67" y="43"/>
                  <a:pt x="67" y="41"/>
                  <a:pt x="68" y="39"/>
                </a:cubicBezTo>
                <a:cubicBezTo>
                  <a:pt x="68" y="37"/>
                  <a:pt x="69" y="35"/>
                  <a:pt x="69" y="33"/>
                </a:cubicBezTo>
                <a:cubicBezTo>
                  <a:pt x="69" y="25"/>
                  <a:pt x="65" y="18"/>
                  <a:pt x="60" y="13"/>
                </a:cubicBezTo>
                <a:close/>
              </a:path>
            </a:pathLst>
          </a:custGeom>
          <a:solidFill>
            <a:srgbClr val="6B8A84"/>
          </a:solidFill>
          <a:ln>
            <a:noFill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6253414" y="1416082"/>
            <a:ext cx="1019532" cy="1019532"/>
          </a:xfrm>
          <a:prstGeom prst="ellipse">
            <a:avLst/>
          </a:prstGeom>
          <a:noFill/>
          <a:ln>
            <a:solidFill>
              <a:srgbClr val="6B8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2" name="Freeform 178"/>
          <p:cNvSpPr>
            <a:spLocks noEditPoints="1"/>
          </p:cNvSpPr>
          <p:nvPr/>
        </p:nvSpPr>
        <p:spPr bwMode="auto">
          <a:xfrm>
            <a:off x="6590995" y="3295408"/>
            <a:ext cx="456179" cy="460233"/>
          </a:xfrm>
          <a:custGeom>
            <a:avLst/>
            <a:gdLst>
              <a:gd name="T0" fmla="*/ 49 w 99"/>
              <a:gd name="T1" fmla="*/ 0 h 100"/>
              <a:gd name="T2" fmla="*/ 99 w 99"/>
              <a:gd name="T3" fmla="*/ 50 h 100"/>
              <a:gd name="T4" fmla="*/ 49 w 99"/>
              <a:gd name="T5" fmla="*/ 100 h 100"/>
              <a:gd name="T6" fmla="*/ 0 w 99"/>
              <a:gd name="T7" fmla="*/ 50 h 100"/>
              <a:gd name="T8" fmla="*/ 49 w 99"/>
              <a:gd name="T9" fmla="*/ 0 h 100"/>
              <a:gd name="T10" fmla="*/ 45 w 99"/>
              <a:gd name="T11" fmla="*/ 15 h 100"/>
              <a:gd name="T12" fmla="*/ 45 w 99"/>
              <a:gd name="T13" fmla="*/ 44 h 100"/>
              <a:gd name="T14" fmla="*/ 54 w 99"/>
              <a:gd name="T15" fmla="*/ 44 h 100"/>
              <a:gd name="T16" fmla="*/ 54 w 99"/>
              <a:gd name="T17" fmla="*/ 15 h 100"/>
              <a:gd name="T18" fmla="*/ 45 w 99"/>
              <a:gd name="T19" fmla="*/ 15 h 100"/>
              <a:gd name="T20" fmla="*/ 67 w 99"/>
              <a:gd name="T21" fmla="*/ 24 h 100"/>
              <a:gd name="T22" fmla="*/ 61 w 99"/>
              <a:gd name="T23" fmla="*/ 32 h 100"/>
              <a:gd name="T24" fmla="*/ 64 w 99"/>
              <a:gd name="T25" fmla="*/ 35 h 100"/>
              <a:gd name="T26" fmla="*/ 70 w 99"/>
              <a:gd name="T27" fmla="*/ 50 h 100"/>
              <a:gd name="T28" fmla="*/ 64 w 99"/>
              <a:gd name="T29" fmla="*/ 65 h 100"/>
              <a:gd name="T30" fmla="*/ 49 w 99"/>
              <a:gd name="T31" fmla="*/ 71 h 100"/>
              <a:gd name="T32" fmla="*/ 35 w 99"/>
              <a:gd name="T33" fmla="*/ 65 h 100"/>
              <a:gd name="T34" fmla="*/ 28 w 99"/>
              <a:gd name="T35" fmla="*/ 50 h 100"/>
              <a:gd name="T36" fmla="*/ 35 w 99"/>
              <a:gd name="T37" fmla="*/ 35 h 100"/>
              <a:gd name="T38" fmla="*/ 37 w 99"/>
              <a:gd name="T39" fmla="*/ 32 h 100"/>
              <a:gd name="T40" fmla="*/ 31 w 99"/>
              <a:gd name="T41" fmla="*/ 24 h 100"/>
              <a:gd name="T42" fmla="*/ 27 w 99"/>
              <a:gd name="T43" fmla="*/ 28 h 100"/>
              <a:gd name="T44" fmla="*/ 18 w 99"/>
              <a:gd name="T45" fmla="*/ 50 h 100"/>
              <a:gd name="T46" fmla="*/ 27 w 99"/>
              <a:gd name="T47" fmla="*/ 72 h 100"/>
              <a:gd name="T48" fmla="*/ 49 w 99"/>
              <a:gd name="T49" fmla="*/ 81 h 100"/>
              <a:gd name="T50" fmla="*/ 72 w 99"/>
              <a:gd name="T51" fmla="*/ 72 h 100"/>
              <a:gd name="T52" fmla="*/ 81 w 99"/>
              <a:gd name="T53" fmla="*/ 50 h 100"/>
              <a:gd name="T54" fmla="*/ 72 w 99"/>
              <a:gd name="T55" fmla="*/ 28 h 100"/>
              <a:gd name="T56" fmla="*/ 67 w 99"/>
              <a:gd name="T57" fmla="*/ 24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99" h="100">
                <a:moveTo>
                  <a:pt x="49" y="0"/>
                </a:moveTo>
                <a:cubicBezTo>
                  <a:pt x="77" y="0"/>
                  <a:pt x="99" y="22"/>
                  <a:pt x="99" y="50"/>
                </a:cubicBezTo>
                <a:cubicBezTo>
                  <a:pt x="99" y="77"/>
                  <a:pt x="77" y="100"/>
                  <a:pt x="49" y="100"/>
                </a:cubicBezTo>
                <a:cubicBezTo>
                  <a:pt x="22" y="100"/>
                  <a:pt x="0" y="77"/>
                  <a:pt x="0" y="50"/>
                </a:cubicBezTo>
                <a:cubicBezTo>
                  <a:pt x="0" y="22"/>
                  <a:pt x="22" y="0"/>
                  <a:pt x="49" y="0"/>
                </a:cubicBezTo>
                <a:close/>
                <a:moveTo>
                  <a:pt x="45" y="15"/>
                </a:moveTo>
                <a:cubicBezTo>
                  <a:pt x="45" y="44"/>
                  <a:pt x="45" y="44"/>
                  <a:pt x="45" y="44"/>
                </a:cubicBezTo>
                <a:cubicBezTo>
                  <a:pt x="54" y="44"/>
                  <a:pt x="54" y="44"/>
                  <a:pt x="54" y="44"/>
                </a:cubicBezTo>
                <a:cubicBezTo>
                  <a:pt x="54" y="15"/>
                  <a:pt x="54" y="15"/>
                  <a:pt x="54" y="15"/>
                </a:cubicBezTo>
                <a:cubicBezTo>
                  <a:pt x="45" y="15"/>
                  <a:pt x="45" y="15"/>
                  <a:pt x="45" y="15"/>
                </a:cubicBezTo>
                <a:close/>
                <a:moveTo>
                  <a:pt x="67" y="24"/>
                </a:moveTo>
                <a:cubicBezTo>
                  <a:pt x="61" y="32"/>
                  <a:pt x="61" y="32"/>
                  <a:pt x="61" y="32"/>
                </a:cubicBezTo>
                <a:cubicBezTo>
                  <a:pt x="62" y="33"/>
                  <a:pt x="63" y="34"/>
                  <a:pt x="64" y="35"/>
                </a:cubicBezTo>
                <a:cubicBezTo>
                  <a:pt x="68" y="39"/>
                  <a:pt x="70" y="44"/>
                  <a:pt x="70" y="50"/>
                </a:cubicBezTo>
                <a:cubicBezTo>
                  <a:pt x="70" y="55"/>
                  <a:pt x="68" y="61"/>
                  <a:pt x="64" y="65"/>
                </a:cubicBezTo>
                <a:cubicBezTo>
                  <a:pt x="60" y="68"/>
                  <a:pt x="55" y="71"/>
                  <a:pt x="49" y="71"/>
                </a:cubicBezTo>
                <a:cubicBezTo>
                  <a:pt x="44" y="71"/>
                  <a:pt x="38" y="68"/>
                  <a:pt x="35" y="65"/>
                </a:cubicBezTo>
                <a:cubicBezTo>
                  <a:pt x="31" y="61"/>
                  <a:pt x="28" y="55"/>
                  <a:pt x="28" y="50"/>
                </a:cubicBezTo>
                <a:cubicBezTo>
                  <a:pt x="28" y="44"/>
                  <a:pt x="31" y="39"/>
                  <a:pt x="35" y="35"/>
                </a:cubicBezTo>
                <a:cubicBezTo>
                  <a:pt x="35" y="34"/>
                  <a:pt x="36" y="33"/>
                  <a:pt x="37" y="32"/>
                </a:cubicBezTo>
                <a:cubicBezTo>
                  <a:pt x="31" y="24"/>
                  <a:pt x="31" y="24"/>
                  <a:pt x="31" y="24"/>
                </a:cubicBezTo>
                <a:cubicBezTo>
                  <a:pt x="30" y="25"/>
                  <a:pt x="29" y="26"/>
                  <a:pt x="27" y="28"/>
                </a:cubicBezTo>
                <a:cubicBezTo>
                  <a:pt x="22" y="33"/>
                  <a:pt x="18" y="41"/>
                  <a:pt x="18" y="50"/>
                </a:cubicBezTo>
                <a:cubicBezTo>
                  <a:pt x="18" y="58"/>
                  <a:pt x="22" y="66"/>
                  <a:pt x="27" y="72"/>
                </a:cubicBezTo>
                <a:cubicBezTo>
                  <a:pt x="33" y="77"/>
                  <a:pt x="41" y="81"/>
                  <a:pt x="49" y="81"/>
                </a:cubicBezTo>
                <a:cubicBezTo>
                  <a:pt x="58" y="81"/>
                  <a:pt x="66" y="77"/>
                  <a:pt x="72" y="72"/>
                </a:cubicBezTo>
                <a:cubicBezTo>
                  <a:pt x="77" y="66"/>
                  <a:pt x="81" y="58"/>
                  <a:pt x="81" y="50"/>
                </a:cubicBezTo>
                <a:cubicBezTo>
                  <a:pt x="81" y="41"/>
                  <a:pt x="77" y="33"/>
                  <a:pt x="72" y="28"/>
                </a:cubicBezTo>
                <a:cubicBezTo>
                  <a:pt x="70" y="26"/>
                  <a:pt x="69" y="25"/>
                  <a:pt x="67" y="24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6288386" y="2991445"/>
            <a:ext cx="1019532" cy="101953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0" name="Freeform 122"/>
          <p:cNvSpPr>
            <a:spLocks noEditPoints="1"/>
          </p:cNvSpPr>
          <p:nvPr/>
        </p:nvSpPr>
        <p:spPr bwMode="auto">
          <a:xfrm>
            <a:off x="6563370" y="4809593"/>
            <a:ext cx="469565" cy="533962"/>
          </a:xfrm>
          <a:custGeom>
            <a:avLst/>
            <a:gdLst>
              <a:gd name="T0" fmla="*/ 13 w 77"/>
              <a:gd name="T1" fmla="*/ 8 h 87"/>
              <a:gd name="T2" fmla="*/ 38 w 77"/>
              <a:gd name="T3" fmla="*/ 1 h 87"/>
              <a:gd name="T4" fmla="*/ 59 w 77"/>
              <a:gd name="T5" fmla="*/ 14 h 87"/>
              <a:gd name="T6" fmla="*/ 66 w 77"/>
              <a:gd name="T7" fmla="*/ 38 h 87"/>
              <a:gd name="T8" fmla="*/ 58 w 77"/>
              <a:gd name="T9" fmla="*/ 56 h 87"/>
              <a:gd name="T10" fmla="*/ 64 w 77"/>
              <a:gd name="T11" fmla="*/ 59 h 87"/>
              <a:gd name="T12" fmla="*/ 74 w 77"/>
              <a:gd name="T13" fmla="*/ 73 h 87"/>
              <a:gd name="T14" fmla="*/ 73 w 77"/>
              <a:gd name="T15" fmla="*/ 84 h 87"/>
              <a:gd name="T16" fmla="*/ 73 w 77"/>
              <a:gd name="T17" fmla="*/ 84 h 87"/>
              <a:gd name="T18" fmla="*/ 62 w 77"/>
              <a:gd name="T19" fmla="*/ 83 h 87"/>
              <a:gd name="T20" fmla="*/ 51 w 77"/>
              <a:gd name="T21" fmla="*/ 69 h 87"/>
              <a:gd name="T22" fmla="*/ 49 w 77"/>
              <a:gd name="T23" fmla="*/ 63 h 87"/>
              <a:gd name="T24" fmla="*/ 30 w 77"/>
              <a:gd name="T25" fmla="*/ 67 h 87"/>
              <a:gd name="T26" fmla="*/ 8 w 77"/>
              <a:gd name="T27" fmla="*/ 54 h 87"/>
              <a:gd name="T28" fmla="*/ 1 w 77"/>
              <a:gd name="T29" fmla="*/ 30 h 87"/>
              <a:gd name="T30" fmla="*/ 13 w 77"/>
              <a:gd name="T31" fmla="*/ 8 h 87"/>
              <a:gd name="T32" fmla="*/ 21 w 77"/>
              <a:gd name="T33" fmla="*/ 33 h 87"/>
              <a:gd name="T34" fmla="*/ 21 w 77"/>
              <a:gd name="T35" fmla="*/ 40 h 87"/>
              <a:gd name="T36" fmla="*/ 47 w 77"/>
              <a:gd name="T37" fmla="*/ 40 h 87"/>
              <a:gd name="T38" fmla="*/ 47 w 77"/>
              <a:gd name="T39" fmla="*/ 33 h 87"/>
              <a:gd name="T40" fmla="*/ 21 w 77"/>
              <a:gd name="T41" fmla="*/ 33 h 87"/>
              <a:gd name="T42" fmla="*/ 18 w 77"/>
              <a:gd name="T43" fmla="*/ 36 h 87"/>
              <a:gd name="T44" fmla="*/ 43 w 77"/>
              <a:gd name="T45" fmla="*/ 19 h 87"/>
              <a:gd name="T46" fmla="*/ 18 w 77"/>
              <a:gd name="T47" fmla="*/ 36 h 87"/>
              <a:gd name="T48" fmla="*/ 36 w 77"/>
              <a:gd name="T49" fmla="*/ 12 h 87"/>
              <a:gd name="T50" fmla="*/ 20 w 77"/>
              <a:gd name="T51" fmla="*/ 17 h 87"/>
              <a:gd name="T52" fmla="*/ 12 w 77"/>
              <a:gd name="T53" fmla="*/ 31 h 87"/>
              <a:gd name="T54" fmla="*/ 16 w 77"/>
              <a:gd name="T55" fmla="*/ 48 h 87"/>
              <a:gd name="T56" fmla="*/ 31 w 77"/>
              <a:gd name="T57" fmla="*/ 56 h 87"/>
              <a:gd name="T58" fmla="*/ 47 w 77"/>
              <a:gd name="T59" fmla="*/ 51 h 87"/>
              <a:gd name="T60" fmla="*/ 55 w 77"/>
              <a:gd name="T61" fmla="*/ 37 h 87"/>
              <a:gd name="T62" fmla="*/ 51 w 77"/>
              <a:gd name="T63" fmla="*/ 21 h 87"/>
              <a:gd name="T64" fmla="*/ 36 w 77"/>
              <a:gd name="T65" fmla="*/ 12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7" h="87">
                <a:moveTo>
                  <a:pt x="13" y="8"/>
                </a:moveTo>
                <a:cubicBezTo>
                  <a:pt x="20" y="3"/>
                  <a:pt x="29" y="0"/>
                  <a:pt x="38" y="1"/>
                </a:cubicBezTo>
                <a:cubicBezTo>
                  <a:pt x="46" y="2"/>
                  <a:pt x="54" y="7"/>
                  <a:pt x="59" y="14"/>
                </a:cubicBezTo>
                <a:cubicBezTo>
                  <a:pt x="65" y="21"/>
                  <a:pt x="67" y="30"/>
                  <a:pt x="66" y="38"/>
                </a:cubicBezTo>
                <a:cubicBezTo>
                  <a:pt x="65" y="45"/>
                  <a:pt x="63" y="51"/>
                  <a:pt x="58" y="56"/>
                </a:cubicBezTo>
                <a:cubicBezTo>
                  <a:pt x="60" y="56"/>
                  <a:pt x="62" y="57"/>
                  <a:pt x="64" y="59"/>
                </a:cubicBezTo>
                <a:cubicBezTo>
                  <a:pt x="74" y="73"/>
                  <a:pt x="74" y="73"/>
                  <a:pt x="74" y="73"/>
                </a:cubicBezTo>
                <a:cubicBezTo>
                  <a:pt x="77" y="76"/>
                  <a:pt x="76" y="81"/>
                  <a:pt x="73" y="84"/>
                </a:cubicBezTo>
                <a:cubicBezTo>
                  <a:pt x="73" y="84"/>
                  <a:pt x="73" y="84"/>
                  <a:pt x="73" y="84"/>
                </a:cubicBezTo>
                <a:cubicBezTo>
                  <a:pt x="69" y="87"/>
                  <a:pt x="64" y="86"/>
                  <a:pt x="62" y="83"/>
                </a:cubicBezTo>
                <a:cubicBezTo>
                  <a:pt x="51" y="69"/>
                  <a:pt x="51" y="69"/>
                  <a:pt x="51" y="69"/>
                </a:cubicBezTo>
                <a:cubicBezTo>
                  <a:pt x="50" y="67"/>
                  <a:pt x="49" y="65"/>
                  <a:pt x="49" y="63"/>
                </a:cubicBezTo>
                <a:cubicBezTo>
                  <a:pt x="43" y="66"/>
                  <a:pt x="36" y="68"/>
                  <a:pt x="30" y="67"/>
                </a:cubicBezTo>
                <a:cubicBezTo>
                  <a:pt x="21" y="66"/>
                  <a:pt x="13" y="62"/>
                  <a:pt x="8" y="54"/>
                </a:cubicBezTo>
                <a:cubicBezTo>
                  <a:pt x="2" y="47"/>
                  <a:pt x="0" y="38"/>
                  <a:pt x="1" y="30"/>
                </a:cubicBezTo>
                <a:cubicBezTo>
                  <a:pt x="2" y="22"/>
                  <a:pt x="6" y="14"/>
                  <a:pt x="13" y="8"/>
                </a:cubicBezTo>
                <a:close/>
                <a:moveTo>
                  <a:pt x="21" y="33"/>
                </a:moveTo>
                <a:cubicBezTo>
                  <a:pt x="21" y="40"/>
                  <a:pt x="21" y="40"/>
                  <a:pt x="21" y="40"/>
                </a:cubicBezTo>
                <a:cubicBezTo>
                  <a:pt x="47" y="40"/>
                  <a:pt x="47" y="40"/>
                  <a:pt x="47" y="40"/>
                </a:cubicBezTo>
                <a:cubicBezTo>
                  <a:pt x="47" y="33"/>
                  <a:pt x="47" y="33"/>
                  <a:pt x="47" y="33"/>
                </a:cubicBezTo>
                <a:cubicBezTo>
                  <a:pt x="21" y="33"/>
                  <a:pt x="21" y="33"/>
                  <a:pt x="21" y="33"/>
                </a:cubicBezTo>
                <a:close/>
                <a:moveTo>
                  <a:pt x="18" y="36"/>
                </a:moveTo>
                <a:cubicBezTo>
                  <a:pt x="22" y="26"/>
                  <a:pt x="31" y="21"/>
                  <a:pt x="43" y="19"/>
                </a:cubicBezTo>
                <a:cubicBezTo>
                  <a:pt x="31" y="12"/>
                  <a:pt x="16" y="23"/>
                  <a:pt x="18" y="36"/>
                </a:cubicBezTo>
                <a:close/>
                <a:moveTo>
                  <a:pt x="36" y="12"/>
                </a:moveTo>
                <a:cubicBezTo>
                  <a:pt x="31" y="12"/>
                  <a:pt x="25" y="13"/>
                  <a:pt x="20" y="17"/>
                </a:cubicBezTo>
                <a:cubicBezTo>
                  <a:pt x="15" y="21"/>
                  <a:pt x="13" y="26"/>
                  <a:pt x="12" y="31"/>
                </a:cubicBezTo>
                <a:cubicBezTo>
                  <a:pt x="11" y="37"/>
                  <a:pt x="13" y="43"/>
                  <a:pt x="16" y="48"/>
                </a:cubicBezTo>
                <a:cubicBezTo>
                  <a:pt x="20" y="52"/>
                  <a:pt x="25" y="55"/>
                  <a:pt x="31" y="56"/>
                </a:cubicBezTo>
                <a:cubicBezTo>
                  <a:pt x="36" y="56"/>
                  <a:pt x="42" y="55"/>
                  <a:pt x="47" y="51"/>
                </a:cubicBezTo>
                <a:cubicBezTo>
                  <a:pt x="52" y="48"/>
                  <a:pt x="55" y="42"/>
                  <a:pt x="55" y="37"/>
                </a:cubicBezTo>
                <a:cubicBezTo>
                  <a:pt x="56" y="31"/>
                  <a:pt x="54" y="25"/>
                  <a:pt x="51" y="21"/>
                </a:cubicBezTo>
                <a:cubicBezTo>
                  <a:pt x="47" y="16"/>
                  <a:pt x="42" y="13"/>
                  <a:pt x="36" y="12"/>
                </a:cubicBezTo>
                <a:close/>
              </a:path>
            </a:pathLst>
          </a:custGeom>
          <a:solidFill>
            <a:srgbClr val="6B8A84"/>
          </a:solidFill>
          <a:ln w="9525">
            <a:noFill/>
            <a:round/>
            <a:headEnd/>
            <a:tailEnd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6288386" y="4566808"/>
            <a:ext cx="1019532" cy="1019532"/>
          </a:xfrm>
          <a:prstGeom prst="ellipse">
            <a:avLst/>
          </a:prstGeom>
          <a:noFill/>
          <a:ln>
            <a:solidFill>
              <a:srgbClr val="6B8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475868" y="142954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单击此处添加标题</a:t>
            </a:r>
            <a:endParaRPr lang="en-US" altLang="zh-CN" b="1" dirty="0">
              <a:solidFill>
                <a:srgbClr val="6B8A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475868" y="306782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单击此处添加标题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475869" y="453928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单击此处添加标题</a:t>
            </a:r>
            <a:endParaRPr lang="en-US" altLang="zh-CN" b="1" dirty="0">
              <a:solidFill>
                <a:srgbClr val="6B8A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475868" y="1750572"/>
            <a:ext cx="35633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  <a:endParaRPr lang="en-US" altLang="zh-CN" sz="14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530674" y="3437157"/>
            <a:ext cx="35633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  <a:endParaRPr lang="en-US" altLang="zh-CN" sz="14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530674" y="4933411"/>
            <a:ext cx="35633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  <a:endParaRPr lang="en-US" altLang="zh-CN" sz="14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Freeform 199"/>
          <p:cNvSpPr>
            <a:spLocks noEditPoints="1"/>
          </p:cNvSpPr>
          <p:nvPr/>
        </p:nvSpPr>
        <p:spPr bwMode="auto">
          <a:xfrm>
            <a:off x="1546134" y="3252637"/>
            <a:ext cx="628254" cy="508859"/>
          </a:xfrm>
          <a:custGeom>
            <a:avLst/>
            <a:gdLst>
              <a:gd name="T0" fmla="*/ 76 w 97"/>
              <a:gd name="T1" fmla="*/ 7 h 79"/>
              <a:gd name="T2" fmla="*/ 63 w 97"/>
              <a:gd name="T3" fmla="*/ 57 h 79"/>
              <a:gd name="T4" fmla="*/ 13 w 97"/>
              <a:gd name="T5" fmla="*/ 45 h 79"/>
              <a:gd name="T6" fmla="*/ 76 w 97"/>
              <a:gd name="T7" fmla="*/ 7 h 79"/>
              <a:gd name="T8" fmla="*/ 88 w 97"/>
              <a:gd name="T9" fmla="*/ 0 h 79"/>
              <a:gd name="T10" fmla="*/ 80 w 97"/>
              <a:gd name="T11" fmla="*/ 5 h 79"/>
              <a:gd name="T12" fmla="*/ 84 w 97"/>
              <a:gd name="T13" fmla="*/ 36 h 79"/>
              <a:gd name="T14" fmla="*/ 65 w 97"/>
              <a:gd name="T15" fmla="*/ 62 h 79"/>
              <a:gd name="T16" fmla="*/ 33 w 97"/>
              <a:gd name="T17" fmla="*/ 67 h 79"/>
              <a:gd name="T18" fmla="*/ 8 w 97"/>
              <a:gd name="T19" fmla="*/ 48 h 79"/>
              <a:gd name="T20" fmla="*/ 0 w 97"/>
              <a:gd name="T21" fmla="*/ 53 h 79"/>
              <a:gd name="T22" fmla="*/ 31 w 97"/>
              <a:gd name="T23" fmla="*/ 76 h 79"/>
              <a:gd name="T24" fmla="*/ 70 w 97"/>
              <a:gd name="T25" fmla="*/ 70 h 79"/>
              <a:gd name="T26" fmla="*/ 93 w 97"/>
              <a:gd name="T27" fmla="*/ 39 h 79"/>
              <a:gd name="T28" fmla="*/ 88 w 97"/>
              <a:gd name="T29" fmla="*/ 0 h 79"/>
              <a:gd name="T30" fmla="*/ 31 w 97"/>
              <a:gd name="T31" fmla="*/ 41 h 79"/>
              <a:gd name="T32" fmla="*/ 26 w 97"/>
              <a:gd name="T33" fmla="*/ 52 h 79"/>
              <a:gd name="T34" fmla="*/ 31 w 97"/>
              <a:gd name="T35" fmla="*/ 41 h 79"/>
              <a:gd name="T36" fmla="*/ 61 w 97"/>
              <a:gd name="T37" fmla="*/ 33 h 79"/>
              <a:gd name="T38" fmla="*/ 72 w 97"/>
              <a:gd name="T39" fmla="*/ 36 h 79"/>
              <a:gd name="T40" fmla="*/ 61 w 97"/>
              <a:gd name="T41" fmla="*/ 33 h 79"/>
              <a:gd name="T42" fmla="*/ 64 w 97"/>
              <a:gd name="T43" fmla="*/ 20 h 79"/>
              <a:gd name="T44" fmla="*/ 76 w 97"/>
              <a:gd name="T45" fmla="*/ 21 h 79"/>
              <a:gd name="T46" fmla="*/ 64 w 97"/>
              <a:gd name="T47" fmla="*/ 20 h 79"/>
              <a:gd name="T48" fmla="*/ 54 w 97"/>
              <a:gd name="T49" fmla="*/ 41 h 79"/>
              <a:gd name="T50" fmla="*/ 59 w 97"/>
              <a:gd name="T51" fmla="*/ 52 h 79"/>
              <a:gd name="T52" fmla="*/ 54 w 97"/>
              <a:gd name="T53" fmla="*/ 41 h 79"/>
              <a:gd name="T54" fmla="*/ 43 w 97"/>
              <a:gd name="T55" fmla="*/ 44 h 79"/>
              <a:gd name="T56" fmla="*/ 41 w 97"/>
              <a:gd name="T57" fmla="*/ 55 h 79"/>
              <a:gd name="T58" fmla="*/ 43 w 97"/>
              <a:gd name="T59" fmla="*/ 44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97" h="79">
                <a:moveTo>
                  <a:pt x="76" y="7"/>
                </a:moveTo>
                <a:cubicBezTo>
                  <a:pt x="86" y="24"/>
                  <a:pt x="80" y="47"/>
                  <a:pt x="63" y="57"/>
                </a:cubicBezTo>
                <a:cubicBezTo>
                  <a:pt x="46" y="68"/>
                  <a:pt x="23" y="62"/>
                  <a:pt x="13" y="45"/>
                </a:cubicBezTo>
                <a:cubicBezTo>
                  <a:pt x="76" y="7"/>
                  <a:pt x="76" y="7"/>
                  <a:pt x="76" y="7"/>
                </a:cubicBezTo>
                <a:close/>
                <a:moveTo>
                  <a:pt x="88" y="0"/>
                </a:moveTo>
                <a:cubicBezTo>
                  <a:pt x="80" y="5"/>
                  <a:pt x="80" y="5"/>
                  <a:pt x="80" y="5"/>
                </a:cubicBezTo>
                <a:cubicBezTo>
                  <a:pt x="86" y="15"/>
                  <a:pt x="87" y="26"/>
                  <a:pt x="84" y="36"/>
                </a:cubicBezTo>
                <a:cubicBezTo>
                  <a:pt x="82" y="47"/>
                  <a:pt x="75" y="56"/>
                  <a:pt x="65" y="62"/>
                </a:cubicBezTo>
                <a:cubicBezTo>
                  <a:pt x="55" y="68"/>
                  <a:pt x="44" y="70"/>
                  <a:pt x="33" y="67"/>
                </a:cubicBezTo>
                <a:cubicBezTo>
                  <a:pt x="23" y="65"/>
                  <a:pt x="14" y="58"/>
                  <a:pt x="8" y="48"/>
                </a:cubicBezTo>
                <a:cubicBezTo>
                  <a:pt x="0" y="53"/>
                  <a:pt x="0" y="53"/>
                  <a:pt x="0" y="53"/>
                </a:cubicBezTo>
                <a:cubicBezTo>
                  <a:pt x="7" y="65"/>
                  <a:pt x="18" y="73"/>
                  <a:pt x="31" y="76"/>
                </a:cubicBezTo>
                <a:cubicBezTo>
                  <a:pt x="44" y="79"/>
                  <a:pt x="58" y="78"/>
                  <a:pt x="70" y="70"/>
                </a:cubicBezTo>
                <a:cubicBezTo>
                  <a:pt x="82" y="63"/>
                  <a:pt x="90" y="51"/>
                  <a:pt x="93" y="39"/>
                </a:cubicBezTo>
                <a:cubicBezTo>
                  <a:pt x="97" y="26"/>
                  <a:pt x="95" y="12"/>
                  <a:pt x="88" y="0"/>
                </a:cubicBezTo>
                <a:close/>
                <a:moveTo>
                  <a:pt x="31" y="41"/>
                </a:moveTo>
                <a:cubicBezTo>
                  <a:pt x="31" y="41"/>
                  <a:pt x="19" y="48"/>
                  <a:pt x="26" y="52"/>
                </a:cubicBezTo>
                <a:cubicBezTo>
                  <a:pt x="33" y="55"/>
                  <a:pt x="31" y="41"/>
                  <a:pt x="31" y="41"/>
                </a:cubicBezTo>
                <a:close/>
                <a:moveTo>
                  <a:pt x="61" y="33"/>
                </a:moveTo>
                <a:cubicBezTo>
                  <a:pt x="60" y="33"/>
                  <a:pt x="69" y="44"/>
                  <a:pt x="72" y="36"/>
                </a:cubicBezTo>
                <a:cubicBezTo>
                  <a:pt x="74" y="29"/>
                  <a:pt x="61" y="33"/>
                  <a:pt x="61" y="33"/>
                </a:cubicBezTo>
                <a:close/>
                <a:moveTo>
                  <a:pt x="64" y="20"/>
                </a:moveTo>
                <a:cubicBezTo>
                  <a:pt x="64" y="21"/>
                  <a:pt x="75" y="29"/>
                  <a:pt x="76" y="21"/>
                </a:cubicBezTo>
                <a:cubicBezTo>
                  <a:pt x="76" y="13"/>
                  <a:pt x="64" y="20"/>
                  <a:pt x="64" y="20"/>
                </a:cubicBezTo>
                <a:close/>
                <a:moveTo>
                  <a:pt x="54" y="41"/>
                </a:moveTo>
                <a:cubicBezTo>
                  <a:pt x="54" y="41"/>
                  <a:pt x="52" y="55"/>
                  <a:pt x="59" y="52"/>
                </a:cubicBezTo>
                <a:cubicBezTo>
                  <a:pt x="66" y="49"/>
                  <a:pt x="55" y="41"/>
                  <a:pt x="54" y="41"/>
                </a:cubicBezTo>
                <a:close/>
                <a:moveTo>
                  <a:pt x="43" y="44"/>
                </a:moveTo>
                <a:cubicBezTo>
                  <a:pt x="43" y="44"/>
                  <a:pt x="34" y="54"/>
                  <a:pt x="41" y="55"/>
                </a:cubicBezTo>
                <a:cubicBezTo>
                  <a:pt x="49" y="56"/>
                  <a:pt x="44" y="44"/>
                  <a:pt x="43" y="44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</a:endParaRPr>
          </a:p>
        </p:txBody>
      </p:sp>
      <p:sp>
        <p:nvSpPr>
          <p:cNvPr id="34" name="Freeform 156"/>
          <p:cNvSpPr>
            <a:spLocks noEditPoints="1"/>
          </p:cNvSpPr>
          <p:nvPr/>
        </p:nvSpPr>
        <p:spPr bwMode="auto">
          <a:xfrm>
            <a:off x="1598542" y="4802869"/>
            <a:ext cx="547410" cy="547410"/>
          </a:xfrm>
          <a:custGeom>
            <a:avLst/>
            <a:gdLst>
              <a:gd name="T0" fmla="*/ 49 w 98"/>
              <a:gd name="T1" fmla="*/ 0 h 98"/>
              <a:gd name="T2" fmla="*/ 83 w 98"/>
              <a:gd name="T3" fmla="*/ 15 h 98"/>
              <a:gd name="T4" fmla="*/ 98 w 98"/>
              <a:gd name="T5" fmla="*/ 49 h 98"/>
              <a:gd name="T6" fmla="*/ 83 w 98"/>
              <a:gd name="T7" fmla="*/ 83 h 98"/>
              <a:gd name="T8" fmla="*/ 49 w 98"/>
              <a:gd name="T9" fmla="*/ 98 h 98"/>
              <a:gd name="T10" fmla="*/ 15 w 98"/>
              <a:gd name="T11" fmla="*/ 83 h 98"/>
              <a:gd name="T12" fmla="*/ 0 w 98"/>
              <a:gd name="T13" fmla="*/ 49 h 98"/>
              <a:gd name="T14" fmla="*/ 15 w 98"/>
              <a:gd name="T15" fmla="*/ 15 h 98"/>
              <a:gd name="T16" fmla="*/ 49 w 98"/>
              <a:gd name="T17" fmla="*/ 0 h 98"/>
              <a:gd name="T18" fmla="*/ 55 w 98"/>
              <a:gd name="T19" fmla="*/ 47 h 98"/>
              <a:gd name="T20" fmla="*/ 54 w 98"/>
              <a:gd name="T21" fmla="*/ 45 h 98"/>
              <a:gd name="T22" fmla="*/ 69 w 98"/>
              <a:gd name="T23" fmla="*/ 24 h 98"/>
              <a:gd name="T24" fmla="*/ 65 w 98"/>
              <a:gd name="T25" fmla="*/ 22 h 98"/>
              <a:gd name="T26" fmla="*/ 50 w 98"/>
              <a:gd name="T27" fmla="*/ 43 h 98"/>
              <a:gd name="T28" fmla="*/ 46 w 98"/>
              <a:gd name="T29" fmla="*/ 44 h 98"/>
              <a:gd name="T30" fmla="*/ 42 w 98"/>
              <a:gd name="T31" fmla="*/ 53 h 98"/>
              <a:gd name="T32" fmla="*/ 51 w 98"/>
              <a:gd name="T33" fmla="*/ 57 h 98"/>
              <a:gd name="T34" fmla="*/ 53 w 98"/>
              <a:gd name="T35" fmla="*/ 56 h 98"/>
              <a:gd name="T36" fmla="*/ 70 w 98"/>
              <a:gd name="T37" fmla="*/ 61 h 98"/>
              <a:gd name="T38" fmla="*/ 71 w 98"/>
              <a:gd name="T39" fmla="*/ 57 h 98"/>
              <a:gd name="T40" fmla="*/ 56 w 98"/>
              <a:gd name="T41" fmla="*/ 50 h 98"/>
              <a:gd name="T42" fmla="*/ 55 w 98"/>
              <a:gd name="T43" fmla="*/ 47 h 98"/>
              <a:gd name="T44" fmla="*/ 74 w 98"/>
              <a:gd name="T45" fmla="*/ 24 h 98"/>
              <a:gd name="T46" fmla="*/ 49 w 98"/>
              <a:gd name="T47" fmla="*/ 14 h 98"/>
              <a:gd name="T48" fmla="*/ 24 w 98"/>
              <a:gd name="T49" fmla="*/ 24 h 98"/>
              <a:gd name="T50" fmla="*/ 13 w 98"/>
              <a:gd name="T51" fmla="*/ 49 h 98"/>
              <a:gd name="T52" fmla="*/ 24 w 98"/>
              <a:gd name="T53" fmla="*/ 74 h 98"/>
              <a:gd name="T54" fmla="*/ 49 w 98"/>
              <a:gd name="T55" fmla="*/ 85 h 98"/>
              <a:gd name="T56" fmla="*/ 74 w 98"/>
              <a:gd name="T57" fmla="*/ 74 h 98"/>
              <a:gd name="T58" fmla="*/ 84 w 98"/>
              <a:gd name="T59" fmla="*/ 49 h 98"/>
              <a:gd name="T60" fmla="*/ 74 w 98"/>
              <a:gd name="T61" fmla="*/ 24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98" h="98">
                <a:moveTo>
                  <a:pt x="49" y="0"/>
                </a:moveTo>
                <a:cubicBezTo>
                  <a:pt x="62" y="0"/>
                  <a:pt x="75" y="6"/>
                  <a:pt x="83" y="15"/>
                </a:cubicBezTo>
                <a:cubicBezTo>
                  <a:pt x="92" y="23"/>
                  <a:pt x="98" y="36"/>
                  <a:pt x="98" y="49"/>
                </a:cubicBezTo>
                <a:cubicBezTo>
                  <a:pt x="98" y="62"/>
                  <a:pt x="92" y="75"/>
                  <a:pt x="83" y="83"/>
                </a:cubicBezTo>
                <a:cubicBezTo>
                  <a:pt x="75" y="92"/>
                  <a:pt x="62" y="98"/>
                  <a:pt x="49" y="98"/>
                </a:cubicBezTo>
                <a:cubicBezTo>
                  <a:pt x="36" y="98"/>
                  <a:pt x="23" y="92"/>
                  <a:pt x="15" y="83"/>
                </a:cubicBezTo>
                <a:cubicBezTo>
                  <a:pt x="6" y="75"/>
                  <a:pt x="0" y="62"/>
                  <a:pt x="0" y="49"/>
                </a:cubicBezTo>
                <a:cubicBezTo>
                  <a:pt x="0" y="36"/>
                  <a:pt x="6" y="23"/>
                  <a:pt x="15" y="15"/>
                </a:cubicBezTo>
                <a:cubicBezTo>
                  <a:pt x="23" y="6"/>
                  <a:pt x="36" y="0"/>
                  <a:pt x="49" y="0"/>
                </a:cubicBezTo>
                <a:close/>
                <a:moveTo>
                  <a:pt x="55" y="47"/>
                </a:moveTo>
                <a:cubicBezTo>
                  <a:pt x="55" y="46"/>
                  <a:pt x="54" y="46"/>
                  <a:pt x="54" y="45"/>
                </a:cubicBezTo>
                <a:cubicBezTo>
                  <a:pt x="59" y="39"/>
                  <a:pt x="64" y="32"/>
                  <a:pt x="69" y="24"/>
                </a:cubicBezTo>
                <a:cubicBezTo>
                  <a:pt x="68" y="23"/>
                  <a:pt x="67" y="22"/>
                  <a:pt x="65" y="22"/>
                </a:cubicBezTo>
                <a:cubicBezTo>
                  <a:pt x="59" y="28"/>
                  <a:pt x="54" y="35"/>
                  <a:pt x="50" y="43"/>
                </a:cubicBezTo>
                <a:cubicBezTo>
                  <a:pt x="49" y="43"/>
                  <a:pt x="47" y="43"/>
                  <a:pt x="46" y="44"/>
                </a:cubicBezTo>
                <a:cubicBezTo>
                  <a:pt x="42" y="45"/>
                  <a:pt x="41" y="49"/>
                  <a:pt x="42" y="53"/>
                </a:cubicBezTo>
                <a:cubicBezTo>
                  <a:pt x="44" y="56"/>
                  <a:pt x="48" y="58"/>
                  <a:pt x="51" y="57"/>
                </a:cubicBezTo>
                <a:cubicBezTo>
                  <a:pt x="52" y="56"/>
                  <a:pt x="52" y="56"/>
                  <a:pt x="53" y="56"/>
                </a:cubicBezTo>
                <a:cubicBezTo>
                  <a:pt x="58" y="58"/>
                  <a:pt x="64" y="60"/>
                  <a:pt x="70" y="61"/>
                </a:cubicBezTo>
                <a:cubicBezTo>
                  <a:pt x="70" y="60"/>
                  <a:pt x="71" y="58"/>
                  <a:pt x="71" y="57"/>
                </a:cubicBezTo>
                <a:cubicBezTo>
                  <a:pt x="66" y="54"/>
                  <a:pt x="61" y="52"/>
                  <a:pt x="56" y="50"/>
                </a:cubicBezTo>
                <a:cubicBezTo>
                  <a:pt x="56" y="49"/>
                  <a:pt x="56" y="48"/>
                  <a:pt x="55" y="47"/>
                </a:cubicBezTo>
                <a:close/>
                <a:moveTo>
                  <a:pt x="74" y="24"/>
                </a:moveTo>
                <a:cubicBezTo>
                  <a:pt x="68" y="18"/>
                  <a:pt x="59" y="14"/>
                  <a:pt x="49" y="14"/>
                </a:cubicBezTo>
                <a:cubicBezTo>
                  <a:pt x="39" y="14"/>
                  <a:pt x="30" y="18"/>
                  <a:pt x="24" y="24"/>
                </a:cubicBezTo>
                <a:cubicBezTo>
                  <a:pt x="17" y="30"/>
                  <a:pt x="13" y="39"/>
                  <a:pt x="13" y="49"/>
                </a:cubicBezTo>
                <a:cubicBezTo>
                  <a:pt x="13" y="59"/>
                  <a:pt x="17" y="68"/>
                  <a:pt x="24" y="74"/>
                </a:cubicBezTo>
                <a:cubicBezTo>
                  <a:pt x="30" y="81"/>
                  <a:pt x="39" y="85"/>
                  <a:pt x="49" y="85"/>
                </a:cubicBezTo>
                <a:cubicBezTo>
                  <a:pt x="59" y="85"/>
                  <a:pt x="68" y="81"/>
                  <a:pt x="74" y="74"/>
                </a:cubicBezTo>
                <a:cubicBezTo>
                  <a:pt x="80" y="68"/>
                  <a:pt x="84" y="59"/>
                  <a:pt x="84" y="49"/>
                </a:cubicBezTo>
                <a:cubicBezTo>
                  <a:pt x="84" y="39"/>
                  <a:pt x="80" y="30"/>
                  <a:pt x="74" y="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0" y="404078"/>
            <a:ext cx="2872341" cy="461665"/>
            <a:chOff x="0" y="91440"/>
            <a:chExt cx="3829788" cy="615554"/>
          </a:xfrm>
        </p:grpSpPr>
        <p:sp>
          <p:nvSpPr>
            <p:cNvPr id="32" name="文本框 31"/>
            <p:cNvSpPr txBox="1"/>
            <p:nvPr/>
          </p:nvSpPr>
          <p:spPr>
            <a:xfrm>
              <a:off x="454152" y="91440"/>
              <a:ext cx="3375636" cy="615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论文综述</a:t>
              </a: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846" y="261749"/>
            <a:ext cx="23717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72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0"/>
            <a:ext cx="12221090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771365" y="2500312"/>
            <a:ext cx="6737197" cy="1828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2662237" y="2547937"/>
            <a:ext cx="1762125" cy="1762125"/>
          </a:xfrm>
          <a:prstGeom prst="ellipse">
            <a:avLst/>
          </a:prstGeom>
          <a:solidFill>
            <a:srgbClr val="6B8A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3543299" y="2604968"/>
            <a:ext cx="6153151" cy="1586507"/>
            <a:chOff x="1230223" y="4584832"/>
            <a:chExt cx="2133600" cy="1586507"/>
          </a:xfrm>
        </p:grpSpPr>
        <p:sp>
          <p:nvSpPr>
            <p:cNvPr id="32" name="文本框 31"/>
            <p:cNvSpPr txBox="1"/>
            <p:nvPr/>
          </p:nvSpPr>
          <p:spPr>
            <a:xfrm>
              <a:off x="1523744" y="4584832"/>
              <a:ext cx="133851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第三章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230223" y="5401898"/>
              <a:ext cx="21336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研究过程及方法</a:t>
              </a: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4629150" y="3429000"/>
            <a:ext cx="4014788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34"/>
          <p:cNvSpPr>
            <a:spLocks noEditPoints="1"/>
          </p:cNvSpPr>
          <p:nvPr/>
        </p:nvSpPr>
        <p:spPr bwMode="auto">
          <a:xfrm>
            <a:off x="3088230" y="3014702"/>
            <a:ext cx="910138" cy="828595"/>
          </a:xfrm>
          <a:custGeom>
            <a:avLst/>
            <a:gdLst>
              <a:gd name="T0" fmla="*/ 23 w 124"/>
              <a:gd name="T1" fmla="*/ 38 h 113"/>
              <a:gd name="T2" fmla="*/ 0 w 124"/>
              <a:gd name="T3" fmla="*/ 66 h 113"/>
              <a:gd name="T4" fmla="*/ 47 w 124"/>
              <a:gd name="T5" fmla="*/ 98 h 113"/>
              <a:gd name="T6" fmla="*/ 61 w 124"/>
              <a:gd name="T7" fmla="*/ 96 h 113"/>
              <a:gd name="T8" fmla="*/ 78 w 124"/>
              <a:gd name="T9" fmla="*/ 113 h 113"/>
              <a:gd name="T10" fmla="*/ 74 w 124"/>
              <a:gd name="T11" fmla="*/ 92 h 113"/>
              <a:gd name="T12" fmla="*/ 93 w 124"/>
              <a:gd name="T13" fmla="*/ 71 h 113"/>
              <a:gd name="T14" fmla="*/ 74 w 124"/>
              <a:gd name="T15" fmla="*/ 74 h 113"/>
              <a:gd name="T16" fmla="*/ 61 w 124"/>
              <a:gd name="T17" fmla="*/ 73 h 113"/>
              <a:gd name="T18" fmla="*/ 43 w 124"/>
              <a:gd name="T19" fmla="*/ 85 h 113"/>
              <a:gd name="T20" fmla="*/ 43 w 124"/>
              <a:gd name="T21" fmla="*/ 66 h 113"/>
              <a:gd name="T22" fmla="*/ 23 w 124"/>
              <a:gd name="T23" fmla="*/ 38 h 113"/>
              <a:gd name="T24" fmla="*/ 77 w 124"/>
              <a:gd name="T25" fmla="*/ 0 h 113"/>
              <a:gd name="T26" fmla="*/ 30 w 124"/>
              <a:gd name="T27" fmla="*/ 33 h 113"/>
              <a:gd name="T28" fmla="*/ 50 w 124"/>
              <a:gd name="T29" fmla="*/ 59 h 113"/>
              <a:gd name="T30" fmla="*/ 50 w 124"/>
              <a:gd name="T31" fmla="*/ 72 h 113"/>
              <a:gd name="T32" fmla="*/ 63 w 124"/>
              <a:gd name="T33" fmla="*/ 64 h 113"/>
              <a:gd name="T34" fmla="*/ 77 w 124"/>
              <a:gd name="T35" fmla="*/ 65 h 113"/>
              <a:gd name="T36" fmla="*/ 124 w 124"/>
              <a:gd name="T37" fmla="*/ 33 h 113"/>
              <a:gd name="T38" fmla="*/ 77 w 124"/>
              <a:gd name="T39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4" h="113">
                <a:moveTo>
                  <a:pt x="23" y="38"/>
                </a:moveTo>
                <a:cubicBezTo>
                  <a:pt x="9" y="43"/>
                  <a:pt x="0" y="54"/>
                  <a:pt x="0" y="66"/>
                </a:cubicBezTo>
                <a:cubicBezTo>
                  <a:pt x="0" y="83"/>
                  <a:pt x="21" y="98"/>
                  <a:pt x="47" y="98"/>
                </a:cubicBezTo>
                <a:cubicBezTo>
                  <a:pt x="52" y="98"/>
                  <a:pt x="57" y="97"/>
                  <a:pt x="61" y="96"/>
                </a:cubicBezTo>
                <a:cubicBezTo>
                  <a:pt x="78" y="113"/>
                  <a:pt x="78" y="113"/>
                  <a:pt x="78" y="113"/>
                </a:cubicBezTo>
                <a:cubicBezTo>
                  <a:pt x="74" y="92"/>
                  <a:pt x="74" y="92"/>
                  <a:pt x="74" y="92"/>
                </a:cubicBezTo>
                <a:cubicBezTo>
                  <a:pt x="84" y="87"/>
                  <a:pt x="91" y="80"/>
                  <a:pt x="93" y="71"/>
                </a:cubicBezTo>
                <a:cubicBezTo>
                  <a:pt x="87" y="73"/>
                  <a:pt x="81" y="74"/>
                  <a:pt x="74" y="74"/>
                </a:cubicBezTo>
                <a:cubicBezTo>
                  <a:pt x="70" y="74"/>
                  <a:pt x="65" y="74"/>
                  <a:pt x="61" y="73"/>
                </a:cubicBezTo>
                <a:cubicBezTo>
                  <a:pt x="59" y="74"/>
                  <a:pt x="43" y="85"/>
                  <a:pt x="43" y="85"/>
                </a:cubicBezTo>
                <a:cubicBezTo>
                  <a:pt x="43" y="85"/>
                  <a:pt x="43" y="70"/>
                  <a:pt x="43" y="66"/>
                </a:cubicBezTo>
                <a:cubicBezTo>
                  <a:pt x="31" y="60"/>
                  <a:pt x="23" y="49"/>
                  <a:pt x="23" y="38"/>
                </a:cubicBezTo>
                <a:moveTo>
                  <a:pt x="77" y="0"/>
                </a:moveTo>
                <a:cubicBezTo>
                  <a:pt x="51" y="0"/>
                  <a:pt x="30" y="15"/>
                  <a:pt x="30" y="33"/>
                </a:cubicBezTo>
                <a:cubicBezTo>
                  <a:pt x="30" y="44"/>
                  <a:pt x="38" y="53"/>
                  <a:pt x="50" y="59"/>
                </a:cubicBezTo>
                <a:cubicBezTo>
                  <a:pt x="50" y="72"/>
                  <a:pt x="50" y="72"/>
                  <a:pt x="50" y="72"/>
                </a:cubicBezTo>
                <a:cubicBezTo>
                  <a:pt x="63" y="64"/>
                  <a:pt x="63" y="64"/>
                  <a:pt x="63" y="64"/>
                </a:cubicBezTo>
                <a:cubicBezTo>
                  <a:pt x="67" y="65"/>
                  <a:pt x="72" y="65"/>
                  <a:pt x="77" y="65"/>
                </a:cubicBezTo>
                <a:cubicBezTo>
                  <a:pt x="103" y="65"/>
                  <a:pt x="124" y="51"/>
                  <a:pt x="124" y="33"/>
                </a:cubicBezTo>
                <a:cubicBezTo>
                  <a:pt x="124" y="15"/>
                  <a:pt x="103" y="0"/>
                  <a:pt x="77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734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74"/>
          <p:cNvSpPr/>
          <p:nvPr/>
        </p:nvSpPr>
        <p:spPr>
          <a:xfrm>
            <a:off x="8026347" y="2982730"/>
            <a:ext cx="3265767" cy="1273617"/>
          </a:xfrm>
          <a:prstGeom prst="rightArrow">
            <a:avLst>
              <a:gd name="adj1" fmla="val 100000"/>
              <a:gd name="adj2" fmla="val 24668"/>
            </a:avLst>
          </a:prstGeom>
          <a:solidFill>
            <a:srgbClr val="6B8A84"/>
          </a:solidFill>
          <a:ln w="88900" cap="flat">
            <a:solidFill>
              <a:srgbClr val="FFFFFF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defTabSz="2921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 Regular"/>
                <a:ea typeface="Roboto Regular"/>
                <a:cs typeface="Roboto Regular"/>
                <a:sym typeface="Roboto Regular"/>
              </a:defRPr>
            </a:pPr>
            <a:endParaRPr sz="2000">
              <a:solidFill>
                <a:srgbClr val="FFA13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Shape 178"/>
          <p:cNvSpPr/>
          <p:nvPr/>
        </p:nvSpPr>
        <p:spPr>
          <a:xfrm>
            <a:off x="6141842" y="2989337"/>
            <a:ext cx="3265767" cy="1273617"/>
          </a:xfrm>
          <a:prstGeom prst="rightArrow">
            <a:avLst>
              <a:gd name="adj1" fmla="val 100000"/>
              <a:gd name="adj2" fmla="val 24668"/>
            </a:avLst>
          </a:prstGeom>
          <a:solidFill>
            <a:srgbClr val="6B8A84"/>
          </a:solidFill>
          <a:ln w="88900" cap="flat">
            <a:solidFill>
              <a:srgbClr val="FFFFFF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defTabSz="2921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 Regular"/>
                <a:ea typeface="Roboto Regular"/>
                <a:cs typeface="Roboto Regular"/>
                <a:sym typeface="Roboto Regular"/>
              </a:defRPr>
            </a:pPr>
            <a:endParaRPr sz="2000">
              <a:solidFill>
                <a:srgbClr val="FFA13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Shape 182"/>
          <p:cNvSpPr/>
          <p:nvPr/>
        </p:nvSpPr>
        <p:spPr>
          <a:xfrm>
            <a:off x="4304966" y="2989944"/>
            <a:ext cx="3265767" cy="1273617"/>
          </a:xfrm>
          <a:prstGeom prst="rightArrow">
            <a:avLst>
              <a:gd name="adj1" fmla="val 100000"/>
              <a:gd name="adj2" fmla="val 24668"/>
            </a:avLst>
          </a:prstGeom>
          <a:solidFill>
            <a:srgbClr val="6B8A84"/>
          </a:solidFill>
          <a:ln w="88900" cap="flat">
            <a:solidFill>
              <a:srgbClr val="FFFFFF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defTabSz="2921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 Regular"/>
                <a:ea typeface="Roboto Regular"/>
                <a:cs typeface="Roboto Regular"/>
                <a:sym typeface="Roboto Regular"/>
              </a:defRPr>
            </a:pPr>
            <a:endParaRPr sz="2000">
              <a:solidFill>
                <a:srgbClr val="FFA13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Shape 186"/>
          <p:cNvSpPr/>
          <p:nvPr/>
        </p:nvSpPr>
        <p:spPr>
          <a:xfrm>
            <a:off x="2430939" y="2987496"/>
            <a:ext cx="3265767" cy="1273617"/>
          </a:xfrm>
          <a:prstGeom prst="rightArrow">
            <a:avLst>
              <a:gd name="adj1" fmla="val 100000"/>
              <a:gd name="adj2" fmla="val 24668"/>
            </a:avLst>
          </a:prstGeom>
          <a:solidFill>
            <a:srgbClr val="6B8A84"/>
          </a:solidFill>
          <a:ln w="88900" cap="flat">
            <a:solidFill>
              <a:srgbClr val="FFFFFF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defTabSz="2921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 Regular"/>
                <a:ea typeface="Roboto Regular"/>
                <a:cs typeface="Roboto Regular"/>
                <a:sym typeface="Roboto Regular"/>
              </a:defRPr>
            </a:pPr>
            <a:endParaRPr sz="2000">
              <a:solidFill>
                <a:srgbClr val="FFA13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Shape 192"/>
          <p:cNvSpPr/>
          <p:nvPr/>
        </p:nvSpPr>
        <p:spPr>
          <a:xfrm>
            <a:off x="1389983" y="2976722"/>
            <a:ext cx="2320720" cy="1272404"/>
          </a:xfrm>
          <a:prstGeom prst="rightArrow">
            <a:avLst>
              <a:gd name="adj1" fmla="val 100000"/>
              <a:gd name="adj2" fmla="val 27347"/>
            </a:avLst>
          </a:prstGeom>
          <a:solidFill>
            <a:srgbClr val="6B8A84"/>
          </a:solidFill>
          <a:ln w="88900" cap="flat">
            <a:solidFill>
              <a:srgbClr val="FFFFFF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defTabSz="2921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 Regular"/>
                <a:ea typeface="Roboto Regular"/>
                <a:cs typeface="Roboto Regular"/>
                <a:sym typeface="Roboto Regular"/>
              </a:defRPr>
            </a:pPr>
            <a:endParaRPr sz="2000">
              <a:solidFill>
                <a:srgbClr val="FFA13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2081044" y="3342256"/>
            <a:ext cx="854398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600" b="1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关键词</a:t>
            </a:r>
            <a:endParaRPr lang="en-US" sz="16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extBox 13"/>
          <p:cNvSpPr txBox="1"/>
          <p:nvPr/>
        </p:nvSpPr>
        <p:spPr>
          <a:xfrm>
            <a:off x="1341244" y="3628161"/>
            <a:ext cx="2333999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2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en-US" altLang="zh-CN" sz="12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TextBox 13"/>
          <p:cNvSpPr txBox="1"/>
          <p:nvPr/>
        </p:nvSpPr>
        <p:spPr>
          <a:xfrm>
            <a:off x="4116256" y="3342256"/>
            <a:ext cx="854398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600" b="1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关键词</a:t>
            </a:r>
            <a:endParaRPr lang="en-US" sz="16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13"/>
          <p:cNvSpPr txBox="1"/>
          <p:nvPr/>
        </p:nvSpPr>
        <p:spPr>
          <a:xfrm>
            <a:off x="3719624" y="3628161"/>
            <a:ext cx="1647662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2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en-US" altLang="zh-CN" sz="12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TextBox 13"/>
          <p:cNvSpPr txBox="1"/>
          <p:nvPr/>
        </p:nvSpPr>
        <p:spPr>
          <a:xfrm>
            <a:off x="6186154" y="3342256"/>
            <a:ext cx="854398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600" b="1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关键词</a:t>
            </a:r>
            <a:endParaRPr lang="en-US" sz="16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13"/>
          <p:cNvSpPr txBox="1"/>
          <p:nvPr/>
        </p:nvSpPr>
        <p:spPr>
          <a:xfrm>
            <a:off x="5789522" y="3628161"/>
            <a:ext cx="1647662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2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en-US" altLang="zh-CN" sz="12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90809" y="3342256"/>
            <a:ext cx="854398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600" b="1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关键词</a:t>
            </a:r>
            <a:endParaRPr lang="en-US" sz="16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94177" y="3628161"/>
            <a:ext cx="1647662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2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en-US" altLang="zh-CN" sz="12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9856713" y="3342256"/>
            <a:ext cx="854398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600" b="1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关键词</a:t>
            </a:r>
            <a:endParaRPr lang="en-US" sz="16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9460081" y="3628161"/>
            <a:ext cx="1647662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spcBef>
                <a:spcPct val="20000"/>
              </a:spcBef>
              <a:defRPr/>
            </a:pPr>
            <a:r>
              <a:rPr lang="zh-CN" altLang="en-US" sz="12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en-US" altLang="zh-CN" sz="12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421012" y="4458258"/>
            <a:ext cx="9566302" cy="8863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1216817"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单击此处编辑您要的内容，建议您在展示时采用微软雅黑字体，本模版所有图形线条及其相应素材均可自由编辑、改色、替换。更多使用说明和作品请详阅模版最末的使用手册。更多模板：亮亮图文旗舰店</a:t>
            </a:r>
            <a:r>
              <a:rPr lang="en-US" altLang="zh-CN" sz="1600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https://liangliangtuwen.tmall.com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0" y="404078"/>
            <a:ext cx="2872341" cy="461665"/>
            <a:chOff x="0" y="91440"/>
            <a:chExt cx="3829788" cy="615555"/>
          </a:xfrm>
        </p:grpSpPr>
        <p:sp>
          <p:nvSpPr>
            <p:cNvPr id="24" name="文本框 23"/>
            <p:cNvSpPr txBox="1"/>
            <p:nvPr/>
          </p:nvSpPr>
          <p:spPr>
            <a:xfrm>
              <a:off x="454152" y="91440"/>
              <a:ext cx="3375636" cy="615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研究过程及方法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2277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11"/>
          <p:cNvSpPr>
            <a:spLocks noChangeArrowheads="1"/>
          </p:cNvSpPr>
          <p:nvPr/>
        </p:nvSpPr>
        <p:spPr bwMode="auto">
          <a:xfrm>
            <a:off x="4052533" y="4584172"/>
            <a:ext cx="989969" cy="991421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62" name="Oval 12"/>
          <p:cNvSpPr>
            <a:spLocks noChangeArrowheads="1"/>
          </p:cNvSpPr>
          <p:nvPr/>
        </p:nvSpPr>
        <p:spPr bwMode="auto">
          <a:xfrm>
            <a:off x="4109144" y="4640783"/>
            <a:ext cx="876747" cy="87819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64" name="Freeform 24"/>
          <p:cNvSpPr>
            <a:spLocks noEditPoints="1"/>
          </p:cNvSpPr>
          <p:nvPr/>
        </p:nvSpPr>
        <p:spPr bwMode="auto">
          <a:xfrm>
            <a:off x="4952505" y="4257569"/>
            <a:ext cx="512403" cy="487727"/>
          </a:xfrm>
          <a:custGeom>
            <a:avLst/>
            <a:gdLst>
              <a:gd name="T0" fmla="*/ 18 w 353"/>
              <a:gd name="T1" fmla="*/ 336 h 336"/>
              <a:gd name="T2" fmla="*/ 0 w 353"/>
              <a:gd name="T3" fmla="*/ 318 h 336"/>
              <a:gd name="T4" fmla="*/ 18 w 353"/>
              <a:gd name="T5" fmla="*/ 301 h 336"/>
              <a:gd name="T6" fmla="*/ 35 w 353"/>
              <a:gd name="T7" fmla="*/ 319 h 336"/>
              <a:gd name="T8" fmla="*/ 18 w 353"/>
              <a:gd name="T9" fmla="*/ 336 h 336"/>
              <a:gd name="T10" fmla="*/ 53 w 353"/>
              <a:gd name="T11" fmla="*/ 302 h 336"/>
              <a:gd name="T12" fmla="*/ 36 w 353"/>
              <a:gd name="T13" fmla="*/ 284 h 336"/>
              <a:gd name="T14" fmla="*/ 53 w 353"/>
              <a:gd name="T15" fmla="*/ 267 h 336"/>
              <a:gd name="T16" fmla="*/ 71 w 353"/>
              <a:gd name="T17" fmla="*/ 286 h 336"/>
              <a:gd name="T18" fmla="*/ 53 w 353"/>
              <a:gd name="T19" fmla="*/ 302 h 336"/>
              <a:gd name="T20" fmla="*/ 88 w 353"/>
              <a:gd name="T21" fmla="*/ 269 h 336"/>
              <a:gd name="T22" fmla="*/ 71 w 353"/>
              <a:gd name="T23" fmla="*/ 251 h 336"/>
              <a:gd name="T24" fmla="*/ 88 w 353"/>
              <a:gd name="T25" fmla="*/ 234 h 336"/>
              <a:gd name="T26" fmla="*/ 106 w 353"/>
              <a:gd name="T27" fmla="*/ 252 h 336"/>
              <a:gd name="T28" fmla="*/ 88 w 353"/>
              <a:gd name="T29" fmla="*/ 269 h 336"/>
              <a:gd name="T30" fmla="*/ 124 w 353"/>
              <a:gd name="T31" fmla="*/ 235 h 336"/>
              <a:gd name="T32" fmla="*/ 106 w 353"/>
              <a:gd name="T33" fmla="*/ 217 h 336"/>
              <a:gd name="T34" fmla="*/ 124 w 353"/>
              <a:gd name="T35" fmla="*/ 201 h 336"/>
              <a:gd name="T36" fmla="*/ 141 w 353"/>
              <a:gd name="T37" fmla="*/ 219 h 336"/>
              <a:gd name="T38" fmla="*/ 124 w 353"/>
              <a:gd name="T39" fmla="*/ 235 h 336"/>
              <a:gd name="T40" fmla="*/ 158 w 353"/>
              <a:gd name="T41" fmla="*/ 202 h 336"/>
              <a:gd name="T42" fmla="*/ 141 w 353"/>
              <a:gd name="T43" fmla="*/ 184 h 336"/>
              <a:gd name="T44" fmla="*/ 159 w 353"/>
              <a:gd name="T45" fmla="*/ 167 h 336"/>
              <a:gd name="T46" fmla="*/ 176 w 353"/>
              <a:gd name="T47" fmla="*/ 185 h 336"/>
              <a:gd name="T48" fmla="*/ 158 w 353"/>
              <a:gd name="T49" fmla="*/ 202 h 336"/>
              <a:gd name="T50" fmla="*/ 194 w 353"/>
              <a:gd name="T51" fmla="*/ 169 h 336"/>
              <a:gd name="T52" fmla="*/ 176 w 353"/>
              <a:gd name="T53" fmla="*/ 151 h 336"/>
              <a:gd name="T54" fmla="*/ 194 w 353"/>
              <a:gd name="T55" fmla="*/ 133 h 336"/>
              <a:gd name="T56" fmla="*/ 211 w 353"/>
              <a:gd name="T57" fmla="*/ 152 h 336"/>
              <a:gd name="T58" fmla="*/ 194 w 353"/>
              <a:gd name="T59" fmla="*/ 169 h 336"/>
              <a:gd name="T60" fmla="*/ 229 w 353"/>
              <a:gd name="T61" fmla="*/ 135 h 336"/>
              <a:gd name="T62" fmla="*/ 212 w 353"/>
              <a:gd name="T63" fmla="*/ 117 h 336"/>
              <a:gd name="T64" fmla="*/ 229 w 353"/>
              <a:gd name="T65" fmla="*/ 100 h 336"/>
              <a:gd name="T66" fmla="*/ 247 w 353"/>
              <a:gd name="T67" fmla="*/ 119 h 336"/>
              <a:gd name="T68" fmla="*/ 229 w 353"/>
              <a:gd name="T69" fmla="*/ 135 h 336"/>
              <a:gd name="T70" fmla="*/ 264 w 353"/>
              <a:gd name="T71" fmla="*/ 102 h 336"/>
              <a:gd name="T72" fmla="*/ 247 w 353"/>
              <a:gd name="T73" fmla="*/ 83 h 336"/>
              <a:gd name="T74" fmla="*/ 265 w 353"/>
              <a:gd name="T75" fmla="*/ 67 h 336"/>
              <a:gd name="T76" fmla="*/ 282 w 353"/>
              <a:gd name="T77" fmla="*/ 85 h 336"/>
              <a:gd name="T78" fmla="*/ 264 w 353"/>
              <a:gd name="T79" fmla="*/ 102 h 336"/>
              <a:gd name="T80" fmla="*/ 300 w 353"/>
              <a:gd name="T81" fmla="*/ 68 h 336"/>
              <a:gd name="T82" fmla="*/ 282 w 353"/>
              <a:gd name="T83" fmla="*/ 50 h 336"/>
              <a:gd name="T84" fmla="*/ 300 w 353"/>
              <a:gd name="T85" fmla="*/ 33 h 336"/>
              <a:gd name="T86" fmla="*/ 317 w 353"/>
              <a:gd name="T87" fmla="*/ 51 h 336"/>
              <a:gd name="T88" fmla="*/ 300 w 353"/>
              <a:gd name="T89" fmla="*/ 68 h 336"/>
              <a:gd name="T90" fmla="*/ 335 w 353"/>
              <a:gd name="T91" fmla="*/ 35 h 336"/>
              <a:gd name="T92" fmla="*/ 318 w 353"/>
              <a:gd name="T93" fmla="*/ 16 h 336"/>
              <a:gd name="T94" fmla="*/ 335 w 353"/>
              <a:gd name="T95" fmla="*/ 0 h 336"/>
              <a:gd name="T96" fmla="*/ 353 w 353"/>
              <a:gd name="T97" fmla="*/ 18 h 336"/>
              <a:gd name="T98" fmla="*/ 335 w 353"/>
              <a:gd name="T99" fmla="*/ 35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53" h="336">
                <a:moveTo>
                  <a:pt x="18" y="336"/>
                </a:moveTo>
                <a:lnTo>
                  <a:pt x="0" y="318"/>
                </a:lnTo>
                <a:lnTo>
                  <a:pt x="18" y="301"/>
                </a:lnTo>
                <a:lnTo>
                  <a:pt x="35" y="319"/>
                </a:lnTo>
                <a:lnTo>
                  <a:pt x="18" y="336"/>
                </a:lnTo>
                <a:close/>
                <a:moveTo>
                  <a:pt x="53" y="302"/>
                </a:moveTo>
                <a:lnTo>
                  <a:pt x="36" y="284"/>
                </a:lnTo>
                <a:lnTo>
                  <a:pt x="53" y="267"/>
                </a:lnTo>
                <a:lnTo>
                  <a:pt x="71" y="286"/>
                </a:lnTo>
                <a:lnTo>
                  <a:pt x="53" y="302"/>
                </a:lnTo>
                <a:close/>
                <a:moveTo>
                  <a:pt x="88" y="269"/>
                </a:moveTo>
                <a:lnTo>
                  <a:pt x="71" y="251"/>
                </a:lnTo>
                <a:lnTo>
                  <a:pt x="88" y="234"/>
                </a:lnTo>
                <a:lnTo>
                  <a:pt x="106" y="252"/>
                </a:lnTo>
                <a:lnTo>
                  <a:pt x="88" y="269"/>
                </a:lnTo>
                <a:close/>
                <a:moveTo>
                  <a:pt x="124" y="235"/>
                </a:moveTo>
                <a:lnTo>
                  <a:pt x="106" y="217"/>
                </a:lnTo>
                <a:lnTo>
                  <a:pt x="124" y="201"/>
                </a:lnTo>
                <a:lnTo>
                  <a:pt x="141" y="219"/>
                </a:lnTo>
                <a:lnTo>
                  <a:pt x="124" y="235"/>
                </a:lnTo>
                <a:close/>
                <a:moveTo>
                  <a:pt x="158" y="202"/>
                </a:moveTo>
                <a:lnTo>
                  <a:pt x="141" y="184"/>
                </a:lnTo>
                <a:lnTo>
                  <a:pt x="159" y="167"/>
                </a:lnTo>
                <a:lnTo>
                  <a:pt x="176" y="185"/>
                </a:lnTo>
                <a:lnTo>
                  <a:pt x="158" y="202"/>
                </a:lnTo>
                <a:close/>
                <a:moveTo>
                  <a:pt x="194" y="169"/>
                </a:moveTo>
                <a:lnTo>
                  <a:pt x="176" y="151"/>
                </a:lnTo>
                <a:lnTo>
                  <a:pt x="194" y="133"/>
                </a:lnTo>
                <a:lnTo>
                  <a:pt x="211" y="152"/>
                </a:lnTo>
                <a:lnTo>
                  <a:pt x="194" y="169"/>
                </a:lnTo>
                <a:close/>
                <a:moveTo>
                  <a:pt x="229" y="135"/>
                </a:moveTo>
                <a:lnTo>
                  <a:pt x="212" y="117"/>
                </a:lnTo>
                <a:lnTo>
                  <a:pt x="229" y="100"/>
                </a:lnTo>
                <a:lnTo>
                  <a:pt x="247" y="119"/>
                </a:lnTo>
                <a:lnTo>
                  <a:pt x="229" y="135"/>
                </a:lnTo>
                <a:close/>
                <a:moveTo>
                  <a:pt x="264" y="102"/>
                </a:moveTo>
                <a:lnTo>
                  <a:pt x="247" y="83"/>
                </a:lnTo>
                <a:lnTo>
                  <a:pt x="265" y="67"/>
                </a:lnTo>
                <a:lnTo>
                  <a:pt x="282" y="85"/>
                </a:lnTo>
                <a:lnTo>
                  <a:pt x="264" y="102"/>
                </a:lnTo>
                <a:close/>
                <a:moveTo>
                  <a:pt x="300" y="68"/>
                </a:moveTo>
                <a:lnTo>
                  <a:pt x="282" y="50"/>
                </a:lnTo>
                <a:lnTo>
                  <a:pt x="300" y="33"/>
                </a:lnTo>
                <a:lnTo>
                  <a:pt x="317" y="51"/>
                </a:lnTo>
                <a:lnTo>
                  <a:pt x="300" y="68"/>
                </a:lnTo>
                <a:close/>
                <a:moveTo>
                  <a:pt x="335" y="35"/>
                </a:moveTo>
                <a:lnTo>
                  <a:pt x="318" y="16"/>
                </a:lnTo>
                <a:lnTo>
                  <a:pt x="335" y="0"/>
                </a:lnTo>
                <a:lnTo>
                  <a:pt x="353" y="18"/>
                </a:lnTo>
                <a:lnTo>
                  <a:pt x="335" y="35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57" name="Oval 14"/>
          <p:cNvSpPr>
            <a:spLocks noChangeArrowheads="1"/>
          </p:cNvSpPr>
          <p:nvPr/>
        </p:nvSpPr>
        <p:spPr bwMode="auto">
          <a:xfrm>
            <a:off x="3779638" y="2155699"/>
            <a:ext cx="1290443" cy="129044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58" name="Oval 15"/>
          <p:cNvSpPr>
            <a:spLocks noChangeArrowheads="1"/>
          </p:cNvSpPr>
          <p:nvPr/>
        </p:nvSpPr>
        <p:spPr bwMode="auto">
          <a:xfrm>
            <a:off x="3844958" y="2222471"/>
            <a:ext cx="1159802" cy="1158351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60" name="Freeform 30"/>
          <p:cNvSpPr>
            <a:spLocks noEditPoints="1"/>
          </p:cNvSpPr>
          <p:nvPr/>
        </p:nvSpPr>
        <p:spPr bwMode="auto">
          <a:xfrm>
            <a:off x="4833476" y="3315502"/>
            <a:ext cx="486275" cy="510952"/>
          </a:xfrm>
          <a:custGeom>
            <a:avLst/>
            <a:gdLst>
              <a:gd name="T0" fmla="*/ 317 w 335"/>
              <a:gd name="T1" fmla="*/ 352 h 352"/>
              <a:gd name="T2" fmla="*/ 300 w 335"/>
              <a:gd name="T3" fmla="*/ 335 h 352"/>
              <a:gd name="T4" fmla="*/ 319 w 335"/>
              <a:gd name="T5" fmla="*/ 317 h 352"/>
              <a:gd name="T6" fmla="*/ 335 w 335"/>
              <a:gd name="T7" fmla="*/ 335 h 352"/>
              <a:gd name="T8" fmla="*/ 317 w 335"/>
              <a:gd name="T9" fmla="*/ 352 h 352"/>
              <a:gd name="T10" fmla="*/ 284 w 335"/>
              <a:gd name="T11" fmla="*/ 317 h 352"/>
              <a:gd name="T12" fmla="*/ 267 w 335"/>
              <a:gd name="T13" fmla="*/ 299 h 352"/>
              <a:gd name="T14" fmla="*/ 285 w 335"/>
              <a:gd name="T15" fmla="*/ 282 h 352"/>
              <a:gd name="T16" fmla="*/ 302 w 335"/>
              <a:gd name="T17" fmla="*/ 300 h 352"/>
              <a:gd name="T18" fmla="*/ 284 w 335"/>
              <a:gd name="T19" fmla="*/ 317 h 352"/>
              <a:gd name="T20" fmla="*/ 250 w 335"/>
              <a:gd name="T21" fmla="*/ 282 h 352"/>
              <a:gd name="T22" fmla="*/ 234 w 335"/>
              <a:gd name="T23" fmla="*/ 264 h 352"/>
              <a:gd name="T24" fmla="*/ 252 w 335"/>
              <a:gd name="T25" fmla="*/ 247 h 352"/>
              <a:gd name="T26" fmla="*/ 269 w 335"/>
              <a:gd name="T27" fmla="*/ 265 h 352"/>
              <a:gd name="T28" fmla="*/ 250 w 335"/>
              <a:gd name="T29" fmla="*/ 282 h 352"/>
              <a:gd name="T30" fmla="*/ 217 w 335"/>
              <a:gd name="T31" fmla="*/ 246 h 352"/>
              <a:gd name="T32" fmla="*/ 200 w 335"/>
              <a:gd name="T33" fmla="*/ 229 h 352"/>
              <a:gd name="T34" fmla="*/ 218 w 335"/>
              <a:gd name="T35" fmla="*/ 212 h 352"/>
              <a:gd name="T36" fmla="*/ 235 w 335"/>
              <a:gd name="T37" fmla="*/ 229 h 352"/>
              <a:gd name="T38" fmla="*/ 217 w 335"/>
              <a:gd name="T39" fmla="*/ 246 h 352"/>
              <a:gd name="T40" fmla="*/ 184 w 335"/>
              <a:gd name="T41" fmla="*/ 211 h 352"/>
              <a:gd name="T42" fmla="*/ 167 w 335"/>
              <a:gd name="T43" fmla="*/ 193 h 352"/>
              <a:gd name="T44" fmla="*/ 185 w 335"/>
              <a:gd name="T45" fmla="*/ 176 h 352"/>
              <a:gd name="T46" fmla="*/ 202 w 335"/>
              <a:gd name="T47" fmla="*/ 194 h 352"/>
              <a:gd name="T48" fmla="*/ 184 w 335"/>
              <a:gd name="T49" fmla="*/ 211 h 352"/>
              <a:gd name="T50" fmla="*/ 150 w 335"/>
              <a:gd name="T51" fmla="*/ 176 h 352"/>
              <a:gd name="T52" fmla="*/ 133 w 335"/>
              <a:gd name="T53" fmla="*/ 158 h 352"/>
              <a:gd name="T54" fmla="*/ 152 w 335"/>
              <a:gd name="T55" fmla="*/ 141 h 352"/>
              <a:gd name="T56" fmla="*/ 168 w 335"/>
              <a:gd name="T57" fmla="*/ 159 h 352"/>
              <a:gd name="T58" fmla="*/ 150 w 335"/>
              <a:gd name="T59" fmla="*/ 176 h 352"/>
              <a:gd name="T60" fmla="*/ 117 w 335"/>
              <a:gd name="T61" fmla="*/ 141 h 352"/>
              <a:gd name="T62" fmla="*/ 100 w 335"/>
              <a:gd name="T63" fmla="*/ 123 h 352"/>
              <a:gd name="T64" fmla="*/ 118 w 335"/>
              <a:gd name="T65" fmla="*/ 106 h 352"/>
              <a:gd name="T66" fmla="*/ 135 w 335"/>
              <a:gd name="T67" fmla="*/ 123 h 352"/>
              <a:gd name="T68" fmla="*/ 117 w 335"/>
              <a:gd name="T69" fmla="*/ 141 h 352"/>
              <a:gd name="T70" fmla="*/ 83 w 335"/>
              <a:gd name="T71" fmla="*/ 105 h 352"/>
              <a:gd name="T72" fmla="*/ 67 w 335"/>
              <a:gd name="T73" fmla="*/ 88 h 352"/>
              <a:gd name="T74" fmla="*/ 85 w 335"/>
              <a:gd name="T75" fmla="*/ 70 h 352"/>
              <a:gd name="T76" fmla="*/ 101 w 335"/>
              <a:gd name="T77" fmla="*/ 88 h 352"/>
              <a:gd name="T78" fmla="*/ 83 w 335"/>
              <a:gd name="T79" fmla="*/ 105 h 352"/>
              <a:gd name="T80" fmla="*/ 50 w 335"/>
              <a:gd name="T81" fmla="*/ 70 h 352"/>
              <a:gd name="T82" fmla="*/ 33 w 335"/>
              <a:gd name="T83" fmla="*/ 52 h 352"/>
              <a:gd name="T84" fmla="*/ 51 w 335"/>
              <a:gd name="T85" fmla="*/ 35 h 352"/>
              <a:gd name="T86" fmla="*/ 68 w 335"/>
              <a:gd name="T87" fmla="*/ 53 h 352"/>
              <a:gd name="T88" fmla="*/ 50 w 335"/>
              <a:gd name="T89" fmla="*/ 70 h 352"/>
              <a:gd name="T90" fmla="*/ 17 w 335"/>
              <a:gd name="T91" fmla="*/ 35 h 352"/>
              <a:gd name="T92" fmla="*/ 0 w 335"/>
              <a:gd name="T93" fmla="*/ 17 h 352"/>
              <a:gd name="T94" fmla="*/ 18 w 335"/>
              <a:gd name="T95" fmla="*/ 0 h 352"/>
              <a:gd name="T96" fmla="*/ 35 w 335"/>
              <a:gd name="T97" fmla="*/ 17 h 352"/>
              <a:gd name="T98" fmla="*/ 17 w 335"/>
              <a:gd name="T99" fmla="*/ 35 h 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35" h="352">
                <a:moveTo>
                  <a:pt x="317" y="352"/>
                </a:moveTo>
                <a:lnTo>
                  <a:pt x="300" y="335"/>
                </a:lnTo>
                <a:lnTo>
                  <a:pt x="319" y="317"/>
                </a:lnTo>
                <a:lnTo>
                  <a:pt x="335" y="335"/>
                </a:lnTo>
                <a:lnTo>
                  <a:pt x="317" y="352"/>
                </a:lnTo>
                <a:close/>
                <a:moveTo>
                  <a:pt x="284" y="317"/>
                </a:moveTo>
                <a:lnTo>
                  <a:pt x="267" y="299"/>
                </a:lnTo>
                <a:lnTo>
                  <a:pt x="285" y="282"/>
                </a:lnTo>
                <a:lnTo>
                  <a:pt x="302" y="300"/>
                </a:lnTo>
                <a:lnTo>
                  <a:pt x="284" y="317"/>
                </a:lnTo>
                <a:close/>
                <a:moveTo>
                  <a:pt x="250" y="282"/>
                </a:moveTo>
                <a:lnTo>
                  <a:pt x="234" y="264"/>
                </a:lnTo>
                <a:lnTo>
                  <a:pt x="252" y="247"/>
                </a:lnTo>
                <a:lnTo>
                  <a:pt x="269" y="265"/>
                </a:lnTo>
                <a:lnTo>
                  <a:pt x="250" y="282"/>
                </a:lnTo>
                <a:close/>
                <a:moveTo>
                  <a:pt x="217" y="246"/>
                </a:moveTo>
                <a:lnTo>
                  <a:pt x="200" y="229"/>
                </a:lnTo>
                <a:lnTo>
                  <a:pt x="218" y="212"/>
                </a:lnTo>
                <a:lnTo>
                  <a:pt x="235" y="229"/>
                </a:lnTo>
                <a:lnTo>
                  <a:pt x="217" y="246"/>
                </a:lnTo>
                <a:close/>
                <a:moveTo>
                  <a:pt x="184" y="211"/>
                </a:moveTo>
                <a:lnTo>
                  <a:pt x="167" y="193"/>
                </a:lnTo>
                <a:lnTo>
                  <a:pt x="185" y="176"/>
                </a:lnTo>
                <a:lnTo>
                  <a:pt x="202" y="194"/>
                </a:lnTo>
                <a:lnTo>
                  <a:pt x="184" y="211"/>
                </a:lnTo>
                <a:close/>
                <a:moveTo>
                  <a:pt x="150" y="176"/>
                </a:moveTo>
                <a:lnTo>
                  <a:pt x="133" y="158"/>
                </a:lnTo>
                <a:lnTo>
                  <a:pt x="152" y="141"/>
                </a:lnTo>
                <a:lnTo>
                  <a:pt x="168" y="159"/>
                </a:lnTo>
                <a:lnTo>
                  <a:pt x="150" y="176"/>
                </a:lnTo>
                <a:close/>
                <a:moveTo>
                  <a:pt x="117" y="141"/>
                </a:moveTo>
                <a:lnTo>
                  <a:pt x="100" y="123"/>
                </a:lnTo>
                <a:lnTo>
                  <a:pt x="118" y="106"/>
                </a:lnTo>
                <a:lnTo>
                  <a:pt x="135" y="123"/>
                </a:lnTo>
                <a:lnTo>
                  <a:pt x="117" y="141"/>
                </a:lnTo>
                <a:close/>
                <a:moveTo>
                  <a:pt x="83" y="105"/>
                </a:moveTo>
                <a:lnTo>
                  <a:pt x="67" y="88"/>
                </a:lnTo>
                <a:lnTo>
                  <a:pt x="85" y="70"/>
                </a:lnTo>
                <a:lnTo>
                  <a:pt x="101" y="88"/>
                </a:lnTo>
                <a:lnTo>
                  <a:pt x="83" y="105"/>
                </a:lnTo>
                <a:close/>
                <a:moveTo>
                  <a:pt x="50" y="70"/>
                </a:moveTo>
                <a:lnTo>
                  <a:pt x="33" y="52"/>
                </a:lnTo>
                <a:lnTo>
                  <a:pt x="51" y="35"/>
                </a:lnTo>
                <a:lnTo>
                  <a:pt x="68" y="53"/>
                </a:lnTo>
                <a:lnTo>
                  <a:pt x="50" y="70"/>
                </a:lnTo>
                <a:close/>
                <a:moveTo>
                  <a:pt x="17" y="35"/>
                </a:moveTo>
                <a:lnTo>
                  <a:pt x="0" y="17"/>
                </a:lnTo>
                <a:lnTo>
                  <a:pt x="18" y="0"/>
                </a:lnTo>
                <a:lnTo>
                  <a:pt x="35" y="17"/>
                </a:lnTo>
                <a:lnTo>
                  <a:pt x="17" y="35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Freeform 35"/>
          <p:cNvSpPr>
            <a:spLocks/>
          </p:cNvSpPr>
          <p:nvPr/>
        </p:nvSpPr>
        <p:spPr bwMode="auto">
          <a:xfrm>
            <a:off x="5242818" y="5086415"/>
            <a:ext cx="1110449" cy="1895748"/>
          </a:xfrm>
          <a:custGeom>
            <a:avLst/>
            <a:gdLst>
              <a:gd name="T0" fmla="*/ 670 w 765"/>
              <a:gd name="T1" fmla="*/ 930 h 1306"/>
              <a:gd name="T2" fmla="*/ 562 w 765"/>
              <a:gd name="T3" fmla="*/ 1094 h 1306"/>
              <a:gd name="T4" fmla="*/ 445 w 765"/>
              <a:gd name="T5" fmla="*/ 1306 h 1306"/>
              <a:gd name="T6" fmla="*/ 0 w 765"/>
              <a:gd name="T7" fmla="*/ 1170 h 1306"/>
              <a:gd name="T8" fmla="*/ 171 w 765"/>
              <a:gd name="T9" fmla="*/ 802 h 1306"/>
              <a:gd name="T10" fmla="*/ 316 w 765"/>
              <a:gd name="T11" fmla="*/ 159 h 1306"/>
              <a:gd name="T12" fmla="*/ 765 w 765"/>
              <a:gd name="T13" fmla="*/ 0 h 1306"/>
              <a:gd name="T14" fmla="*/ 598 w 765"/>
              <a:gd name="T15" fmla="*/ 304 h 1306"/>
              <a:gd name="T16" fmla="*/ 670 w 765"/>
              <a:gd name="T17" fmla="*/ 930 h 1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5" h="1306">
                <a:moveTo>
                  <a:pt x="670" y="930"/>
                </a:moveTo>
                <a:lnTo>
                  <a:pt x="562" y="1094"/>
                </a:lnTo>
                <a:lnTo>
                  <a:pt x="445" y="1306"/>
                </a:lnTo>
                <a:lnTo>
                  <a:pt x="0" y="1170"/>
                </a:lnTo>
                <a:lnTo>
                  <a:pt x="171" y="802"/>
                </a:lnTo>
                <a:lnTo>
                  <a:pt x="316" y="159"/>
                </a:lnTo>
                <a:lnTo>
                  <a:pt x="765" y="0"/>
                </a:lnTo>
                <a:lnTo>
                  <a:pt x="598" y="304"/>
                </a:lnTo>
                <a:lnTo>
                  <a:pt x="670" y="930"/>
                </a:lnTo>
                <a:close/>
              </a:path>
            </a:pathLst>
          </a:custGeom>
          <a:solidFill>
            <a:srgbClr val="F9BB8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Freeform 51"/>
          <p:cNvSpPr>
            <a:spLocks/>
          </p:cNvSpPr>
          <p:nvPr/>
        </p:nvSpPr>
        <p:spPr bwMode="auto">
          <a:xfrm>
            <a:off x="5052663" y="6214283"/>
            <a:ext cx="1055289" cy="873844"/>
          </a:xfrm>
          <a:custGeom>
            <a:avLst/>
            <a:gdLst>
              <a:gd name="T0" fmla="*/ 0 w 1523"/>
              <a:gd name="T1" fmla="*/ 966 h 1260"/>
              <a:gd name="T2" fmla="*/ 1257 w 1523"/>
              <a:gd name="T3" fmla="*/ 1260 h 1260"/>
              <a:gd name="T4" fmla="*/ 1523 w 1523"/>
              <a:gd name="T5" fmla="*/ 644 h 1260"/>
              <a:gd name="T6" fmla="*/ 614 w 1523"/>
              <a:gd name="T7" fmla="*/ 0 h 1260"/>
              <a:gd name="T8" fmla="*/ 0 w 1523"/>
              <a:gd name="T9" fmla="*/ 966 h 1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3" h="1260">
                <a:moveTo>
                  <a:pt x="0" y="966"/>
                </a:moveTo>
                <a:cubicBezTo>
                  <a:pt x="393" y="1124"/>
                  <a:pt x="816" y="1225"/>
                  <a:pt x="1257" y="1260"/>
                </a:cubicBezTo>
                <a:cubicBezTo>
                  <a:pt x="1523" y="644"/>
                  <a:pt x="1523" y="644"/>
                  <a:pt x="1523" y="644"/>
                </a:cubicBezTo>
                <a:cubicBezTo>
                  <a:pt x="614" y="0"/>
                  <a:pt x="614" y="0"/>
                  <a:pt x="614" y="0"/>
                </a:cubicBezTo>
                <a:lnTo>
                  <a:pt x="0" y="966"/>
                </a:lnTo>
                <a:close/>
              </a:path>
            </a:pathLst>
          </a:custGeom>
          <a:solidFill>
            <a:srgbClr val="00827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38" name="Freeform 36"/>
          <p:cNvSpPr>
            <a:spLocks/>
          </p:cNvSpPr>
          <p:nvPr/>
        </p:nvSpPr>
        <p:spPr bwMode="auto">
          <a:xfrm>
            <a:off x="6080373" y="4639332"/>
            <a:ext cx="319345" cy="1813008"/>
          </a:xfrm>
          <a:custGeom>
            <a:avLst/>
            <a:gdLst>
              <a:gd name="T0" fmla="*/ 0 w 462"/>
              <a:gd name="T1" fmla="*/ 2481 h 2619"/>
              <a:gd name="T2" fmla="*/ 231 w 462"/>
              <a:gd name="T3" fmla="*/ 2619 h 2619"/>
              <a:gd name="T4" fmla="*/ 231 w 462"/>
              <a:gd name="T5" fmla="*/ 2619 h 2619"/>
              <a:gd name="T6" fmla="*/ 462 w 462"/>
              <a:gd name="T7" fmla="*/ 2481 h 2619"/>
              <a:gd name="T8" fmla="*/ 462 w 462"/>
              <a:gd name="T9" fmla="*/ 76 h 2619"/>
              <a:gd name="T10" fmla="*/ 231 w 462"/>
              <a:gd name="T11" fmla="*/ 12 h 2619"/>
              <a:gd name="T12" fmla="*/ 231 w 462"/>
              <a:gd name="T13" fmla="*/ 12 h 2619"/>
              <a:gd name="T14" fmla="*/ 0 w 462"/>
              <a:gd name="T15" fmla="*/ 76 h 2619"/>
              <a:gd name="T16" fmla="*/ 0 w 462"/>
              <a:gd name="T17" fmla="*/ 2481 h 2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2" h="2619">
                <a:moveTo>
                  <a:pt x="0" y="2481"/>
                </a:moveTo>
                <a:cubicBezTo>
                  <a:pt x="0" y="2557"/>
                  <a:pt x="104" y="2619"/>
                  <a:pt x="231" y="2619"/>
                </a:cubicBezTo>
                <a:cubicBezTo>
                  <a:pt x="231" y="2619"/>
                  <a:pt x="231" y="2619"/>
                  <a:pt x="231" y="2619"/>
                </a:cubicBezTo>
                <a:cubicBezTo>
                  <a:pt x="359" y="2619"/>
                  <a:pt x="462" y="2557"/>
                  <a:pt x="462" y="2481"/>
                </a:cubicBezTo>
                <a:cubicBezTo>
                  <a:pt x="462" y="76"/>
                  <a:pt x="462" y="76"/>
                  <a:pt x="462" y="76"/>
                </a:cubicBezTo>
                <a:cubicBezTo>
                  <a:pt x="462" y="0"/>
                  <a:pt x="359" y="12"/>
                  <a:pt x="231" y="12"/>
                </a:cubicBezTo>
                <a:cubicBezTo>
                  <a:pt x="231" y="12"/>
                  <a:pt x="231" y="12"/>
                  <a:pt x="231" y="12"/>
                </a:cubicBezTo>
                <a:cubicBezTo>
                  <a:pt x="104" y="12"/>
                  <a:pt x="0" y="0"/>
                  <a:pt x="0" y="76"/>
                </a:cubicBezTo>
                <a:lnTo>
                  <a:pt x="0" y="2481"/>
                </a:lnTo>
                <a:close/>
              </a:path>
            </a:pathLst>
          </a:custGeom>
          <a:solidFill>
            <a:srgbClr val="35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39" name="Freeform 37"/>
          <p:cNvSpPr>
            <a:spLocks/>
          </p:cNvSpPr>
          <p:nvPr/>
        </p:nvSpPr>
        <p:spPr bwMode="auto">
          <a:xfrm>
            <a:off x="6305366" y="5939937"/>
            <a:ext cx="325151" cy="420955"/>
          </a:xfrm>
          <a:custGeom>
            <a:avLst/>
            <a:gdLst>
              <a:gd name="T0" fmla="*/ 468 w 468"/>
              <a:gd name="T1" fmla="*/ 0 h 608"/>
              <a:gd name="T2" fmla="*/ 435 w 468"/>
              <a:gd name="T3" fmla="*/ 397 h 608"/>
              <a:gd name="T4" fmla="*/ 9 w 468"/>
              <a:gd name="T5" fmla="*/ 608 h 608"/>
              <a:gd name="T6" fmla="*/ 79 w 468"/>
              <a:gd name="T7" fmla="*/ 315 h 608"/>
              <a:gd name="T8" fmla="*/ 468 w 468"/>
              <a:gd name="T9" fmla="*/ 0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8" h="608">
                <a:moveTo>
                  <a:pt x="468" y="0"/>
                </a:moveTo>
                <a:cubicBezTo>
                  <a:pt x="435" y="397"/>
                  <a:pt x="435" y="397"/>
                  <a:pt x="435" y="397"/>
                </a:cubicBezTo>
                <a:cubicBezTo>
                  <a:pt x="9" y="608"/>
                  <a:pt x="9" y="608"/>
                  <a:pt x="9" y="608"/>
                </a:cubicBezTo>
                <a:cubicBezTo>
                  <a:pt x="9" y="608"/>
                  <a:pt x="0" y="418"/>
                  <a:pt x="79" y="315"/>
                </a:cubicBezTo>
                <a:cubicBezTo>
                  <a:pt x="139" y="236"/>
                  <a:pt x="468" y="0"/>
                  <a:pt x="468" y="0"/>
                </a:cubicBezTo>
                <a:close/>
              </a:path>
            </a:pathLst>
          </a:custGeom>
          <a:solidFill>
            <a:srgbClr val="F9BB8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40" name="Freeform 38"/>
          <p:cNvSpPr>
            <a:spLocks/>
          </p:cNvSpPr>
          <p:nvPr/>
        </p:nvSpPr>
        <p:spPr bwMode="auto">
          <a:xfrm>
            <a:off x="6305366" y="5939937"/>
            <a:ext cx="325151" cy="420955"/>
          </a:xfrm>
          <a:custGeom>
            <a:avLst/>
            <a:gdLst>
              <a:gd name="T0" fmla="*/ 79 w 468"/>
              <a:gd name="T1" fmla="*/ 315 h 608"/>
              <a:gd name="T2" fmla="*/ 468 w 468"/>
              <a:gd name="T3" fmla="*/ 0 h 608"/>
              <a:gd name="T4" fmla="*/ 450 w 468"/>
              <a:gd name="T5" fmla="*/ 210 h 608"/>
              <a:gd name="T6" fmla="*/ 146 w 468"/>
              <a:gd name="T7" fmla="*/ 408 h 608"/>
              <a:gd name="T8" fmla="*/ 67 w 468"/>
              <a:gd name="T9" fmla="*/ 579 h 608"/>
              <a:gd name="T10" fmla="*/ 9 w 468"/>
              <a:gd name="T11" fmla="*/ 608 h 608"/>
              <a:gd name="T12" fmla="*/ 79 w 468"/>
              <a:gd name="T13" fmla="*/ 315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8" h="608">
                <a:moveTo>
                  <a:pt x="79" y="315"/>
                </a:moveTo>
                <a:cubicBezTo>
                  <a:pt x="139" y="236"/>
                  <a:pt x="468" y="0"/>
                  <a:pt x="468" y="0"/>
                </a:cubicBezTo>
                <a:cubicBezTo>
                  <a:pt x="450" y="210"/>
                  <a:pt x="450" y="210"/>
                  <a:pt x="450" y="210"/>
                </a:cubicBezTo>
                <a:cubicBezTo>
                  <a:pt x="310" y="287"/>
                  <a:pt x="205" y="350"/>
                  <a:pt x="146" y="408"/>
                </a:cubicBezTo>
                <a:cubicBezTo>
                  <a:pt x="114" y="438"/>
                  <a:pt x="91" y="510"/>
                  <a:pt x="67" y="579"/>
                </a:cubicBezTo>
                <a:cubicBezTo>
                  <a:pt x="9" y="608"/>
                  <a:pt x="9" y="608"/>
                  <a:pt x="9" y="608"/>
                </a:cubicBezTo>
                <a:cubicBezTo>
                  <a:pt x="9" y="608"/>
                  <a:pt x="0" y="418"/>
                  <a:pt x="79" y="315"/>
                </a:cubicBezTo>
                <a:close/>
              </a:path>
            </a:pathLst>
          </a:custGeom>
          <a:solidFill>
            <a:srgbClr val="EAA1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41" name="Freeform 39"/>
          <p:cNvSpPr>
            <a:spLocks/>
          </p:cNvSpPr>
          <p:nvPr/>
        </p:nvSpPr>
        <p:spPr bwMode="auto">
          <a:xfrm>
            <a:off x="6337301" y="6227347"/>
            <a:ext cx="100158" cy="120480"/>
          </a:xfrm>
          <a:custGeom>
            <a:avLst/>
            <a:gdLst>
              <a:gd name="T0" fmla="*/ 0 w 144"/>
              <a:gd name="T1" fmla="*/ 175 h 175"/>
              <a:gd name="T2" fmla="*/ 10 w 144"/>
              <a:gd name="T3" fmla="*/ 114 h 175"/>
              <a:gd name="T4" fmla="*/ 132 w 144"/>
              <a:gd name="T5" fmla="*/ 0 h 175"/>
              <a:gd name="T6" fmla="*/ 144 w 144"/>
              <a:gd name="T7" fmla="*/ 104 h 175"/>
              <a:gd name="T8" fmla="*/ 0 w 144"/>
              <a:gd name="T9" fmla="*/ 175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75">
                <a:moveTo>
                  <a:pt x="0" y="175"/>
                </a:moveTo>
                <a:cubicBezTo>
                  <a:pt x="2" y="153"/>
                  <a:pt x="5" y="131"/>
                  <a:pt x="10" y="114"/>
                </a:cubicBezTo>
                <a:cubicBezTo>
                  <a:pt x="26" y="59"/>
                  <a:pt x="132" y="0"/>
                  <a:pt x="132" y="0"/>
                </a:cubicBezTo>
                <a:cubicBezTo>
                  <a:pt x="144" y="104"/>
                  <a:pt x="144" y="104"/>
                  <a:pt x="144" y="104"/>
                </a:cubicBezTo>
                <a:lnTo>
                  <a:pt x="0" y="175"/>
                </a:lnTo>
                <a:close/>
              </a:path>
            </a:pathLst>
          </a:custGeom>
          <a:solidFill>
            <a:srgbClr val="FFE2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52" name="Freeform 52"/>
          <p:cNvSpPr>
            <a:spLocks/>
          </p:cNvSpPr>
          <p:nvPr/>
        </p:nvSpPr>
        <p:spPr bwMode="auto">
          <a:xfrm>
            <a:off x="5504101" y="5026900"/>
            <a:ext cx="704010" cy="1489309"/>
          </a:xfrm>
          <a:custGeom>
            <a:avLst/>
            <a:gdLst>
              <a:gd name="T0" fmla="*/ 991 w 1017"/>
              <a:gd name="T1" fmla="*/ 0 h 2150"/>
              <a:gd name="T2" fmla="*/ 962 w 1017"/>
              <a:gd name="T3" fmla="*/ 522 h 2150"/>
              <a:gd name="T4" fmla="*/ 934 w 1017"/>
              <a:gd name="T5" fmla="*/ 1229 h 2150"/>
              <a:gd name="T6" fmla="*/ 106 w 1017"/>
              <a:gd name="T7" fmla="*/ 1297 h 2150"/>
              <a:gd name="T8" fmla="*/ 700 w 1017"/>
              <a:gd name="T9" fmla="*/ 53 h 2150"/>
              <a:gd name="T10" fmla="*/ 991 w 1017"/>
              <a:gd name="T11" fmla="*/ 0 h 2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17" h="2150">
                <a:moveTo>
                  <a:pt x="991" y="0"/>
                </a:moveTo>
                <a:cubicBezTo>
                  <a:pt x="991" y="0"/>
                  <a:pt x="953" y="260"/>
                  <a:pt x="962" y="522"/>
                </a:cubicBezTo>
                <a:cubicBezTo>
                  <a:pt x="970" y="769"/>
                  <a:pt x="1017" y="1049"/>
                  <a:pt x="934" y="1229"/>
                </a:cubicBezTo>
                <a:cubicBezTo>
                  <a:pt x="515" y="2150"/>
                  <a:pt x="0" y="1582"/>
                  <a:pt x="106" y="1297"/>
                </a:cubicBezTo>
                <a:cubicBezTo>
                  <a:pt x="188" y="1076"/>
                  <a:pt x="700" y="53"/>
                  <a:pt x="700" y="53"/>
                </a:cubicBezTo>
                <a:lnTo>
                  <a:pt x="991" y="0"/>
                </a:lnTo>
                <a:close/>
              </a:path>
            </a:pathLst>
          </a:custGeom>
          <a:solidFill>
            <a:srgbClr val="F9BB8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4797187" y="2048283"/>
            <a:ext cx="2472020" cy="4148581"/>
            <a:chOff x="4797187" y="2048283"/>
            <a:chExt cx="2472020" cy="4148581"/>
          </a:xfrm>
        </p:grpSpPr>
        <p:sp>
          <p:nvSpPr>
            <p:cNvPr id="63" name="Freeform 23"/>
            <p:cNvSpPr>
              <a:spLocks/>
            </p:cNvSpPr>
            <p:nvPr/>
          </p:nvSpPr>
          <p:spPr bwMode="auto">
            <a:xfrm>
              <a:off x="4914764" y="4742393"/>
              <a:ext cx="37741" cy="39192"/>
            </a:xfrm>
            <a:custGeom>
              <a:avLst/>
              <a:gdLst>
                <a:gd name="T0" fmla="*/ 17 w 26"/>
                <a:gd name="T1" fmla="*/ 27 h 27"/>
                <a:gd name="T2" fmla="*/ 0 w 26"/>
                <a:gd name="T3" fmla="*/ 9 h 27"/>
                <a:gd name="T4" fmla="*/ 9 w 26"/>
                <a:gd name="T5" fmla="*/ 0 h 27"/>
                <a:gd name="T6" fmla="*/ 26 w 26"/>
                <a:gd name="T7" fmla="*/ 18 h 27"/>
                <a:gd name="T8" fmla="*/ 17 w 26"/>
                <a:gd name="T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7">
                  <a:moveTo>
                    <a:pt x="17" y="27"/>
                  </a:moveTo>
                  <a:lnTo>
                    <a:pt x="0" y="9"/>
                  </a:lnTo>
                  <a:lnTo>
                    <a:pt x="9" y="0"/>
                  </a:lnTo>
                  <a:lnTo>
                    <a:pt x="26" y="18"/>
                  </a:lnTo>
                  <a:lnTo>
                    <a:pt x="17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9" name="Freeform 29"/>
            <p:cNvSpPr>
              <a:spLocks/>
            </p:cNvSpPr>
            <p:nvPr/>
          </p:nvSpPr>
          <p:spPr bwMode="auto">
            <a:xfrm>
              <a:off x="4797187" y="3276309"/>
              <a:ext cx="37741" cy="39192"/>
            </a:xfrm>
            <a:custGeom>
              <a:avLst/>
              <a:gdLst>
                <a:gd name="T0" fmla="*/ 8 w 26"/>
                <a:gd name="T1" fmla="*/ 27 h 27"/>
                <a:gd name="T2" fmla="*/ 0 w 26"/>
                <a:gd name="T3" fmla="*/ 17 h 27"/>
                <a:gd name="T4" fmla="*/ 18 w 26"/>
                <a:gd name="T5" fmla="*/ 0 h 27"/>
                <a:gd name="T6" fmla="*/ 26 w 26"/>
                <a:gd name="T7" fmla="*/ 9 h 27"/>
                <a:gd name="T8" fmla="*/ 8 w 26"/>
                <a:gd name="T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7">
                  <a:moveTo>
                    <a:pt x="8" y="27"/>
                  </a:moveTo>
                  <a:lnTo>
                    <a:pt x="0" y="17"/>
                  </a:lnTo>
                  <a:lnTo>
                    <a:pt x="18" y="0"/>
                  </a:lnTo>
                  <a:lnTo>
                    <a:pt x="26" y="9"/>
                  </a:lnTo>
                  <a:lnTo>
                    <a:pt x="8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" name="Freeform 50"/>
            <p:cNvSpPr>
              <a:spLocks noEditPoints="1"/>
            </p:cNvSpPr>
            <p:nvPr/>
          </p:nvSpPr>
          <p:spPr bwMode="auto">
            <a:xfrm>
              <a:off x="5213787" y="2628910"/>
              <a:ext cx="2055420" cy="2055420"/>
            </a:xfrm>
            <a:custGeom>
              <a:avLst/>
              <a:gdLst>
                <a:gd name="T0" fmla="*/ 1484 w 2967"/>
                <a:gd name="T1" fmla="*/ 0 h 2967"/>
                <a:gd name="T2" fmla="*/ 2967 w 2967"/>
                <a:gd name="T3" fmla="*/ 1483 h 2967"/>
                <a:gd name="T4" fmla="*/ 1484 w 2967"/>
                <a:gd name="T5" fmla="*/ 2967 h 2967"/>
                <a:gd name="T6" fmla="*/ 0 w 2967"/>
                <a:gd name="T7" fmla="*/ 1483 h 2967"/>
                <a:gd name="T8" fmla="*/ 1484 w 2967"/>
                <a:gd name="T9" fmla="*/ 0 h 2967"/>
                <a:gd name="T10" fmla="*/ 1484 w 2967"/>
                <a:gd name="T11" fmla="*/ 2746 h 2967"/>
                <a:gd name="T12" fmla="*/ 2746 w 2967"/>
                <a:gd name="T13" fmla="*/ 1483 h 2967"/>
                <a:gd name="T14" fmla="*/ 1484 w 2967"/>
                <a:gd name="T15" fmla="*/ 221 h 2967"/>
                <a:gd name="T16" fmla="*/ 221 w 2967"/>
                <a:gd name="T17" fmla="*/ 1483 h 2967"/>
                <a:gd name="T18" fmla="*/ 1484 w 2967"/>
                <a:gd name="T19" fmla="*/ 2746 h 2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67" h="2967">
                  <a:moveTo>
                    <a:pt x="1484" y="0"/>
                  </a:moveTo>
                  <a:cubicBezTo>
                    <a:pt x="2303" y="0"/>
                    <a:pt x="2967" y="664"/>
                    <a:pt x="2967" y="1483"/>
                  </a:cubicBezTo>
                  <a:cubicBezTo>
                    <a:pt x="2967" y="2303"/>
                    <a:pt x="2303" y="2967"/>
                    <a:pt x="1484" y="2967"/>
                  </a:cubicBezTo>
                  <a:cubicBezTo>
                    <a:pt x="664" y="2967"/>
                    <a:pt x="0" y="2303"/>
                    <a:pt x="0" y="1483"/>
                  </a:cubicBezTo>
                  <a:cubicBezTo>
                    <a:pt x="0" y="664"/>
                    <a:pt x="664" y="0"/>
                    <a:pt x="1484" y="0"/>
                  </a:cubicBezTo>
                  <a:close/>
                  <a:moveTo>
                    <a:pt x="1484" y="2746"/>
                  </a:moveTo>
                  <a:cubicBezTo>
                    <a:pt x="2181" y="2746"/>
                    <a:pt x="2746" y="2181"/>
                    <a:pt x="2746" y="1483"/>
                  </a:cubicBezTo>
                  <a:cubicBezTo>
                    <a:pt x="2746" y="786"/>
                    <a:pt x="2181" y="221"/>
                    <a:pt x="1484" y="221"/>
                  </a:cubicBezTo>
                  <a:cubicBezTo>
                    <a:pt x="786" y="221"/>
                    <a:pt x="221" y="786"/>
                    <a:pt x="221" y="1483"/>
                  </a:cubicBezTo>
                  <a:cubicBezTo>
                    <a:pt x="221" y="2181"/>
                    <a:pt x="786" y="2746"/>
                    <a:pt x="1484" y="2746"/>
                  </a:cubicBezTo>
                  <a:close/>
                </a:path>
              </a:pathLst>
            </a:custGeom>
            <a:solidFill>
              <a:srgbClr val="3533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2" name="Oval 6"/>
            <p:cNvSpPr>
              <a:spLocks noChangeArrowheads="1"/>
            </p:cNvSpPr>
            <p:nvPr/>
          </p:nvSpPr>
          <p:spPr bwMode="auto">
            <a:xfrm>
              <a:off x="6080373" y="2913417"/>
              <a:ext cx="274346" cy="272895"/>
            </a:xfrm>
            <a:prstGeom prst="ellipse">
              <a:avLst/>
            </a:prstGeom>
            <a:solidFill>
              <a:srgbClr val="6B8A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5946829" y="3253084"/>
              <a:ext cx="576272" cy="1142383"/>
            </a:xfrm>
            <a:custGeom>
              <a:avLst/>
              <a:gdLst>
                <a:gd name="T0" fmla="*/ 774 w 833"/>
                <a:gd name="T1" fmla="*/ 78 h 1649"/>
                <a:gd name="T2" fmla="*/ 434 w 833"/>
                <a:gd name="T3" fmla="*/ 1 h 1649"/>
                <a:gd name="T4" fmla="*/ 434 w 833"/>
                <a:gd name="T5" fmla="*/ 0 h 1649"/>
                <a:gd name="T6" fmla="*/ 416 w 833"/>
                <a:gd name="T7" fmla="*/ 0 h 1649"/>
                <a:gd name="T8" fmla="*/ 398 w 833"/>
                <a:gd name="T9" fmla="*/ 0 h 1649"/>
                <a:gd name="T10" fmla="*/ 398 w 833"/>
                <a:gd name="T11" fmla="*/ 1 h 1649"/>
                <a:gd name="T12" fmla="*/ 59 w 833"/>
                <a:gd name="T13" fmla="*/ 78 h 1649"/>
                <a:gd name="T14" fmla="*/ 18 w 833"/>
                <a:gd name="T15" fmla="*/ 147 h 1649"/>
                <a:gd name="T16" fmla="*/ 0 w 833"/>
                <a:gd name="T17" fmla="*/ 771 h 1649"/>
                <a:gd name="T18" fmla="*/ 76 w 833"/>
                <a:gd name="T19" fmla="*/ 845 h 1649"/>
                <a:gd name="T20" fmla="*/ 150 w 833"/>
                <a:gd name="T21" fmla="*/ 768 h 1649"/>
                <a:gd name="T22" fmla="*/ 168 w 833"/>
                <a:gd name="T23" fmla="*/ 154 h 1649"/>
                <a:gd name="T24" fmla="*/ 192 w 833"/>
                <a:gd name="T25" fmla="*/ 159 h 1649"/>
                <a:gd name="T26" fmla="*/ 198 w 833"/>
                <a:gd name="T27" fmla="*/ 1188 h 1649"/>
                <a:gd name="T28" fmla="*/ 198 w 833"/>
                <a:gd name="T29" fmla="*/ 1550 h 1649"/>
                <a:gd name="T30" fmla="*/ 298 w 833"/>
                <a:gd name="T31" fmla="*/ 1649 h 1649"/>
                <a:gd name="T32" fmla="*/ 398 w 833"/>
                <a:gd name="T33" fmla="*/ 1550 h 1649"/>
                <a:gd name="T34" fmla="*/ 398 w 833"/>
                <a:gd name="T35" fmla="*/ 931 h 1649"/>
                <a:gd name="T36" fmla="*/ 434 w 833"/>
                <a:gd name="T37" fmla="*/ 931 h 1649"/>
                <a:gd name="T38" fmla="*/ 434 w 833"/>
                <a:gd name="T39" fmla="*/ 1550 h 1649"/>
                <a:gd name="T40" fmla="*/ 534 w 833"/>
                <a:gd name="T41" fmla="*/ 1649 h 1649"/>
                <a:gd name="T42" fmla="*/ 634 w 833"/>
                <a:gd name="T43" fmla="*/ 1550 h 1649"/>
                <a:gd name="T44" fmla="*/ 634 w 833"/>
                <a:gd name="T45" fmla="*/ 1188 h 1649"/>
                <a:gd name="T46" fmla="*/ 641 w 833"/>
                <a:gd name="T47" fmla="*/ 159 h 1649"/>
                <a:gd name="T48" fmla="*/ 664 w 833"/>
                <a:gd name="T49" fmla="*/ 154 h 1649"/>
                <a:gd name="T50" fmla="*/ 683 w 833"/>
                <a:gd name="T51" fmla="*/ 768 h 1649"/>
                <a:gd name="T52" fmla="*/ 756 w 833"/>
                <a:gd name="T53" fmla="*/ 845 h 1649"/>
                <a:gd name="T54" fmla="*/ 833 w 833"/>
                <a:gd name="T55" fmla="*/ 771 h 1649"/>
                <a:gd name="T56" fmla="*/ 815 w 833"/>
                <a:gd name="T57" fmla="*/ 147 h 1649"/>
                <a:gd name="T58" fmla="*/ 774 w 833"/>
                <a:gd name="T59" fmla="*/ 78 h 1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33" h="1649">
                  <a:moveTo>
                    <a:pt x="774" y="78"/>
                  </a:moveTo>
                  <a:cubicBezTo>
                    <a:pt x="751" y="37"/>
                    <a:pt x="610" y="5"/>
                    <a:pt x="434" y="1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28" y="0"/>
                    <a:pt x="422" y="0"/>
                    <a:pt x="416" y="0"/>
                  </a:cubicBezTo>
                  <a:cubicBezTo>
                    <a:pt x="410" y="0"/>
                    <a:pt x="404" y="0"/>
                    <a:pt x="398" y="0"/>
                  </a:cubicBezTo>
                  <a:cubicBezTo>
                    <a:pt x="398" y="1"/>
                    <a:pt x="398" y="1"/>
                    <a:pt x="398" y="1"/>
                  </a:cubicBezTo>
                  <a:cubicBezTo>
                    <a:pt x="222" y="5"/>
                    <a:pt x="81" y="37"/>
                    <a:pt x="59" y="78"/>
                  </a:cubicBezTo>
                  <a:cubicBezTo>
                    <a:pt x="34" y="91"/>
                    <a:pt x="17" y="117"/>
                    <a:pt x="18" y="147"/>
                  </a:cubicBezTo>
                  <a:cubicBezTo>
                    <a:pt x="0" y="771"/>
                    <a:pt x="0" y="771"/>
                    <a:pt x="0" y="771"/>
                  </a:cubicBezTo>
                  <a:cubicBezTo>
                    <a:pt x="0" y="813"/>
                    <a:pt x="35" y="846"/>
                    <a:pt x="76" y="845"/>
                  </a:cubicBezTo>
                  <a:cubicBezTo>
                    <a:pt x="118" y="844"/>
                    <a:pt x="150" y="809"/>
                    <a:pt x="150" y="768"/>
                  </a:cubicBezTo>
                  <a:cubicBezTo>
                    <a:pt x="168" y="154"/>
                    <a:pt x="168" y="154"/>
                    <a:pt x="168" y="154"/>
                  </a:cubicBezTo>
                  <a:cubicBezTo>
                    <a:pt x="176" y="156"/>
                    <a:pt x="183" y="157"/>
                    <a:pt x="192" y="159"/>
                  </a:cubicBezTo>
                  <a:cubicBezTo>
                    <a:pt x="198" y="1188"/>
                    <a:pt x="198" y="1188"/>
                    <a:pt x="198" y="1188"/>
                  </a:cubicBezTo>
                  <a:cubicBezTo>
                    <a:pt x="198" y="1550"/>
                    <a:pt x="198" y="1550"/>
                    <a:pt x="198" y="1550"/>
                  </a:cubicBezTo>
                  <a:cubicBezTo>
                    <a:pt x="198" y="1604"/>
                    <a:pt x="243" y="1649"/>
                    <a:pt x="298" y="1649"/>
                  </a:cubicBezTo>
                  <a:cubicBezTo>
                    <a:pt x="353" y="1649"/>
                    <a:pt x="398" y="1604"/>
                    <a:pt x="398" y="1550"/>
                  </a:cubicBezTo>
                  <a:cubicBezTo>
                    <a:pt x="398" y="931"/>
                    <a:pt x="398" y="931"/>
                    <a:pt x="398" y="931"/>
                  </a:cubicBezTo>
                  <a:cubicBezTo>
                    <a:pt x="434" y="931"/>
                    <a:pt x="434" y="931"/>
                    <a:pt x="434" y="931"/>
                  </a:cubicBezTo>
                  <a:cubicBezTo>
                    <a:pt x="434" y="1550"/>
                    <a:pt x="434" y="1550"/>
                    <a:pt x="434" y="1550"/>
                  </a:cubicBezTo>
                  <a:cubicBezTo>
                    <a:pt x="434" y="1604"/>
                    <a:pt x="479" y="1649"/>
                    <a:pt x="534" y="1649"/>
                  </a:cubicBezTo>
                  <a:cubicBezTo>
                    <a:pt x="589" y="1649"/>
                    <a:pt x="634" y="1604"/>
                    <a:pt x="634" y="1550"/>
                  </a:cubicBezTo>
                  <a:cubicBezTo>
                    <a:pt x="634" y="1188"/>
                    <a:pt x="634" y="1188"/>
                    <a:pt x="634" y="1188"/>
                  </a:cubicBezTo>
                  <a:cubicBezTo>
                    <a:pt x="641" y="159"/>
                    <a:pt x="641" y="159"/>
                    <a:pt x="641" y="159"/>
                  </a:cubicBezTo>
                  <a:cubicBezTo>
                    <a:pt x="649" y="157"/>
                    <a:pt x="657" y="156"/>
                    <a:pt x="664" y="154"/>
                  </a:cubicBezTo>
                  <a:cubicBezTo>
                    <a:pt x="683" y="768"/>
                    <a:pt x="683" y="768"/>
                    <a:pt x="683" y="768"/>
                  </a:cubicBezTo>
                  <a:cubicBezTo>
                    <a:pt x="682" y="809"/>
                    <a:pt x="715" y="844"/>
                    <a:pt x="756" y="845"/>
                  </a:cubicBezTo>
                  <a:cubicBezTo>
                    <a:pt x="797" y="846"/>
                    <a:pt x="833" y="813"/>
                    <a:pt x="833" y="771"/>
                  </a:cubicBezTo>
                  <a:cubicBezTo>
                    <a:pt x="815" y="147"/>
                    <a:pt x="815" y="147"/>
                    <a:pt x="815" y="147"/>
                  </a:cubicBezTo>
                  <a:cubicBezTo>
                    <a:pt x="815" y="117"/>
                    <a:pt x="799" y="91"/>
                    <a:pt x="774" y="78"/>
                  </a:cubicBezTo>
                  <a:close/>
                </a:path>
              </a:pathLst>
            </a:custGeom>
            <a:solidFill>
              <a:srgbClr val="6B8A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4" name="Freeform 20"/>
            <p:cNvSpPr>
              <a:spLocks/>
            </p:cNvSpPr>
            <p:nvPr/>
          </p:nvSpPr>
          <p:spPr bwMode="auto">
            <a:xfrm>
              <a:off x="6181983" y="2048283"/>
              <a:ext cx="100158" cy="471759"/>
            </a:xfrm>
            <a:custGeom>
              <a:avLst/>
              <a:gdLst>
                <a:gd name="T0" fmla="*/ 144 w 144"/>
                <a:gd name="T1" fmla="*/ 611 h 683"/>
                <a:gd name="T2" fmla="*/ 72 w 144"/>
                <a:gd name="T3" fmla="*/ 683 h 683"/>
                <a:gd name="T4" fmla="*/ 72 w 144"/>
                <a:gd name="T5" fmla="*/ 683 h 683"/>
                <a:gd name="T6" fmla="*/ 0 w 144"/>
                <a:gd name="T7" fmla="*/ 611 h 683"/>
                <a:gd name="T8" fmla="*/ 0 w 144"/>
                <a:gd name="T9" fmla="*/ 72 h 683"/>
                <a:gd name="T10" fmla="*/ 72 w 144"/>
                <a:gd name="T11" fmla="*/ 0 h 683"/>
                <a:gd name="T12" fmla="*/ 72 w 144"/>
                <a:gd name="T13" fmla="*/ 0 h 683"/>
                <a:gd name="T14" fmla="*/ 144 w 144"/>
                <a:gd name="T15" fmla="*/ 72 h 683"/>
                <a:gd name="T16" fmla="*/ 144 w 144"/>
                <a:gd name="T17" fmla="*/ 611 h 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683">
                  <a:moveTo>
                    <a:pt x="144" y="611"/>
                  </a:moveTo>
                  <a:cubicBezTo>
                    <a:pt x="144" y="651"/>
                    <a:pt x="112" y="683"/>
                    <a:pt x="72" y="683"/>
                  </a:cubicBezTo>
                  <a:cubicBezTo>
                    <a:pt x="72" y="683"/>
                    <a:pt x="72" y="683"/>
                    <a:pt x="72" y="683"/>
                  </a:cubicBezTo>
                  <a:cubicBezTo>
                    <a:pt x="32" y="683"/>
                    <a:pt x="0" y="651"/>
                    <a:pt x="0" y="6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33"/>
                    <a:pt x="3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112" y="0"/>
                    <a:pt x="144" y="33"/>
                    <a:pt x="144" y="72"/>
                  </a:cubicBezTo>
                  <a:lnTo>
                    <a:pt x="144" y="611"/>
                  </a:lnTo>
                  <a:close/>
                </a:path>
              </a:pathLst>
            </a:custGeom>
            <a:solidFill>
              <a:srgbClr val="EFC9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5" name="Freeform 21"/>
            <p:cNvSpPr>
              <a:spLocks/>
            </p:cNvSpPr>
            <p:nvPr/>
          </p:nvSpPr>
          <p:spPr bwMode="auto">
            <a:xfrm>
              <a:off x="6755352" y="2248599"/>
              <a:ext cx="373053" cy="374505"/>
            </a:xfrm>
            <a:custGeom>
              <a:avLst/>
              <a:gdLst>
                <a:gd name="T0" fmla="*/ 130 w 539"/>
                <a:gd name="T1" fmla="*/ 511 h 539"/>
                <a:gd name="T2" fmla="*/ 28 w 539"/>
                <a:gd name="T3" fmla="*/ 511 h 539"/>
                <a:gd name="T4" fmla="*/ 28 w 539"/>
                <a:gd name="T5" fmla="*/ 511 h 539"/>
                <a:gd name="T6" fmla="*/ 28 w 539"/>
                <a:gd name="T7" fmla="*/ 409 h 539"/>
                <a:gd name="T8" fmla="*/ 408 w 539"/>
                <a:gd name="T9" fmla="*/ 28 h 539"/>
                <a:gd name="T10" fmla="*/ 511 w 539"/>
                <a:gd name="T11" fmla="*/ 28 h 539"/>
                <a:gd name="T12" fmla="*/ 511 w 539"/>
                <a:gd name="T13" fmla="*/ 28 h 539"/>
                <a:gd name="T14" fmla="*/ 511 w 539"/>
                <a:gd name="T15" fmla="*/ 130 h 539"/>
                <a:gd name="T16" fmla="*/ 130 w 539"/>
                <a:gd name="T17" fmla="*/ 511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9" h="539">
                  <a:moveTo>
                    <a:pt x="130" y="511"/>
                  </a:moveTo>
                  <a:cubicBezTo>
                    <a:pt x="102" y="539"/>
                    <a:pt x="56" y="539"/>
                    <a:pt x="28" y="511"/>
                  </a:cubicBezTo>
                  <a:cubicBezTo>
                    <a:pt x="28" y="511"/>
                    <a:pt x="28" y="511"/>
                    <a:pt x="28" y="511"/>
                  </a:cubicBezTo>
                  <a:cubicBezTo>
                    <a:pt x="0" y="483"/>
                    <a:pt x="0" y="437"/>
                    <a:pt x="28" y="409"/>
                  </a:cubicBezTo>
                  <a:cubicBezTo>
                    <a:pt x="408" y="28"/>
                    <a:pt x="408" y="28"/>
                    <a:pt x="408" y="28"/>
                  </a:cubicBezTo>
                  <a:cubicBezTo>
                    <a:pt x="437" y="0"/>
                    <a:pt x="482" y="0"/>
                    <a:pt x="511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39" y="56"/>
                    <a:pt x="539" y="102"/>
                    <a:pt x="511" y="130"/>
                  </a:cubicBezTo>
                  <a:lnTo>
                    <a:pt x="130" y="511"/>
                  </a:lnTo>
                  <a:close/>
                </a:path>
              </a:pathLst>
            </a:custGeom>
            <a:solidFill>
              <a:srgbClr val="EFC9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6" name="Freeform 22"/>
            <p:cNvSpPr>
              <a:spLocks/>
            </p:cNvSpPr>
            <p:nvPr/>
          </p:nvSpPr>
          <p:spPr bwMode="auto">
            <a:xfrm>
              <a:off x="5402491" y="2255858"/>
              <a:ext cx="373053" cy="373052"/>
            </a:xfrm>
            <a:custGeom>
              <a:avLst/>
              <a:gdLst>
                <a:gd name="T0" fmla="*/ 409 w 540"/>
                <a:gd name="T1" fmla="*/ 511 h 539"/>
                <a:gd name="T2" fmla="*/ 511 w 540"/>
                <a:gd name="T3" fmla="*/ 511 h 539"/>
                <a:gd name="T4" fmla="*/ 511 w 540"/>
                <a:gd name="T5" fmla="*/ 511 h 539"/>
                <a:gd name="T6" fmla="*/ 511 w 540"/>
                <a:gd name="T7" fmla="*/ 409 h 539"/>
                <a:gd name="T8" fmla="*/ 131 w 540"/>
                <a:gd name="T9" fmla="*/ 28 h 539"/>
                <a:gd name="T10" fmla="*/ 28 w 540"/>
                <a:gd name="T11" fmla="*/ 28 h 539"/>
                <a:gd name="T12" fmla="*/ 28 w 540"/>
                <a:gd name="T13" fmla="*/ 28 h 539"/>
                <a:gd name="T14" fmla="*/ 28 w 540"/>
                <a:gd name="T15" fmla="*/ 130 h 539"/>
                <a:gd name="T16" fmla="*/ 409 w 540"/>
                <a:gd name="T17" fmla="*/ 511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0" h="539">
                  <a:moveTo>
                    <a:pt x="409" y="511"/>
                  </a:moveTo>
                  <a:cubicBezTo>
                    <a:pt x="437" y="539"/>
                    <a:pt x="483" y="539"/>
                    <a:pt x="511" y="511"/>
                  </a:cubicBezTo>
                  <a:cubicBezTo>
                    <a:pt x="511" y="511"/>
                    <a:pt x="511" y="511"/>
                    <a:pt x="511" y="511"/>
                  </a:cubicBezTo>
                  <a:cubicBezTo>
                    <a:pt x="540" y="482"/>
                    <a:pt x="540" y="437"/>
                    <a:pt x="511" y="409"/>
                  </a:cubicBezTo>
                  <a:cubicBezTo>
                    <a:pt x="131" y="28"/>
                    <a:pt x="131" y="28"/>
                    <a:pt x="131" y="28"/>
                  </a:cubicBezTo>
                  <a:cubicBezTo>
                    <a:pt x="102" y="0"/>
                    <a:pt x="57" y="0"/>
                    <a:pt x="28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0" y="56"/>
                    <a:pt x="0" y="102"/>
                    <a:pt x="28" y="130"/>
                  </a:cubicBezTo>
                  <a:lnTo>
                    <a:pt x="409" y="511"/>
                  </a:lnTo>
                  <a:close/>
                </a:path>
              </a:pathLst>
            </a:custGeom>
            <a:solidFill>
              <a:srgbClr val="EFC9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7" name="Freeform 28"/>
            <p:cNvSpPr>
              <a:spLocks/>
            </p:cNvSpPr>
            <p:nvPr/>
          </p:nvSpPr>
          <p:spPr bwMode="auto">
            <a:xfrm>
              <a:off x="6919379" y="4306923"/>
              <a:ext cx="39192" cy="37741"/>
            </a:xfrm>
            <a:custGeom>
              <a:avLst/>
              <a:gdLst>
                <a:gd name="T0" fmla="*/ 9 w 27"/>
                <a:gd name="T1" fmla="*/ 26 h 26"/>
                <a:gd name="T2" fmla="*/ 0 w 27"/>
                <a:gd name="T3" fmla="*/ 17 h 26"/>
                <a:gd name="T4" fmla="*/ 19 w 27"/>
                <a:gd name="T5" fmla="*/ 0 h 26"/>
                <a:gd name="T6" fmla="*/ 27 w 27"/>
                <a:gd name="T7" fmla="*/ 10 h 26"/>
                <a:gd name="T8" fmla="*/ 9 w 27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6">
                  <a:moveTo>
                    <a:pt x="9" y="26"/>
                  </a:moveTo>
                  <a:lnTo>
                    <a:pt x="0" y="17"/>
                  </a:lnTo>
                  <a:lnTo>
                    <a:pt x="19" y="0"/>
                  </a:lnTo>
                  <a:lnTo>
                    <a:pt x="27" y="10"/>
                  </a:lnTo>
                  <a:lnTo>
                    <a:pt x="9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6330043" y="5588658"/>
              <a:ext cx="341118" cy="608206"/>
            </a:xfrm>
            <a:custGeom>
              <a:avLst/>
              <a:gdLst>
                <a:gd name="T0" fmla="*/ 379 w 494"/>
                <a:gd name="T1" fmla="*/ 0 h 879"/>
                <a:gd name="T2" fmla="*/ 494 w 494"/>
                <a:gd name="T3" fmla="*/ 471 h 879"/>
                <a:gd name="T4" fmla="*/ 83 w 494"/>
                <a:gd name="T5" fmla="*/ 879 h 879"/>
                <a:gd name="T6" fmla="*/ 51 w 494"/>
                <a:gd name="T7" fmla="*/ 513 h 879"/>
                <a:gd name="T8" fmla="*/ 379 w 494"/>
                <a:gd name="T9" fmla="*/ 0 h 8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4" h="879">
                  <a:moveTo>
                    <a:pt x="379" y="0"/>
                  </a:moveTo>
                  <a:cubicBezTo>
                    <a:pt x="494" y="471"/>
                    <a:pt x="494" y="471"/>
                    <a:pt x="494" y="471"/>
                  </a:cubicBezTo>
                  <a:cubicBezTo>
                    <a:pt x="83" y="879"/>
                    <a:pt x="83" y="879"/>
                    <a:pt x="83" y="879"/>
                  </a:cubicBezTo>
                  <a:cubicBezTo>
                    <a:pt x="83" y="879"/>
                    <a:pt x="0" y="663"/>
                    <a:pt x="51" y="513"/>
                  </a:cubicBezTo>
                  <a:cubicBezTo>
                    <a:pt x="90" y="399"/>
                    <a:pt x="379" y="0"/>
                    <a:pt x="379" y="0"/>
                  </a:cubicBezTo>
                  <a:close/>
                </a:path>
              </a:pathLst>
            </a:custGeom>
            <a:solidFill>
              <a:srgbClr val="F9BB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6330043" y="5588658"/>
              <a:ext cx="304829" cy="608206"/>
            </a:xfrm>
            <a:custGeom>
              <a:avLst/>
              <a:gdLst>
                <a:gd name="T0" fmla="*/ 51 w 440"/>
                <a:gd name="T1" fmla="*/ 513 h 879"/>
                <a:gd name="T2" fmla="*/ 379 w 440"/>
                <a:gd name="T3" fmla="*/ 0 h 879"/>
                <a:gd name="T4" fmla="*/ 440 w 440"/>
                <a:gd name="T5" fmla="*/ 250 h 879"/>
                <a:gd name="T6" fmla="*/ 164 w 440"/>
                <a:gd name="T7" fmla="*/ 594 h 879"/>
                <a:gd name="T8" fmla="*/ 139 w 440"/>
                <a:gd name="T9" fmla="*/ 823 h 879"/>
                <a:gd name="T10" fmla="*/ 83 w 440"/>
                <a:gd name="T11" fmla="*/ 879 h 879"/>
                <a:gd name="T12" fmla="*/ 51 w 440"/>
                <a:gd name="T13" fmla="*/ 513 h 8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0" h="879">
                  <a:moveTo>
                    <a:pt x="51" y="513"/>
                  </a:moveTo>
                  <a:cubicBezTo>
                    <a:pt x="90" y="399"/>
                    <a:pt x="379" y="0"/>
                    <a:pt x="379" y="0"/>
                  </a:cubicBezTo>
                  <a:cubicBezTo>
                    <a:pt x="440" y="250"/>
                    <a:pt x="440" y="250"/>
                    <a:pt x="440" y="250"/>
                  </a:cubicBezTo>
                  <a:cubicBezTo>
                    <a:pt x="307" y="393"/>
                    <a:pt x="210" y="505"/>
                    <a:pt x="164" y="594"/>
                  </a:cubicBezTo>
                  <a:cubicBezTo>
                    <a:pt x="139" y="642"/>
                    <a:pt x="140" y="734"/>
                    <a:pt x="139" y="823"/>
                  </a:cubicBezTo>
                  <a:cubicBezTo>
                    <a:pt x="83" y="879"/>
                    <a:pt x="83" y="879"/>
                    <a:pt x="83" y="879"/>
                  </a:cubicBezTo>
                  <a:cubicBezTo>
                    <a:pt x="83" y="879"/>
                    <a:pt x="0" y="663"/>
                    <a:pt x="51" y="513"/>
                  </a:cubicBezTo>
                  <a:close/>
                </a:path>
              </a:pathLst>
            </a:custGeom>
            <a:solidFill>
              <a:srgbClr val="EAA1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>
              <a:off x="6401170" y="5998000"/>
              <a:ext cx="105964" cy="174188"/>
            </a:xfrm>
            <a:custGeom>
              <a:avLst/>
              <a:gdLst>
                <a:gd name="T0" fmla="*/ 15 w 153"/>
                <a:gd name="T1" fmla="*/ 252 h 252"/>
                <a:gd name="T2" fmla="*/ 3 w 153"/>
                <a:gd name="T3" fmla="*/ 178 h 252"/>
                <a:gd name="T4" fmla="*/ 100 w 153"/>
                <a:gd name="T5" fmla="*/ 0 h 252"/>
                <a:gd name="T6" fmla="*/ 153 w 153"/>
                <a:gd name="T7" fmla="*/ 115 h 252"/>
                <a:gd name="T8" fmla="*/ 15 w 153"/>
                <a:gd name="T9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252">
                  <a:moveTo>
                    <a:pt x="15" y="252"/>
                  </a:moveTo>
                  <a:cubicBezTo>
                    <a:pt x="9" y="227"/>
                    <a:pt x="3" y="199"/>
                    <a:pt x="3" y="178"/>
                  </a:cubicBezTo>
                  <a:cubicBezTo>
                    <a:pt x="0" y="108"/>
                    <a:pt x="100" y="0"/>
                    <a:pt x="100" y="0"/>
                  </a:cubicBezTo>
                  <a:cubicBezTo>
                    <a:pt x="153" y="115"/>
                    <a:pt x="153" y="115"/>
                    <a:pt x="153" y="115"/>
                  </a:cubicBezTo>
                  <a:lnTo>
                    <a:pt x="15" y="252"/>
                  </a:lnTo>
                  <a:close/>
                </a:path>
              </a:pathLst>
            </a:custGeom>
            <a:solidFill>
              <a:srgbClr val="FFE2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6319882" y="5311408"/>
              <a:ext cx="330958" cy="621271"/>
            </a:xfrm>
            <a:custGeom>
              <a:avLst/>
              <a:gdLst>
                <a:gd name="T0" fmla="*/ 330 w 478"/>
                <a:gd name="T1" fmla="*/ 0 h 898"/>
                <a:gd name="T2" fmla="*/ 478 w 478"/>
                <a:gd name="T3" fmla="*/ 461 h 898"/>
                <a:gd name="T4" fmla="*/ 98 w 478"/>
                <a:gd name="T5" fmla="*/ 898 h 898"/>
                <a:gd name="T6" fmla="*/ 40 w 478"/>
                <a:gd name="T7" fmla="*/ 535 h 898"/>
                <a:gd name="T8" fmla="*/ 330 w 478"/>
                <a:gd name="T9" fmla="*/ 0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898">
                  <a:moveTo>
                    <a:pt x="330" y="0"/>
                  </a:moveTo>
                  <a:cubicBezTo>
                    <a:pt x="478" y="461"/>
                    <a:pt x="478" y="461"/>
                    <a:pt x="478" y="461"/>
                  </a:cubicBezTo>
                  <a:cubicBezTo>
                    <a:pt x="98" y="898"/>
                    <a:pt x="98" y="898"/>
                    <a:pt x="98" y="898"/>
                  </a:cubicBezTo>
                  <a:cubicBezTo>
                    <a:pt x="98" y="898"/>
                    <a:pt x="0" y="688"/>
                    <a:pt x="40" y="535"/>
                  </a:cubicBezTo>
                  <a:cubicBezTo>
                    <a:pt x="71" y="419"/>
                    <a:pt x="330" y="0"/>
                    <a:pt x="330" y="0"/>
                  </a:cubicBezTo>
                  <a:close/>
                </a:path>
              </a:pathLst>
            </a:custGeom>
            <a:solidFill>
              <a:srgbClr val="F9BB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auto">
            <a:xfrm>
              <a:off x="6319882" y="5311408"/>
              <a:ext cx="283055" cy="621271"/>
            </a:xfrm>
            <a:custGeom>
              <a:avLst/>
              <a:gdLst>
                <a:gd name="T0" fmla="*/ 40 w 409"/>
                <a:gd name="T1" fmla="*/ 535 h 898"/>
                <a:gd name="T2" fmla="*/ 330 w 409"/>
                <a:gd name="T3" fmla="*/ 0 h 898"/>
                <a:gd name="T4" fmla="*/ 409 w 409"/>
                <a:gd name="T5" fmla="*/ 244 h 898"/>
                <a:gd name="T6" fmla="*/ 159 w 409"/>
                <a:gd name="T7" fmla="*/ 608 h 898"/>
                <a:gd name="T8" fmla="*/ 150 w 409"/>
                <a:gd name="T9" fmla="*/ 837 h 898"/>
                <a:gd name="T10" fmla="*/ 98 w 409"/>
                <a:gd name="T11" fmla="*/ 898 h 898"/>
                <a:gd name="T12" fmla="*/ 40 w 409"/>
                <a:gd name="T13" fmla="*/ 535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9" h="898">
                  <a:moveTo>
                    <a:pt x="40" y="535"/>
                  </a:moveTo>
                  <a:cubicBezTo>
                    <a:pt x="71" y="419"/>
                    <a:pt x="330" y="0"/>
                    <a:pt x="330" y="0"/>
                  </a:cubicBezTo>
                  <a:cubicBezTo>
                    <a:pt x="409" y="244"/>
                    <a:pt x="409" y="244"/>
                    <a:pt x="409" y="244"/>
                  </a:cubicBezTo>
                  <a:cubicBezTo>
                    <a:pt x="287" y="397"/>
                    <a:pt x="198" y="516"/>
                    <a:pt x="159" y="608"/>
                  </a:cubicBezTo>
                  <a:cubicBezTo>
                    <a:pt x="138" y="657"/>
                    <a:pt x="144" y="749"/>
                    <a:pt x="150" y="837"/>
                  </a:cubicBezTo>
                  <a:cubicBezTo>
                    <a:pt x="98" y="898"/>
                    <a:pt x="98" y="898"/>
                    <a:pt x="98" y="898"/>
                  </a:cubicBezTo>
                  <a:cubicBezTo>
                    <a:pt x="98" y="898"/>
                    <a:pt x="0" y="688"/>
                    <a:pt x="40" y="535"/>
                  </a:cubicBezTo>
                  <a:close/>
                </a:path>
              </a:pathLst>
            </a:custGeom>
            <a:solidFill>
              <a:srgbClr val="EAA1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auto">
            <a:xfrm>
              <a:off x="6393912" y="5728008"/>
              <a:ext cx="105964" cy="177091"/>
            </a:xfrm>
            <a:custGeom>
              <a:avLst/>
              <a:gdLst>
                <a:gd name="T0" fmla="*/ 24 w 152"/>
                <a:gd name="T1" fmla="*/ 257 h 257"/>
                <a:gd name="T2" fmla="*/ 7 w 152"/>
                <a:gd name="T3" fmla="*/ 184 h 257"/>
                <a:gd name="T4" fmla="*/ 92 w 152"/>
                <a:gd name="T5" fmla="*/ 0 h 257"/>
                <a:gd name="T6" fmla="*/ 152 w 152"/>
                <a:gd name="T7" fmla="*/ 110 h 257"/>
                <a:gd name="T8" fmla="*/ 24 w 152"/>
                <a:gd name="T9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257">
                  <a:moveTo>
                    <a:pt x="24" y="257"/>
                  </a:moveTo>
                  <a:cubicBezTo>
                    <a:pt x="17" y="233"/>
                    <a:pt x="9" y="205"/>
                    <a:pt x="7" y="184"/>
                  </a:cubicBezTo>
                  <a:cubicBezTo>
                    <a:pt x="0" y="115"/>
                    <a:pt x="92" y="0"/>
                    <a:pt x="92" y="0"/>
                  </a:cubicBezTo>
                  <a:cubicBezTo>
                    <a:pt x="152" y="110"/>
                    <a:pt x="152" y="110"/>
                    <a:pt x="152" y="110"/>
                  </a:cubicBezTo>
                  <a:lnTo>
                    <a:pt x="24" y="257"/>
                  </a:lnTo>
                  <a:close/>
                </a:path>
              </a:pathLst>
            </a:custGeom>
            <a:solidFill>
              <a:srgbClr val="FFE2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auto">
            <a:xfrm>
              <a:off x="6344558" y="5096576"/>
              <a:ext cx="256927" cy="500790"/>
            </a:xfrm>
            <a:custGeom>
              <a:avLst/>
              <a:gdLst>
                <a:gd name="T0" fmla="*/ 82 w 371"/>
                <a:gd name="T1" fmla="*/ 0 h 724"/>
                <a:gd name="T2" fmla="*/ 371 w 371"/>
                <a:gd name="T3" fmla="*/ 335 h 724"/>
                <a:gd name="T4" fmla="*/ 125 w 371"/>
                <a:gd name="T5" fmla="*/ 724 h 724"/>
                <a:gd name="T6" fmla="*/ 25 w 371"/>
                <a:gd name="T7" fmla="*/ 481 h 724"/>
                <a:gd name="T8" fmla="*/ 81 w 371"/>
                <a:gd name="T9" fmla="*/ 312 h 724"/>
                <a:gd name="T10" fmla="*/ 82 w 371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1" h="724">
                  <a:moveTo>
                    <a:pt x="82" y="0"/>
                  </a:moveTo>
                  <a:cubicBezTo>
                    <a:pt x="371" y="335"/>
                    <a:pt x="371" y="335"/>
                    <a:pt x="371" y="335"/>
                  </a:cubicBezTo>
                  <a:cubicBezTo>
                    <a:pt x="125" y="724"/>
                    <a:pt x="125" y="724"/>
                    <a:pt x="125" y="724"/>
                  </a:cubicBezTo>
                  <a:cubicBezTo>
                    <a:pt x="125" y="724"/>
                    <a:pt x="0" y="639"/>
                    <a:pt x="25" y="481"/>
                  </a:cubicBezTo>
                  <a:cubicBezTo>
                    <a:pt x="43" y="361"/>
                    <a:pt x="81" y="312"/>
                    <a:pt x="81" y="312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F9BB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auto">
            <a:xfrm>
              <a:off x="6412782" y="5398502"/>
              <a:ext cx="103061" cy="177091"/>
            </a:xfrm>
            <a:custGeom>
              <a:avLst/>
              <a:gdLst>
                <a:gd name="T0" fmla="*/ 149 w 149"/>
                <a:gd name="T1" fmla="*/ 96 h 256"/>
                <a:gd name="T2" fmla="*/ 47 w 149"/>
                <a:gd name="T3" fmla="*/ 256 h 256"/>
                <a:gd name="T4" fmla="*/ 21 w 149"/>
                <a:gd name="T5" fmla="*/ 198 h 256"/>
                <a:gd name="T6" fmla="*/ 67 w 149"/>
                <a:gd name="T7" fmla="*/ 0 h 256"/>
                <a:gd name="T8" fmla="*/ 149 w 149"/>
                <a:gd name="T9" fmla="*/ 9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256">
                  <a:moveTo>
                    <a:pt x="149" y="96"/>
                  </a:moveTo>
                  <a:cubicBezTo>
                    <a:pt x="47" y="256"/>
                    <a:pt x="47" y="256"/>
                    <a:pt x="47" y="256"/>
                  </a:cubicBezTo>
                  <a:cubicBezTo>
                    <a:pt x="37" y="236"/>
                    <a:pt x="27" y="215"/>
                    <a:pt x="21" y="198"/>
                  </a:cubicBezTo>
                  <a:cubicBezTo>
                    <a:pt x="0" y="131"/>
                    <a:pt x="67" y="0"/>
                    <a:pt x="67" y="0"/>
                  </a:cubicBezTo>
                  <a:lnTo>
                    <a:pt x="149" y="96"/>
                  </a:lnTo>
                  <a:close/>
                </a:path>
              </a:pathLst>
            </a:custGeom>
            <a:solidFill>
              <a:srgbClr val="FFE2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auto">
            <a:xfrm>
              <a:off x="6367783" y="5096576"/>
              <a:ext cx="155317" cy="301926"/>
            </a:xfrm>
            <a:custGeom>
              <a:avLst/>
              <a:gdLst>
                <a:gd name="T0" fmla="*/ 49 w 225"/>
                <a:gd name="T1" fmla="*/ 0 h 437"/>
                <a:gd name="T2" fmla="*/ 225 w 225"/>
                <a:gd name="T3" fmla="*/ 203 h 437"/>
                <a:gd name="T4" fmla="*/ 17 w 225"/>
                <a:gd name="T5" fmla="*/ 391 h 437"/>
                <a:gd name="T6" fmla="*/ 0 w 225"/>
                <a:gd name="T7" fmla="*/ 437 h 437"/>
                <a:gd name="T8" fmla="*/ 48 w 225"/>
                <a:gd name="T9" fmla="*/ 312 h 437"/>
                <a:gd name="T10" fmla="*/ 49 w 225"/>
                <a:gd name="T11" fmla="*/ 0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5" h="437">
                  <a:moveTo>
                    <a:pt x="49" y="0"/>
                  </a:moveTo>
                  <a:cubicBezTo>
                    <a:pt x="225" y="203"/>
                    <a:pt x="225" y="203"/>
                    <a:pt x="225" y="203"/>
                  </a:cubicBezTo>
                  <a:cubicBezTo>
                    <a:pt x="115" y="258"/>
                    <a:pt x="55" y="293"/>
                    <a:pt x="17" y="391"/>
                  </a:cubicBezTo>
                  <a:cubicBezTo>
                    <a:pt x="11" y="407"/>
                    <a:pt x="5" y="423"/>
                    <a:pt x="0" y="437"/>
                  </a:cubicBezTo>
                  <a:cubicBezTo>
                    <a:pt x="19" y="349"/>
                    <a:pt x="48" y="312"/>
                    <a:pt x="48" y="312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rgbClr val="EAA1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1" name="Freeform 49"/>
            <p:cNvSpPr>
              <a:spLocks/>
            </p:cNvSpPr>
            <p:nvPr/>
          </p:nvSpPr>
          <p:spPr bwMode="auto">
            <a:xfrm>
              <a:off x="6025213" y="4619010"/>
              <a:ext cx="429664" cy="187252"/>
            </a:xfrm>
            <a:custGeom>
              <a:avLst/>
              <a:gdLst>
                <a:gd name="T0" fmla="*/ 0 w 620"/>
                <a:gd name="T1" fmla="*/ 135 h 269"/>
                <a:gd name="T2" fmla="*/ 134 w 620"/>
                <a:gd name="T3" fmla="*/ 269 h 269"/>
                <a:gd name="T4" fmla="*/ 486 w 620"/>
                <a:gd name="T5" fmla="*/ 269 h 269"/>
                <a:gd name="T6" fmla="*/ 620 w 620"/>
                <a:gd name="T7" fmla="*/ 135 h 269"/>
                <a:gd name="T8" fmla="*/ 620 w 620"/>
                <a:gd name="T9" fmla="*/ 135 h 269"/>
                <a:gd name="T10" fmla="*/ 486 w 620"/>
                <a:gd name="T11" fmla="*/ 0 h 269"/>
                <a:gd name="T12" fmla="*/ 134 w 620"/>
                <a:gd name="T13" fmla="*/ 0 h 269"/>
                <a:gd name="T14" fmla="*/ 0 w 620"/>
                <a:gd name="T15" fmla="*/ 135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0" h="269">
                  <a:moveTo>
                    <a:pt x="0" y="135"/>
                  </a:moveTo>
                  <a:cubicBezTo>
                    <a:pt x="0" y="209"/>
                    <a:pt x="60" y="269"/>
                    <a:pt x="134" y="269"/>
                  </a:cubicBezTo>
                  <a:cubicBezTo>
                    <a:pt x="486" y="269"/>
                    <a:pt x="486" y="269"/>
                    <a:pt x="486" y="269"/>
                  </a:cubicBezTo>
                  <a:cubicBezTo>
                    <a:pt x="560" y="269"/>
                    <a:pt x="620" y="209"/>
                    <a:pt x="620" y="135"/>
                  </a:cubicBezTo>
                  <a:cubicBezTo>
                    <a:pt x="620" y="135"/>
                    <a:pt x="620" y="135"/>
                    <a:pt x="620" y="135"/>
                  </a:cubicBezTo>
                  <a:cubicBezTo>
                    <a:pt x="620" y="61"/>
                    <a:pt x="560" y="0"/>
                    <a:pt x="486" y="0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60" y="0"/>
                    <a:pt x="0" y="61"/>
                    <a:pt x="0" y="135"/>
                  </a:cubicBezTo>
                  <a:close/>
                </a:path>
              </a:pathLst>
            </a:custGeom>
            <a:solidFill>
              <a:srgbClr val="3533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3" name="Freeform 53"/>
            <p:cNvSpPr>
              <a:spLocks/>
            </p:cNvSpPr>
            <p:nvPr/>
          </p:nvSpPr>
          <p:spPr bwMode="auto">
            <a:xfrm>
              <a:off x="5781350" y="4642235"/>
              <a:ext cx="545790" cy="899972"/>
            </a:xfrm>
            <a:custGeom>
              <a:avLst/>
              <a:gdLst>
                <a:gd name="T0" fmla="*/ 33 w 788"/>
                <a:gd name="T1" fmla="*/ 1207 h 1300"/>
                <a:gd name="T2" fmla="*/ 339 w 788"/>
                <a:gd name="T3" fmla="*/ 881 h 1300"/>
                <a:gd name="T4" fmla="*/ 339 w 788"/>
                <a:gd name="T5" fmla="*/ 881 h 1300"/>
                <a:gd name="T6" fmla="*/ 499 w 788"/>
                <a:gd name="T7" fmla="*/ 1032 h 1300"/>
                <a:gd name="T8" fmla="*/ 754 w 788"/>
                <a:gd name="T9" fmla="*/ 263 h 1300"/>
                <a:gd name="T10" fmla="*/ 647 w 788"/>
                <a:gd name="T11" fmla="*/ 34 h 1300"/>
                <a:gd name="T12" fmla="*/ 647 w 788"/>
                <a:gd name="T13" fmla="*/ 34 h 1300"/>
                <a:gd name="T14" fmla="*/ 417 w 788"/>
                <a:gd name="T15" fmla="*/ 141 h 1300"/>
                <a:gd name="T16" fmla="*/ 33 w 788"/>
                <a:gd name="T17" fmla="*/ 1207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8" h="1300">
                  <a:moveTo>
                    <a:pt x="33" y="1207"/>
                  </a:moveTo>
                  <a:cubicBezTo>
                    <a:pt x="0" y="1300"/>
                    <a:pt x="246" y="848"/>
                    <a:pt x="339" y="881"/>
                  </a:cubicBezTo>
                  <a:cubicBezTo>
                    <a:pt x="339" y="881"/>
                    <a:pt x="339" y="881"/>
                    <a:pt x="339" y="881"/>
                  </a:cubicBezTo>
                  <a:cubicBezTo>
                    <a:pt x="432" y="915"/>
                    <a:pt x="466" y="1125"/>
                    <a:pt x="499" y="1032"/>
                  </a:cubicBezTo>
                  <a:cubicBezTo>
                    <a:pt x="754" y="263"/>
                    <a:pt x="754" y="263"/>
                    <a:pt x="754" y="263"/>
                  </a:cubicBezTo>
                  <a:cubicBezTo>
                    <a:pt x="788" y="170"/>
                    <a:pt x="740" y="68"/>
                    <a:pt x="647" y="34"/>
                  </a:cubicBezTo>
                  <a:cubicBezTo>
                    <a:pt x="647" y="34"/>
                    <a:pt x="647" y="34"/>
                    <a:pt x="647" y="34"/>
                  </a:cubicBezTo>
                  <a:cubicBezTo>
                    <a:pt x="554" y="0"/>
                    <a:pt x="451" y="48"/>
                    <a:pt x="417" y="141"/>
                  </a:cubicBezTo>
                  <a:lnTo>
                    <a:pt x="33" y="1207"/>
                  </a:lnTo>
                  <a:close/>
                </a:path>
              </a:pathLst>
            </a:custGeom>
            <a:solidFill>
              <a:srgbClr val="F9BB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4" name="Freeform 54"/>
            <p:cNvSpPr>
              <a:spLocks/>
            </p:cNvSpPr>
            <p:nvPr/>
          </p:nvSpPr>
          <p:spPr bwMode="auto">
            <a:xfrm>
              <a:off x="6105050" y="4709007"/>
              <a:ext cx="164027" cy="152414"/>
            </a:xfrm>
            <a:custGeom>
              <a:avLst/>
              <a:gdLst>
                <a:gd name="T0" fmla="*/ 235 w 235"/>
                <a:gd name="T1" fmla="*/ 77 h 221"/>
                <a:gd name="T2" fmla="*/ 209 w 235"/>
                <a:gd name="T3" fmla="*/ 147 h 221"/>
                <a:gd name="T4" fmla="*/ 80 w 235"/>
                <a:gd name="T5" fmla="*/ 201 h 221"/>
                <a:gd name="T6" fmla="*/ 18 w 235"/>
                <a:gd name="T7" fmla="*/ 77 h 221"/>
                <a:gd name="T8" fmla="*/ 44 w 235"/>
                <a:gd name="T9" fmla="*/ 7 h 221"/>
                <a:gd name="T10" fmla="*/ 140 w 235"/>
                <a:gd name="T11" fmla="*/ 24 h 221"/>
                <a:gd name="T12" fmla="*/ 235 w 235"/>
                <a:gd name="T13" fmla="*/ 7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221">
                  <a:moveTo>
                    <a:pt x="235" y="77"/>
                  </a:moveTo>
                  <a:cubicBezTo>
                    <a:pt x="209" y="147"/>
                    <a:pt x="209" y="147"/>
                    <a:pt x="209" y="147"/>
                  </a:cubicBezTo>
                  <a:cubicBezTo>
                    <a:pt x="191" y="196"/>
                    <a:pt x="133" y="221"/>
                    <a:pt x="80" y="201"/>
                  </a:cubicBezTo>
                  <a:cubicBezTo>
                    <a:pt x="28" y="182"/>
                    <a:pt x="0" y="126"/>
                    <a:pt x="18" y="7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77" y="0"/>
                    <a:pt x="140" y="24"/>
                  </a:cubicBezTo>
                  <a:cubicBezTo>
                    <a:pt x="219" y="54"/>
                    <a:pt x="218" y="61"/>
                    <a:pt x="235" y="77"/>
                  </a:cubicBezTo>
                  <a:close/>
                </a:path>
              </a:pathLst>
            </a:custGeom>
            <a:solidFill>
              <a:srgbClr val="FFE2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5" name="Freeform 55"/>
            <p:cNvSpPr>
              <a:spLocks/>
            </p:cNvSpPr>
            <p:nvPr/>
          </p:nvSpPr>
          <p:spPr bwMode="auto">
            <a:xfrm>
              <a:off x="6026665" y="4993515"/>
              <a:ext cx="149511" cy="66772"/>
            </a:xfrm>
            <a:custGeom>
              <a:avLst/>
              <a:gdLst>
                <a:gd name="T0" fmla="*/ 214 w 216"/>
                <a:gd name="T1" fmla="*/ 86 h 95"/>
                <a:gd name="T2" fmla="*/ 207 w 216"/>
                <a:gd name="T3" fmla="*/ 72 h 95"/>
                <a:gd name="T4" fmla="*/ 17 w 216"/>
                <a:gd name="T5" fmla="*/ 2 h 95"/>
                <a:gd name="T6" fmla="*/ 2 w 216"/>
                <a:gd name="T7" fmla="*/ 9 h 95"/>
                <a:gd name="T8" fmla="*/ 2 w 216"/>
                <a:gd name="T9" fmla="*/ 9 h 95"/>
                <a:gd name="T10" fmla="*/ 10 w 216"/>
                <a:gd name="T11" fmla="*/ 23 h 95"/>
                <a:gd name="T12" fmla="*/ 199 w 216"/>
                <a:gd name="T13" fmla="*/ 92 h 95"/>
                <a:gd name="T14" fmla="*/ 214 w 216"/>
                <a:gd name="T15" fmla="*/ 86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" h="95">
                  <a:moveTo>
                    <a:pt x="214" y="86"/>
                  </a:moveTo>
                  <a:cubicBezTo>
                    <a:pt x="216" y="80"/>
                    <a:pt x="213" y="74"/>
                    <a:pt x="207" y="7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1" y="0"/>
                    <a:pt x="4" y="3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0" y="14"/>
                    <a:pt x="3" y="21"/>
                    <a:pt x="10" y="23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205" y="95"/>
                    <a:pt x="212" y="92"/>
                    <a:pt x="214" y="86"/>
                  </a:cubicBezTo>
                  <a:close/>
                </a:path>
              </a:pathLst>
            </a:custGeom>
            <a:solidFill>
              <a:srgbClr val="FFE2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6" name="Freeform 56"/>
            <p:cNvSpPr>
              <a:spLocks/>
            </p:cNvSpPr>
            <p:nvPr/>
          </p:nvSpPr>
          <p:spPr bwMode="auto">
            <a:xfrm>
              <a:off x="6073115" y="4973193"/>
              <a:ext cx="81288" cy="37741"/>
            </a:xfrm>
            <a:custGeom>
              <a:avLst/>
              <a:gdLst>
                <a:gd name="T0" fmla="*/ 115 w 117"/>
                <a:gd name="T1" fmla="*/ 49 h 56"/>
                <a:gd name="T2" fmla="*/ 109 w 117"/>
                <a:gd name="T3" fmla="*/ 36 h 56"/>
                <a:gd name="T4" fmla="*/ 15 w 117"/>
                <a:gd name="T5" fmla="*/ 2 h 56"/>
                <a:gd name="T6" fmla="*/ 2 w 117"/>
                <a:gd name="T7" fmla="*/ 7 h 56"/>
                <a:gd name="T8" fmla="*/ 2 w 117"/>
                <a:gd name="T9" fmla="*/ 7 h 56"/>
                <a:gd name="T10" fmla="*/ 9 w 117"/>
                <a:gd name="T11" fmla="*/ 20 h 56"/>
                <a:gd name="T12" fmla="*/ 102 w 117"/>
                <a:gd name="T13" fmla="*/ 54 h 56"/>
                <a:gd name="T14" fmla="*/ 115 w 117"/>
                <a:gd name="T15" fmla="*/ 4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7" h="56">
                  <a:moveTo>
                    <a:pt x="115" y="49"/>
                  </a:moveTo>
                  <a:cubicBezTo>
                    <a:pt x="117" y="44"/>
                    <a:pt x="114" y="38"/>
                    <a:pt x="109" y="36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0" y="0"/>
                    <a:pt x="4" y="2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12"/>
                    <a:pt x="3" y="18"/>
                    <a:pt x="9" y="20"/>
                  </a:cubicBezTo>
                  <a:cubicBezTo>
                    <a:pt x="102" y="54"/>
                    <a:pt x="102" y="54"/>
                    <a:pt x="102" y="54"/>
                  </a:cubicBezTo>
                  <a:cubicBezTo>
                    <a:pt x="108" y="56"/>
                    <a:pt x="114" y="54"/>
                    <a:pt x="115" y="49"/>
                  </a:cubicBezTo>
                  <a:close/>
                </a:path>
              </a:pathLst>
            </a:custGeom>
            <a:solidFill>
              <a:srgbClr val="FFE2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Freeform 372"/>
          <p:cNvSpPr>
            <a:spLocks/>
          </p:cNvSpPr>
          <p:nvPr/>
        </p:nvSpPr>
        <p:spPr bwMode="auto">
          <a:xfrm>
            <a:off x="4146165" y="2623104"/>
            <a:ext cx="563432" cy="378859"/>
          </a:xfrm>
          <a:custGeom>
            <a:avLst/>
            <a:gdLst>
              <a:gd name="T0" fmla="*/ 156 w 174"/>
              <a:gd name="T1" fmla="*/ 71 h 117"/>
              <a:gd name="T2" fmla="*/ 174 w 174"/>
              <a:gd name="T3" fmla="*/ 0 h 117"/>
              <a:gd name="T4" fmla="*/ 103 w 174"/>
              <a:gd name="T5" fmla="*/ 18 h 117"/>
              <a:gd name="T6" fmla="*/ 121 w 174"/>
              <a:gd name="T7" fmla="*/ 35 h 117"/>
              <a:gd name="T8" fmla="*/ 90 w 174"/>
              <a:gd name="T9" fmla="*/ 66 h 117"/>
              <a:gd name="T10" fmla="*/ 62 w 174"/>
              <a:gd name="T11" fmla="*/ 37 h 117"/>
              <a:gd name="T12" fmla="*/ 0 w 174"/>
              <a:gd name="T13" fmla="*/ 99 h 117"/>
              <a:gd name="T14" fmla="*/ 19 w 174"/>
              <a:gd name="T15" fmla="*/ 117 h 117"/>
              <a:gd name="T16" fmla="*/ 19 w 174"/>
              <a:gd name="T17" fmla="*/ 117 h 117"/>
              <a:gd name="T18" fmla="*/ 62 w 174"/>
              <a:gd name="T19" fmla="*/ 74 h 117"/>
              <a:gd name="T20" fmla="*/ 90 w 174"/>
              <a:gd name="T21" fmla="*/ 103 h 117"/>
              <a:gd name="T22" fmla="*/ 140 w 174"/>
              <a:gd name="T23" fmla="*/ 55 h 117"/>
              <a:gd name="T24" fmla="*/ 156 w 174"/>
              <a:gd name="T25" fmla="*/ 71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4" h="117">
                <a:moveTo>
                  <a:pt x="156" y="71"/>
                </a:moveTo>
                <a:lnTo>
                  <a:pt x="174" y="0"/>
                </a:lnTo>
                <a:lnTo>
                  <a:pt x="103" y="18"/>
                </a:lnTo>
                <a:lnTo>
                  <a:pt x="121" y="35"/>
                </a:lnTo>
                <a:lnTo>
                  <a:pt x="90" y="66"/>
                </a:lnTo>
                <a:lnTo>
                  <a:pt x="62" y="37"/>
                </a:lnTo>
                <a:lnTo>
                  <a:pt x="0" y="99"/>
                </a:lnTo>
                <a:lnTo>
                  <a:pt x="19" y="117"/>
                </a:lnTo>
                <a:lnTo>
                  <a:pt x="19" y="117"/>
                </a:lnTo>
                <a:lnTo>
                  <a:pt x="62" y="74"/>
                </a:lnTo>
                <a:lnTo>
                  <a:pt x="90" y="103"/>
                </a:lnTo>
                <a:lnTo>
                  <a:pt x="140" y="55"/>
                </a:lnTo>
                <a:lnTo>
                  <a:pt x="156" y="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9" name="Freeform 472"/>
          <p:cNvSpPr>
            <a:spLocks/>
          </p:cNvSpPr>
          <p:nvPr/>
        </p:nvSpPr>
        <p:spPr bwMode="auto">
          <a:xfrm>
            <a:off x="4341988" y="5109687"/>
            <a:ext cx="411058" cy="185477"/>
          </a:xfrm>
          <a:custGeom>
            <a:avLst/>
            <a:gdLst>
              <a:gd name="T0" fmla="*/ 263 w 271"/>
              <a:gd name="T1" fmla="*/ 34 h 122"/>
              <a:gd name="T2" fmla="*/ 213 w 271"/>
              <a:gd name="T3" fmla="*/ 6 h 122"/>
              <a:gd name="T4" fmla="*/ 191 w 271"/>
              <a:gd name="T5" fmla="*/ 1 h 122"/>
              <a:gd name="T6" fmla="*/ 183 w 271"/>
              <a:gd name="T7" fmla="*/ 19 h 122"/>
              <a:gd name="T8" fmla="*/ 205 w 271"/>
              <a:gd name="T9" fmla="*/ 27 h 122"/>
              <a:gd name="T10" fmla="*/ 224 w 271"/>
              <a:gd name="T11" fmla="*/ 41 h 122"/>
              <a:gd name="T12" fmla="*/ 228 w 271"/>
              <a:gd name="T13" fmla="*/ 51 h 122"/>
              <a:gd name="T14" fmla="*/ 219 w 271"/>
              <a:gd name="T15" fmla="*/ 60 h 122"/>
              <a:gd name="T16" fmla="*/ 162 w 271"/>
              <a:gd name="T17" fmla="*/ 78 h 122"/>
              <a:gd name="T18" fmla="*/ 98 w 271"/>
              <a:gd name="T19" fmla="*/ 76 h 122"/>
              <a:gd name="T20" fmla="*/ 68 w 271"/>
              <a:gd name="T21" fmla="*/ 68 h 122"/>
              <a:gd name="T22" fmla="*/ 45 w 271"/>
              <a:gd name="T23" fmla="*/ 53 h 122"/>
              <a:gd name="T24" fmla="*/ 42 w 271"/>
              <a:gd name="T25" fmla="*/ 47 h 122"/>
              <a:gd name="T26" fmla="*/ 43 w 271"/>
              <a:gd name="T27" fmla="*/ 43 h 122"/>
              <a:gd name="T28" fmla="*/ 52 w 271"/>
              <a:gd name="T29" fmla="*/ 34 h 122"/>
              <a:gd name="T30" fmla="*/ 87 w 271"/>
              <a:gd name="T31" fmla="*/ 19 h 122"/>
              <a:gd name="T32" fmla="*/ 79 w 271"/>
              <a:gd name="T33" fmla="*/ 0 h 122"/>
              <a:gd name="T34" fmla="*/ 21 w 271"/>
              <a:gd name="T35" fmla="*/ 20 h 122"/>
              <a:gd name="T36" fmla="*/ 2 w 271"/>
              <a:gd name="T37" fmla="*/ 40 h 122"/>
              <a:gd name="T38" fmla="*/ 0 w 271"/>
              <a:gd name="T39" fmla="*/ 52 h 122"/>
              <a:gd name="T40" fmla="*/ 3 w 271"/>
              <a:gd name="T41" fmla="*/ 68 h 122"/>
              <a:gd name="T42" fmla="*/ 40 w 271"/>
              <a:gd name="T43" fmla="*/ 104 h 122"/>
              <a:gd name="T44" fmla="*/ 149 w 271"/>
              <a:gd name="T45" fmla="*/ 121 h 122"/>
              <a:gd name="T46" fmla="*/ 246 w 271"/>
              <a:gd name="T47" fmla="*/ 96 h 122"/>
              <a:gd name="T48" fmla="*/ 268 w 271"/>
              <a:gd name="T49" fmla="*/ 65 h 122"/>
              <a:gd name="T50" fmla="*/ 270 w 271"/>
              <a:gd name="T51" fmla="*/ 54 h 122"/>
              <a:gd name="T52" fmla="*/ 263 w 271"/>
              <a:gd name="T53" fmla="*/ 34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71" h="122">
                <a:moveTo>
                  <a:pt x="263" y="34"/>
                </a:moveTo>
                <a:cubicBezTo>
                  <a:pt x="251" y="19"/>
                  <a:pt x="231" y="11"/>
                  <a:pt x="213" y="6"/>
                </a:cubicBezTo>
                <a:cubicBezTo>
                  <a:pt x="206" y="4"/>
                  <a:pt x="198" y="2"/>
                  <a:pt x="191" y="1"/>
                </a:cubicBezTo>
                <a:cubicBezTo>
                  <a:pt x="188" y="7"/>
                  <a:pt x="185" y="13"/>
                  <a:pt x="183" y="19"/>
                </a:cubicBezTo>
                <a:cubicBezTo>
                  <a:pt x="190" y="21"/>
                  <a:pt x="198" y="23"/>
                  <a:pt x="205" y="27"/>
                </a:cubicBezTo>
                <a:cubicBezTo>
                  <a:pt x="212" y="30"/>
                  <a:pt x="219" y="35"/>
                  <a:pt x="224" y="41"/>
                </a:cubicBezTo>
                <a:cubicBezTo>
                  <a:pt x="226" y="43"/>
                  <a:pt x="230" y="48"/>
                  <a:pt x="228" y="51"/>
                </a:cubicBezTo>
                <a:cubicBezTo>
                  <a:pt x="226" y="55"/>
                  <a:pt x="222" y="58"/>
                  <a:pt x="219" y="60"/>
                </a:cubicBezTo>
                <a:cubicBezTo>
                  <a:pt x="203" y="72"/>
                  <a:pt x="181" y="76"/>
                  <a:pt x="162" y="78"/>
                </a:cubicBezTo>
                <a:cubicBezTo>
                  <a:pt x="141" y="81"/>
                  <a:pt x="119" y="80"/>
                  <a:pt x="98" y="76"/>
                </a:cubicBezTo>
                <a:cubicBezTo>
                  <a:pt x="88" y="75"/>
                  <a:pt x="77" y="72"/>
                  <a:pt x="68" y="68"/>
                </a:cubicBezTo>
                <a:cubicBezTo>
                  <a:pt x="59" y="65"/>
                  <a:pt x="50" y="60"/>
                  <a:pt x="45" y="53"/>
                </a:cubicBezTo>
                <a:cubicBezTo>
                  <a:pt x="43" y="51"/>
                  <a:pt x="41" y="49"/>
                  <a:pt x="42" y="47"/>
                </a:cubicBezTo>
                <a:cubicBezTo>
                  <a:pt x="42" y="45"/>
                  <a:pt x="42" y="44"/>
                  <a:pt x="43" y="43"/>
                </a:cubicBezTo>
                <a:cubicBezTo>
                  <a:pt x="45" y="39"/>
                  <a:pt x="48" y="36"/>
                  <a:pt x="52" y="34"/>
                </a:cubicBezTo>
                <a:cubicBezTo>
                  <a:pt x="62" y="26"/>
                  <a:pt x="74" y="21"/>
                  <a:pt x="87" y="19"/>
                </a:cubicBezTo>
                <a:cubicBezTo>
                  <a:pt x="84" y="13"/>
                  <a:pt x="82" y="7"/>
                  <a:pt x="79" y="0"/>
                </a:cubicBezTo>
                <a:cubicBezTo>
                  <a:pt x="59" y="4"/>
                  <a:pt x="39" y="9"/>
                  <a:pt x="21" y="20"/>
                </a:cubicBezTo>
                <a:cubicBezTo>
                  <a:pt x="14" y="25"/>
                  <a:pt x="6" y="31"/>
                  <a:pt x="2" y="40"/>
                </a:cubicBezTo>
                <a:cubicBezTo>
                  <a:pt x="0" y="44"/>
                  <a:pt x="0" y="48"/>
                  <a:pt x="0" y="52"/>
                </a:cubicBezTo>
                <a:cubicBezTo>
                  <a:pt x="1" y="58"/>
                  <a:pt x="1" y="63"/>
                  <a:pt x="3" y="68"/>
                </a:cubicBezTo>
                <a:cubicBezTo>
                  <a:pt x="8" y="84"/>
                  <a:pt x="26" y="97"/>
                  <a:pt x="40" y="104"/>
                </a:cubicBezTo>
                <a:cubicBezTo>
                  <a:pt x="74" y="118"/>
                  <a:pt x="113" y="122"/>
                  <a:pt x="149" y="121"/>
                </a:cubicBezTo>
                <a:cubicBezTo>
                  <a:pt x="182" y="119"/>
                  <a:pt x="218" y="114"/>
                  <a:pt x="246" y="96"/>
                </a:cubicBezTo>
                <a:cubicBezTo>
                  <a:pt x="256" y="90"/>
                  <a:pt x="266" y="77"/>
                  <a:pt x="268" y="65"/>
                </a:cubicBezTo>
                <a:cubicBezTo>
                  <a:pt x="269" y="61"/>
                  <a:pt x="269" y="58"/>
                  <a:pt x="270" y="54"/>
                </a:cubicBezTo>
                <a:cubicBezTo>
                  <a:pt x="271" y="47"/>
                  <a:pt x="268" y="40"/>
                  <a:pt x="263" y="3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Freeform 473"/>
          <p:cNvSpPr>
            <a:spLocks/>
          </p:cNvSpPr>
          <p:nvPr/>
        </p:nvSpPr>
        <p:spPr bwMode="auto">
          <a:xfrm>
            <a:off x="4732994" y="5152295"/>
            <a:ext cx="15039" cy="20052"/>
          </a:xfrm>
          <a:custGeom>
            <a:avLst/>
            <a:gdLst>
              <a:gd name="T0" fmla="*/ 5 w 11"/>
              <a:gd name="T1" fmla="*/ 6 h 13"/>
              <a:gd name="T2" fmla="*/ 5 w 11"/>
              <a:gd name="T3" fmla="*/ 6 h 1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" h="13">
                <a:moveTo>
                  <a:pt x="5" y="6"/>
                </a:moveTo>
                <a:cubicBezTo>
                  <a:pt x="11" y="13"/>
                  <a:pt x="0" y="0"/>
                  <a:pt x="5" y="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31" name="Freeform 474"/>
          <p:cNvSpPr>
            <a:spLocks noEditPoints="1"/>
          </p:cNvSpPr>
          <p:nvPr/>
        </p:nvSpPr>
        <p:spPr bwMode="auto">
          <a:xfrm>
            <a:off x="4449765" y="4856534"/>
            <a:ext cx="192998" cy="348396"/>
          </a:xfrm>
          <a:custGeom>
            <a:avLst/>
            <a:gdLst>
              <a:gd name="T0" fmla="*/ 64 w 128"/>
              <a:gd name="T1" fmla="*/ 231 h 231"/>
              <a:gd name="T2" fmla="*/ 128 w 128"/>
              <a:gd name="T3" fmla="*/ 63 h 231"/>
              <a:gd name="T4" fmla="*/ 65 w 128"/>
              <a:gd name="T5" fmla="*/ 0 h 231"/>
              <a:gd name="T6" fmla="*/ 64 w 128"/>
              <a:gd name="T7" fmla="*/ 0 h 231"/>
              <a:gd name="T8" fmla="*/ 64 w 128"/>
              <a:gd name="T9" fmla="*/ 0 h 231"/>
              <a:gd name="T10" fmla="*/ 64 w 128"/>
              <a:gd name="T11" fmla="*/ 0 h 231"/>
              <a:gd name="T12" fmla="*/ 63 w 128"/>
              <a:gd name="T13" fmla="*/ 0 h 231"/>
              <a:gd name="T14" fmla="*/ 0 w 128"/>
              <a:gd name="T15" fmla="*/ 63 h 231"/>
              <a:gd name="T16" fmla="*/ 64 w 128"/>
              <a:gd name="T17" fmla="*/ 231 h 231"/>
              <a:gd name="T18" fmla="*/ 64 w 128"/>
              <a:gd name="T19" fmla="*/ 29 h 231"/>
              <a:gd name="T20" fmla="*/ 93 w 128"/>
              <a:gd name="T21" fmla="*/ 58 h 231"/>
              <a:gd name="T22" fmla="*/ 64 w 128"/>
              <a:gd name="T23" fmla="*/ 86 h 231"/>
              <a:gd name="T24" fmla="*/ 35 w 128"/>
              <a:gd name="T25" fmla="*/ 58 h 231"/>
              <a:gd name="T26" fmla="*/ 64 w 128"/>
              <a:gd name="T27" fmla="*/ 29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" h="231">
                <a:moveTo>
                  <a:pt x="64" y="231"/>
                </a:moveTo>
                <a:cubicBezTo>
                  <a:pt x="64" y="231"/>
                  <a:pt x="128" y="97"/>
                  <a:pt x="128" y="63"/>
                </a:cubicBezTo>
                <a:cubicBezTo>
                  <a:pt x="128" y="29"/>
                  <a:pt x="100" y="0"/>
                  <a:pt x="65" y="0"/>
                </a:cubicBezTo>
                <a:cubicBezTo>
                  <a:pt x="65" y="0"/>
                  <a:pt x="65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3" y="0"/>
                  <a:pt x="63" y="0"/>
                </a:cubicBezTo>
                <a:cubicBezTo>
                  <a:pt x="28" y="0"/>
                  <a:pt x="0" y="29"/>
                  <a:pt x="0" y="63"/>
                </a:cubicBezTo>
                <a:cubicBezTo>
                  <a:pt x="0" y="98"/>
                  <a:pt x="64" y="231"/>
                  <a:pt x="64" y="231"/>
                </a:cubicBezTo>
                <a:close/>
                <a:moveTo>
                  <a:pt x="64" y="29"/>
                </a:moveTo>
                <a:cubicBezTo>
                  <a:pt x="80" y="29"/>
                  <a:pt x="93" y="42"/>
                  <a:pt x="93" y="58"/>
                </a:cubicBezTo>
                <a:cubicBezTo>
                  <a:pt x="93" y="74"/>
                  <a:pt x="80" y="86"/>
                  <a:pt x="64" y="86"/>
                </a:cubicBezTo>
                <a:cubicBezTo>
                  <a:pt x="48" y="86"/>
                  <a:pt x="35" y="74"/>
                  <a:pt x="35" y="58"/>
                </a:cubicBezTo>
                <a:cubicBezTo>
                  <a:pt x="35" y="42"/>
                  <a:pt x="48" y="29"/>
                  <a:pt x="64" y="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4" name="Oval 17"/>
          <p:cNvSpPr>
            <a:spLocks noChangeArrowheads="1"/>
          </p:cNvSpPr>
          <p:nvPr/>
        </p:nvSpPr>
        <p:spPr bwMode="auto">
          <a:xfrm>
            <a:off x="7605971" y="2252955"/>
            <a:ext cx="868037" cy="8680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5" name="Oval 18"/>
          <p:cNvSpPr>
            <a:spLocks noChangeArrowheads="1"/>
          </p:cNvSpPr>
          <p:nvPr/>
        </p:nvSpPr>
        <p:spPr bwMode="auto">
          <a:xfrm>
            <a:off x="7658227" y="2305211"/>
            <a:ext cx="762073" cy="76207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6" name="Freeform 32"/>
          <p:cNvSpPr>
            <a:spLocks/>
          </p:cNvSpPr>
          <p:nvPr/>
        </p:nvSpPr>
        <p:spPr bwMode="auto">
          <a:xfrm>
            <a:off x="7748224" y="2991803"/>
            <a:ext cx="33386" cy="40644"/>
          </a:xfrm>
          <a:custGeom>
            <a:avLst/>
            <a:gdLst>
              <a:gd name="T0" fmla="*/ 12 w 23"/>
              <a:gd name="T1" fmla="*/ 28 h 28"/>
              <a:gd name="T2" fmla="*/ 0 w 23"/>
              <a:gd name="T3" fmla="*/ 6 h 28"/>
              <a:gd name="T4" fmla="*/ 10 w 23"/>
              <a:gd name="T5" fmla="*/ 0 h 28"/>
              <a:gd name="T6" fmla="*/ 23 w 23"/>
              <a:gd name="T7" fmla="*/ 21 h 28"/>
              <a:gd name="T8" fmla="*/ 12 w 23"/>
              <a:gd name="T9" fmla="*/ 28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" h="28">
                <a:moveTo>
                  <a:pt x="12" y="28"/>
                </a:moveTo>
                <a:lnTo>
                  <a:pt x="0" y="6"/>
                </a:lnTo>
                <a:lnTo>
                  <a:pt x="10" y="0"/>
                </a:lnTo>
                <a:lnTo>
                  <a:pt x="23" y="21"/>
                </a:lnTo>
                <a:lnTo>
                  <a:pt x="12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7" name="Freeform 33"/>
          <p:cNvSpPr>
            <a:spLocks noEditPoints="1"/>
          </p:cNvSpPr>
          <p:nvPr/>
        </p:nvSpPr>
        <p:spPr bwMode="auto">
          <a:xfrm>
            <a:off x="7209692" y="3019383"/>
            <a:ext cx="526919" cy="333861"/>
          </a:xfrm>
          <a:custGeom>
            <a:avLst/>
            <a:gdLst>
              <a:gd name="T0" fmla="*/ 13 w 363"/>
              <a:gd name="T1" fmla="*/ 230 h 230"/>
              <a:gd name="T2" fmla="*/ 0 w 363"/>
              <a:gd name="T3" fmla="*/ 209 h 230"/>
              <a:gd name="T4" fmla="*/ 21 w 363"/>
              <a:gd name="T5" fmla="*/ 196 h 230"/>
              <a:gd name="T6" fmla="*/ 34 w 363"/>
              <a:gd name="T7" fmla="*/ 218 h 230"/>
              <a:gd name="T8" fmla="*/ 13 w 363"/>
              <a:gd name="T9" fmla="*/ 230 h 230"/>
              <a:gd name="T10" fmla="*/ 54 w 363"/>
              <a:gd name="T11" fmla="*/ 206 h 230"/>
              <a:gd name="T12" fmla="*/ 42 w 363"/>
              <a:gd name="T13" fmla="*/ 184 h 230"/>
              <a:gd name="T14" fmla="*/ 62 w 363"/>
              <a:gd name="T15" fmla="*/ 172 h 230"/>
              <a:gd name="T16" fmla="*/ 75 w 363"/>
              <a:gd name="T17" fmla="*/ 193 h 230"/>
              <a:gd name="T18" fmla="*/ 54 w 363"/>
              <a:gd name="T19" fmla="*/ 206 h 230"/>
              <a:gd name="T20" fmla="*/ 96 w 363"/>
              <a:gd name="T21" fmla="*/ 181 h 230"/>
              <a:gd name="T22" fmla="*/ 83 w 363"/>
              <a:gd name="T23" fmla="*/ 159 h 230"/>
              <a:gd name="T24" fmla="*/ 103 w 363"/>
              <a:gd name="T25" fmla="*/ 147 h 230"/>
              <a:gd name="T26" fmla="*/ 116 w 363"/>
              <a:gd name="T27" fmla="*/ 168 h 230"/>
              <a:gd name="T28" fmla="*/ 96 w 363"/>
              <a:gd name="T29" fmla="*/ 181 h 230"/>
              <a:gd name="T30" fmla="*/ 137 w 363"/>
              <a:gd name="T31" fmla="*/ 157 h 230"/>
              <a:gd name="T32" fmla="*/ 124 w 363"/>
              <a:gd name="T33" fmla="*/ 135 h 230"/>
              <a:gd name="T34" fmla="*/ 144 w 363"/>
              <a:gd name="T35" fmla="*/ 123 h 230"/>
              <a:gd name="T36" fmla="*/ 157 w 363"/>
              <a:gd name="T37" fmla="*/ 144 h 230"/>
              <a:gd name="T38" fmla="*/ 137 w 363"/>
              <a:gd name="T39" fmla="*/ 157 h 230"/>
              <a:gd name="T40" fmla="*/ 178 w 363"/>
              <a:gd name="T41" fmla="*/ 132 h 230"/>
              <a:gd name="T42" fmla="*/ 165 w 363"/>
              <a:gd name="T43" fmla="*/ 110 h 230"/>
              <a:gd name="T44" fmla="*/ 185 w 363"/>
              <a:gd name="T45" fmla="*/ 98 h 230"/>
              <a:gd name="T46" fmla="*/ 198 w 363"/>
              <a:gd name="T47" fmla="*/ 119 h 230"/>
              <a:gd name="T48" fmla="*/ 178 w 363"/>
              <a:gd name="T49" fmla="*/ 132 h 230"/>
              <a:gd name="T50" fmla="*/ 219 w 363"/>
              <a:gd name="T51" fmla="*/ 107 h 230"/>
              <a:gd name="T52" fmla="*/ 206 w 363"/>
              <a:gd name="T53" fmla="*/ 85 h 230"/>
              <a:gd name="T54" fmla="*/ 227 w 363"/>
              <a:gd name="T55" fmla="*/ 73 h 230"/>
              <a:gd name="T56" fmla="*/ 240 w 363"/>
              <a:gd name="T57" fmla="*/ 95 h 230"/>
              <a:gd name="T58" fmla="*/ 219 w 363"/>
              <a:gd name="T59" fmla="*/ 107 h 230"/>
              <a:gd name="T60" fmla="*/ 260 w 363"/>
              <a:gd name="T61" fmla="*/ 83 h 230"/>
              <a:gd name="T62" fmla="*/ 247 w 363"/>
              <a:gd name="T63" fmla="*/ 61 h 230"/>
              <a:gd name="T64" fmla="*/ 268 w 363"/>
              <a:gd name="T65" fmla="*/ 49 h 230"/>
              <a:gd name="T66" fmla="*/ 281 w 363"/>
              <a:gd name="T67" fmla="*/ 70 h 230"/>
              <a:gd name="T68" fmla="*/ 260 w 363"/>
              <a:gd name="T69" fmla="*/ 83 h 230"/>
              <a:gd name="T70" fmla="*/ 301 w 363"/>
              <a:gd name="T71" fmla="*/ 58 h 230"/>
              <a:gd name="T72" fmla="*/ 288 w 363"/>
              <a:gd name="T73" fmla="*/ 36 h 230"/>
              <a:gd name="T74" fmla="*/ 309 w 363"/>
              <a:gd name="T75" fmla="*/ 24 h 230"/>
              <a:gd name="T76" fmla="*/ 322 w 363"/>
              <a:gd name="T77" fmla="*/ 46 h 230"/>
              <a:gd name="T78" fmla="*/ 301 w 363"/>
              <a:gd name="T79" fmla="*/ 58 h 230"/>
              <a:gd name="T80" fmla="*/ 342 w 363"/>
              <a:gd name="T81" fmla="*/ 33 h 230"/>
              <a:gd name="T82" fmla="*/ 329 w 363"/>
              <a:gd name="T83" fmla="*/ 12 h 230"/>
              <a:gd name="T84" fmla="*/ 350 w 363"/>
              <a:gd name="T85" fmla="*/ 0 h 230"/>
              <a:gd name="T86" fmla="*/ 363 w 363"/>
              <a:gd name="T87" fmla="*/ 21 h 230"/>
              <a:gd name="T88" fmla="*/ 342 w 363"/>
              <a:gd name="T89" fmla="*/ 33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63" h="230">
                <a:moveTo>
                  <a:pt x="13" y="230"/>
                </a:moveTo>
                <a:lnTo>
                  <a:pt x="0" y="209"/>
                </a:lnTo>
                <a:lnTo>
                  <a:pt x="21" y="196"/>
                </a:lnTo>
                <a:lnTo>
                  <a:pt x="34" y="218"/>
                </a:lnTo>
                <a:lnTo>
                  <a:pt x="13" y="230"/>
                </a:lnTo>
                <a:close/>
                <a:moveTo>
                  <a:pt x="54" y="206"/>
                </a:moveTo>
                <a:lnTo>
                  <a:pt x="42" y="184"/>
                </a:lnTo>
                <a:lnTo>
                  <a:pt x="62" y="172"/>
                </a:lnTo>
                <a:lnTo>
                  <a:pt x="75" y="193"/>
                </a:lnTo>
                <a:lnTo>
                  <a:pt x="54" y="206"/>
                </a:lnTo>
                <a:close/>
                <a:moveTo>
                  <a:pt x="96" y="181"/>
                </a:moveTo>
                <a:lnTo>
                  <a:pt x="83" y="159"/>
                </a:lnTo>
                <a:lnTo>
                  <a:pt x="103" y="147"/>
                </a:lnTo>
                <a:lnTo>
                  <a:pt x="116" y="168"/>
                </a:lnTo>
                <a:lnTo>
                  <a:pt x="96" y="181"/>
                </a:lnTo>
                <a:close/>
                <a:moveTo>
                  <a:pt x="137" y="157"/>
                </a:moveTo>
                <a:lnTo>
                  <a:pt x="124" y="135"/>
                </a:lnTo>
                <a:lnTo>
                  <a:pt x="144" y="123"/>
                </a:lnTo>
                <a:lnTo>
                  <a:pt x="157" y="144"/>
                </a:lnTo>
                <a:lnTo>
                  <a:pt x="137" y="157"/>
                </a:lnTo>
                <a:close/>
                <a:moveTo>
                  <a:pt x="178" y="132"/>
                </a:moveTo>
                <a:lnTo>
                  <a:pt x="165" y="110"/>
                </a:lnTo>
                <a:lnTo>
                  <a:pt x="185" y="98"/>
                </a:lnTo>
                <a:lnTo>
                  <a:pt x="198" y="119"/>
                </a:lnTo>
                <a:lnTo>
                  <a:pt x="178" y="132"/>
                </a:lnTo>
                <a:close/>
                <a:moveTo>
                  <a:pt x="219" y="107"/>
                </a:moveTo>
                <a:lnTo>
                  <a:pt x="206" y="85"/>
                </a:lnTo>
                <a:lnTo>
                  <a:pt x="227" y="73"/>
                </a:lnTo>
                <a:lnTo>
                  <a:pt x="240" y="95"/>
                </a:lnTo>
                <a:lnTo>
                  <a:pt x="219" y="107"/>
                </a:lnTo>
                <a:close/>
                <a:moveTo>
                  <a:pt x="260" y="83"/>
                </a:moveTo>
                <a:lnTo>
                  <a:pt x="247" y="61"/>
                </a:lnTo>
                <a:lnTo>
                  <a:pt x="268" y="49"/>
                </a:lnTo>
                <a:lnTo>
                  <a:pt x="281" y="70"/>
                </a:lnTo>
                <a:lnTo>
                  <a:pt x="260" y="83"/>
                </a:lnTo>
                <a:close/>
                <a:moveTo>
                  <a:pt x="301" y="58"/>
                </a:moveTo>
                <a:lnTo>
                  <a:pt x="288" y="36"/>
                </a:lnTo>
                <a:lnTo>
                  <a:pt x="309" y="24"/>
                </a:lnTo>
                <a:lnTo>
                  <a:pt x="322" y="46"/>
                </a:lnTo>
                <a:lnTo>
                  <a:pt x="301" y="58"/>
                </a:lnTo>
                <a:close/>
                <a:moveTo>
                  <a:pt x="342" y="33"/>
                </a:moveTo>
                <a:lnTo>
                  <a:pt x="329" y="12"/>
                </a:lnTo>
                <a:lnTo>
                  <a:pt x="350" y="0"/>
                </a:lnTo>
                <a:lnTo>
                  <a:pt x="363" y="21"/>
                </a:lnTo>
                <a:lnTo>
                  <a:pt x="342" y="33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8" name="Freeform 34"/>
          <p:cNvSpPr>
            <a:spLocks/>
          </p:cNvSpPr>
          <p:nvPr/>
        </p:nvSpPr>
        <p:spPr bwMode="auto">
          <a:xfrm>
            <a:off x="7164694" y="3340179"/>
            <a:ext cx="34838" cy="40644"/>
          </a:xfrm>
          <a:custGeom>
            <a:avLst/>
            <a:gdLst>
              <a:gd name="T0" fmla="*/ 13 w 24"/>
              <a:gd name="T1" fmla="*/ 28 h 28"/>
              <a:gd name="T2" fmla="*/ 0 w 24"/>
              <a:gd name="T3" fmla="*/ 6 h 28"/>
              <a:gd name="T4" fmla="*/ 11 w 24"/>
              <a:gd name="T5" fmla="*/ 0 h 28"/>
              <a:gd name="T6" fmla="*/ 24 w 24"/>
              <a:gd name="T7" fmla="*/ 21 h 28"/>
              <a:gd name="T8" fmla="*/ 13 w 24"/>
              <a:gd name="T9" fmla="*/ 28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" h="28">
                <a:moveTo>
                  <a:pt x="13" y="28"/>
                </a:moveTo>
                <a:lnTo>
                  <a:pt x="0" y="6"/>
                </a:lnTo>
                <a:lnTo>
                  <a:pt x="11" y="0"/>
                </a:lnTo>
                <a:lnTo>
                  <a:pt x="24" y="21"/>
                </a:lnTo>
                <a:lnTo>
                  <a:pt x="13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3" name="Freeform 493"/>
          <p:cNvSpPr>
            <a:spLocks/>
          </p:cNvSpPr>
          <p:nvPr/>
        </p:nvSpPr>
        <p:spPr bwMode="auto">
          <a:xfrm>
            <a:off x="7875309" y="2539836"/>
            <a:ext cx="329468" cy="292823"/>
          </a:xfrm>
          <a:custGeom>
            <a:avLst/>
            <a:gdLst>
              <a:gd name="T0" fmla="*/ 69 w 275"/>
              <a:gd name="T1" fmla="*/ 169 h 287"/>
              <a:gd name="T2" fmla="*/ 103 w 275"/>
              <a:gd name="T3" fmla="*/ 135 h 287"/>
              <a:gd name="T4" fmla="*/ 124 w 275"/>
              <a:gd name="T5" fmla="*/ 156 h 287"/>
              <a:gd name="T6" fmla="*/ 124 w 275"/>
              <a:gd name="T7" fmla="*/ 224 h 287"/>
              <a:gd name="T8" fmla="*/ 124 w 275"/>
              <a:gd name="T9" fmla="*/ 225 h 287"/>
              <a:gd name="T10" fmla="*/ 117 w 275"/>
              <a:gd name="T11" fmla="*/ 256 h 287"/>
              <a:gd name="T12" fmla="*/ 103 w 275"/>
              <a:gd name="T13" fmla="*/ 261 h 287"/>
              <a:gd name="T14" fmla="*/ 87 w 275"/>
              <a:gd name="T15" fmla="*/ 255 h 287"/>
              <a:gd name="T16" fmla="*/ 82 w 275"/>
              <a:gd name="T17" fmla="*/ 237 h 287"/>
              <a:gd name="T18" fmla="*/ 71 w 275"/>
              <a:gd name="T19" fmla="*/ 222 h 287"/>
              <a:gd name="T20" fmla="*/ 56 w 275"/>
              <a:gd name="T21" fmla="*/ 234 h 287"/>
              <a:gd name="T22" fmla="*/ 67 w 275"/>
              <a:gd name="T23" fmla="*/ 273 h 287"/>
              <a:gd name="T24" fmla="*/ 103 w 275"/>
              <a:gd name="T25" fmla="*/ 287 h 287"/>
              <a:gd name="T26" fmla="*/ 136 w 275"/>
              <a:gd name="T27" fmla="*/ 274 h 287"/>
              <a:gd name="T28" fmla="*/ 151 w 275"/>
              <a:gd name="T29" fmla="*/ 224 h 287"/>
              <a:gd name="T30" fmla="*/ 151 w 275"/>
              <a:gd name="T31" fmla="*/ 156 h 287"/>
              <a:gd name="T32" fmla="*/ 172 w 275"/>
              <a:gd name="T33" fmla="*/ 135 h 287"/>
              <a:gd name="T34" fmla="*/ 206 w 275"/>
              <a:gd name="T35" fmla="*/ 169 h 287"/>
              <a:gd name="T36" fmla="*/ 241 w 275"/>
              <a:gd name="T37" fmla="*/ 135 h 287"/>
              <a:gd name="T38" fmla="*/ 273 w 275"/>
              <a:gd name="T39" fmla="*/ 167 h 287"/>
              <a:gd name="T40" fmla="*/ 275 w 275"/>
              <a:gd name="T41" fmla="*/ 142 h 287"/>
              <a:gd name="T42" fmla="*/ 147 w 275"/>
              <a:gd name="T43" fmla="*/ 24 h 287"/>
              <a:gd name="T44" fmla="*/ 147 w 275"/>
              <a:gd name="T45" fmla="*/ 9 h 287"/>
              <a:gd name="T46" fmla="*/ 138 w 275"/>
              <a:gd name="T47" fmla="*/ 0 h 287"/>
              <a:gd name="T48" fmla="*/ 128 w 275"/>
              <a:gd name="T49" fmla="*/ 9 h 287"/>
              <a:gd name="T50" fmla="*/ 128 w 275"/>
              <a:gd name="T51" fmla="*/ 24 h 287"/>
              <a:gd name="T52" fmla="*/ 0 w 275"/>
              <a:gd name="T53" fmla="*/ 142 h 287"/>
              <a:gd name="T54" fmla="*/ 3 w 275"/>
              <a:gd name="T55" fmla="*/ 167 h 287"/>
              <a:gd name="T56" fmla="*/ 35 w 275"/>
              <a:gd name="T57" fmla="*/ 135 h 287"/>
              <a:gd name="T58" fmla="*/ 69 w 275"/>
              <a:gd name="T59" fmla="*/ 169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75" h="287">
                <a:moveTo>
                  <a:pt x="69" y="169"/>
                </a:moveTo>
                <a:cubicBezTo>
                  <a:pt x="103" y="135"/>
                  <a:pt x="103" y="135"/>
                  <a:pt x="103" y="135"/>
                </a:cubicBezTo>
                <a:cubicBezTo>
                  <a:pt x="124" y="156"/>
                  <a:pt x="124" y="156"/>
                  <a:pt x="124" y="156"/>
                </a:cubicBezTo>
                <a:cubicBezTo>
                  <a:pt x="124" y="224"/>
                  <a:pt x="124" y="224"/>
                  <a:pt x="124" y="224"/>
                </a:cubicBezTo>
                <a:cubicBezTo>
                  <a:pt x="124" y="225"/>
                  <a:pt x="124" y="225"/>
                  <a:pt x="124" y="225"/>
                </a:cubicBezTo>
                <a:cubicBezTo>
                  <a:pt x="125" y="231"/>
                  <a:pt x="124" y="247"/>
                  <a:pt x="117" y="256"/>
                </a:cubicBezTo>
                <a:cubicBezTo>
                  <a:pt x="115" y="258"/>
                  <a:pt x="111" y="261"/>
                  <a:pt x="103" y="261"/>
                </a:cubicBezTo>
                <a:cubicBezTo>
                  <a:pt x="96" y="261"/>
                  <a:pt x="91" y="259"/>
                  <a:pt x="87" y="255"/>
                </a:cubicBezTo>
                <a:cubicBezTo>
                  <a:pt x="82" y="250"/>
                  <a:pt x="82" y="240"/>
                  <a:pt x="82" y="237"/>
                </a:cubicBezTo>
                <a:cubicBezTo>
                  <a:pt x="83" y="230"/>
                  <a:pt x="78" y="223"/>
                  <a:pt x="71" y="222"/>
                </a:cubicBezTo>
                <a:cubicBezTo>
                  <a:pt x="63" y="222"/>
                  <a:pt x="57" y="227"/>
                  <a:pt x="56" y="234"/>
                </a:cubicBezTo>
                <a:cubicBezTo>
                  <a:pt x="56" y="237"/>
                  <a:pt x="54" y="258"/>
                  <a:pt x="67" y="273"/>
                </a:cubicBezTo>
                <a:cubicBezTo>
                  <a:pt x="73" y="279"/>
                  <a:pt x="84" y="287"/>
                  <a:pt x="103" y="287"/>
                </a:cubicBezTo>
                <a:cubicBezTo>
                  <a:pt x="117" y="287"/>
                  <a:pt x="128" y="283"/>
                  <a:pt x="136" y="274"/>
                </a:cubicBezTo>
                <a:cubicBezTo>
                  <a:pt x="152" y="256"/>
                  <a:pt x="151" y="229"/>
                  <a:pt x="151" y="224"/>
                </a:cubicBezTo>
                <a:cubicBezTo>
                  <a:pt x="151" y="156"/>
                  <a:pt x="151" y="156"/>
                  <a:pt x="151" y="156"/>
                </a:cubicBezTo>
                <a:cubicBezTo>
                  <a:pt x="172" y="135"/>
                  <a:pt x="172" y="135"/>
                  <a:pt x="172" y="135"/>
                </a:cubicBezTo>
                <a:cubicBezTo>
                  <a:pt x="206" y="169"/>
                  <a:pt x="206" y="169"/>
                  <a:pt x="206" y="169"/>
                </a:cubicBezTo>
                <a:cubicBezTo>
                  <a:pt x="241" y="135"/>
                  <a:pt x="241" y="135"/>
                  <a:pt x="241" y="135"/>
                </a:cubicBezTo>
                <a:cubicBezTo>
                  <a:pt x="273" y="167"/>
                  <a:pt x="273" y="167"/>
                  <a:pt x="273" y="167"/>
                </a:cubicBezTo>
                <a:cubicBezTo>
                  <a:pt x="274" y="159"/>
                  <a:pt x="275" y="151"/>
                  <a:pt x="275" y="142"/>
                </a:cubicBezTo>
                <a:cubicBezTo>
                  <a:pt x="275" y="109"/>
                  <a:pt x="243" y="29"/>
                  <a:pt x="147" y="24"/>
                </a:cubicBezTo>
                <a:cubicBezTo>
                  <a:pt x="147" y="9"/>
                  <a:pt x="147" y="9"/>
                  <a:pt x="147" y="9"/>
                </a:cubicBezTo>
                <a:cubicBezTo>
                  <a:pt x="147" y="4"/>
                  <a:pt x="143" y="0"/>
                  <a:pt x="138" y="0"/>
                </a:cubicBezTo>
                <a:cubicBezTo>
                  <a:pt x="133" y="0"/>
                  <a:pt x="128" y="4"/>
                  <a:pt x="128" y="9"/>
                </a:cubicBezTo>
                <a:cubicBezTo>
                  <a:pt x="128" y="24"/>
                  <a:pt x="128" y="24"/>
                  <a:pt x="128" y="24"/>
                </a:cubicBezTo>
                <a:cubicBezTo>
                  <a:pt x="33" y="29"/>
                  <a:pt x="0" y="109"/>
                  <a:pt x="0" y="142"/>
                </a:cubicBezTo>
                <a:cubicBezTo>
                  <a:pt x="0" y="150"/>
                  <a:pt x="1" y="159"/>
                  <a:pt x="3" y="167"/>
                </a:cubicBezTo>
                <a:cubicBezTo>
                  <a:pt x="35" y="135"/>
                  <a:pt x="35" y="135"/>
                  <a:pt x="35" y="135"/>
                </a:cubicBezTo>
                <a:lnTo>
                  <a:pt x="69" y="1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18" name="Oval 8"/>
          <p:cNvSpPr>
            <a:spLocks noChangeArrowheads="1"/>
          </p:cNvSpPr>
          <p:nvPr/>
        </p:nvSpPr>
        <p:spPr bwMode="auto">
          <a:xfrm>
            <a:off x="7148726" y="4780134"/>
            <a:ext cx="1358668" cy="1357216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19" name="Oval 9"/>
          <p:cNvSpPr>
            <a:spLocks noChangeArrowheads="1"/>
          </p:cNvSpPr>
          <p:nvPr/>
        </p:nvSpPr>
        <p:spPr bwMode="auto">
          <a:xfrm>
            <a:off x="7215498" y="4846906"/>
            <a:ext cx="1223672" cy="1223671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0" name="Freeform 26"/>
          <p:cNvSpPr>
            <a:spLocks/>
          </p:cNvSpPr>
          <p:nvPr/>
        </p:nvSpPr>
        <p:spPr bwMode="auto">
          <a:xfrm>
            <a:off x="7434686" y="4889002"/>
            <a:ext cx="39192" cy="37741"/>
          </a:xfrm>
          <a:custGeom>
            <a:avLst/>
            <a:gdLst>
              <a:gd name="T0" fmla="*/ 8 w 27"/>
              <a:gd name="T1" fmla="*/ 26 h 26"/>
              <a:gd name="T2" fmla="*/ 0 w 27"/>
              <a:gd name="T3" fmla="*/ 17 h 26"/>
              <a:gd name="T4" fmla="*/ 18 w 27"/>
              <a:gd name="T5" fmla="*/ 0 h 26"/>
              <a:gd name="T6" fmla="*/ 27 w 27"/>
              <a:gd name="T7" fmla="*/ 9 h 26"/>
              <a:gd name="T8" fmla="*/ 8 w 27"/>
              <a:gd name="T9" fmla="*/ 26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" h="26">
                <a:moveTo>
                  <a:pt x="8" y="26"/>
                </a:moveTo>
                <a:lnTo>
                  <a:pt x="0" y="17"/>
                </a:lnTo>
                <a:lnTo>
                  <a:pt x="18" y="0"/>
                </a:lnTo>
                <a:lnTo>
                  <a:pt x="27" y="9"/>
                </a:lnTo>
                <a:lnTo>
                  <a:pt x="8" y="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1" name="Freeform 27"/>
          <p:cNvSpPr>
            <a:spLocks noEditPoints="1"/>
          </p:cNvSpPr>
          <p:nvPr/>
        </p:nvSpPr>
        <p:spPr bwMode="auto">
          <a:xfrm>
            <a:off x="6955668" y="4347567"/>
            <a:ext cx="481921" cy="538531"/>
          </a:xfrm>
          <a:custGeom>
            <a:avLst/>
            <a:gdLst>
              <a:gd name="T0" fmla="*/ 313 w 332"/>
              <a:gd name="T1" fmla="*/ 371 h 371"/>
              <a:gd name="T2" fmla="*/ 297 w 332"/>
              <a:gd name="T3" fmla="*/ 352 h 371"/>
              <a:gd name="T4" fmla="*/ 315 w 332"/>
              <a:gd name="T5" fmla="*/ 336 h 371"/>
              <a:gd name="T6" fmla="*/ 332 w 332"/>
              <a:gd name="T7" fmla="*/ 354 h 371"/>
              <a:gd name="T8" fmla="*/ 313 w 332"/>
              <a:gd name="T9" fmla="*/ 371 h 371"/>
              <a:gd name="T10" fmla="*/ 280 w 332"/>
              <a:gd name="T11" fmla="*/ 334 h 371"/>
              <a:gd name="T12" fmla="*/ 264 w 332"/>
              <a:gd name="T13" fmla="*/ 315 h 371"/>
              <a:gd name="T14" fmla="*/ 283 w 332"/>
              <a:gd name="T15" fmla="*/ 298 h 371"/>
              <a:gd name="T16" fmla="*/ 299 w 332"/>
              <a:gd name="T17" fmla="*/ 317 h 371"/>
              <a:gd name="T18" fmla="*/ 280 w 332"/>
              <a:gd name="T19" fmla="*/ 334 h 371"/>
              <a:gd name="T20" fmla="*/ 247 w 332"/>
              <a:gd name="T21" fmla="*/ 297 h 371"/>
              <a:gd name="T22" fmla="*/ 231 w 332"/>
              <a:gd name="T23" fmla="*/ 278 h 371"/>
              <a:gd name="T24" fmla="*/ 250 w 332"/>
              <a:gd name="T25" fmla="*/ 261 h 371"/>
              <a:gd name="T26" fmla="*/ 266 w 332"/>
              <a:gd name="T27" fmla="*/ 280 h 371"/>
              <a:gd name="T28" fmla="*/ 247 w 332"/>
              <a:gd name="T29" fmla="*/ 297 h 371"/>
              <a:gd name="T30" fmla="*/ 214 w 332"/>
              <a:gd name="T31" fmla="*/ 259 h 371"/>
              <a:gd name="T32" fmla="*/ 198 w 332"/>
              <a:gd name="T33" fmla="*/ 241 h 371"/>
              <a:gd name="T34" fmla="*/ 217 w 332"/>
              <a:gd name="T35" fmla="*/ 224 h 371"/>
              <a:gd name="T36" fmla="*/ 233 w 332"/>
              <a:gd name="T37" fmla="*/ 243 h 371"/>
              <a:gd name="T38" fmla="*/ 214 w 332"/>
              <a:gd name="T39" fmla="*/ 259 h 371"/>
              <a:gd name="T40" fmla="*/ 181 w 332"/>
              <a:gd name="T41" fmla="*/ 222 h 371"/>
              <a:gd name="T42" fmla="*/ 165 w 332"/>
              <a:gd name="T43" fmla="*/ 203 h 371"/>
              <a:gd name="T44" fmla="*/ 184 w 332"/>
              <a:gd name="T45" fmla="*/ 187 h 371"/>
              <a:gd name="T46" fmla="*/ 200 w 332"/>
              <a:gd name="T47" fmla="*/ 205 h 371"/>
              <a:gd name="T48" fmla="*/ 181 w 332"/>
              <a:gd name="T49" fmla="*/ 222 h 371"/>
              <a:gd name="T50" fmla="*/ 148 w 332"/>
              <a:gd name="T51" fmla="*/ 184 h 371"/>
              <a:gd name="T52" fmla="*/ 132 w 332"/>
              <a:gd name="T53" fmla="*/ 166 h 371"/>
              <a:gd name="T54" fmla="*/ 151 w 332"/>
              <a:gd name="T55" fmla="*/ 149 h 371"/>
              <a:gd name="T56" fmla="*/ 167 w 332"/>
              <a:gd name="T57" fmla="*/ 168 h 371"/>
              <a:gd name="T58" fmla="*/ 148 w 332"/>
              <a:gd name="T59" fmla="*/ 184 h 371"/>
              <a:gd name="T60" fmla="*/ 116 w 332"/>
              <a:gd name="T61" fmla="*/ 147 h 371"/>
              <a:gd name="T62" fmla="*/ 99 w 332"/>
              <a:gd name="T63" fmla="*/ 129 h 371"/>
              <a:gd name="T64" fmla="*/ 118 w 332"/>
              <a:gd name="T65" fmla="*/ 112 h 371"/>
              <a:gd name="T66" fmla="*/ 134 w 332"/>
              <a:gd name="T67" fmla="*/ 131 h 371"/>
              <a:gd name="T68" fmla="*/ 116 w 332"/>
              <a:gd name="T69" fmla="*/ 147 h 371"/>
              <a:gd name="T70" fmla="*/ 83 w 332"/>
              <a:gd name="T71" fmla="*/ 110 h 371"/>
              <a:gd name="T72" fmla="*/ 66 w 332"/>
              <a:gd name="T73" fmla="*/ 91 h 371"/>
              <a:gd name="T74" fmla="*/ 85 w 332"/>
              <a:gd name="T75" fmla="*/ 75 h 371"/>
              <a:gd name="T76" fmla="*/ 101 w 332"/>
              <a:gd name="T77" fmla="*/ 93 h 371"/>
              <a:gd name="T78" fmla="*/ 83 w 332"/>
              <a:gd name="T79" fmla="*/ 110 h 371"/>
              <a:gd name="T80" fmla="*/ 50 w 332"/>
              <a:gd name="T81" fmla="*/ 73 h 371"/>
              <a:gd name="T82" fmla="*/ 33 w 332"/>
              <a:gd name="T83" fmla="*/ 54 h 371"/>
              <a:gd name="T84" fmla="*/ 52 w 332"/>
              <a:gd name="T85" fmla="*/ 37 h 371"/>
              <a:gd name="T86" fmla="*/ 68 w 332"/>
              <a:gd name="T87" fmla="*/ 56 h 371"/>
              <a:gd name="T88" fmla="*/ 50 w 332"/>
              <a:gd name="T89" fmla="*/ 73 h 371"/>
              <a:gd name="T90" fmla="*/ 17 w 332"/>
              <a:gd name="T91" fmla="*/ 36 h 371"/>
              <a:gd name="T92" fmla="*/ 0 w 332"/>
              <a:gd name="T93" fmla="*/ 17 h 371"/>
              <a:gd name="T94" fmla="*/ 19 w 332"/>
              <a:gd name="T95" fmla="*/ 0 h 371"/>
              <a:gd name="T96" fmla="*/ 35 w 332"/>
              <a:gd name="T97" fmla="*/ 19 h 371"/>
              <a:gd name="T98" fmla="*/ 17 w 332"/>
              <a:gd name="T99" fmla="*/ 36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32" h="371">
                <a:moveTo>
                  <a:pt x="313" y="371"/>
                </a:moveTo>
                <a:lnTo>
                  <a:pt x="297" y="352"/>
                </a:lnTo>
                <a:lnTo>
                  <a:pt x="315" y="336"/>
                </a:lnTo>
                <a:lnTo>
                  <a:pt x="332" y="354"/>
                </a:lnTo>
                <a:lnTo>
                  <a:pt x="313" y="371"/>
                </a:lnTo>
                <a:close/>
                <a:moveTo>
                  <a:pt x="280" y="334"/>
                </a:moveTo>
                <a:lnTo>
                  <a:pt x="264" y="315"/>
                </a:lnTo>
                <a:lnTo>
                  <a:pt x="283" y="298"/>
                </a:lnTo>
                <a:lnTo>
                  <a:pt x="299" y="317"/>
                </a:lnTo>
                <a:lnTo>
                  <a:pt x="280" y="334"/>
                </a:lnTo>
                <a:close/>
                <a:moveTo>
                  <a:pt x="247" y="297"/>
                </a:moveTo>
                <a:lnTo>
                  <a:pt x="231" y="278"/>
                </a:lnTo>
                <a:lnTo>
                  <a:pt x="250" y="261"/>
                </a:lnTo>
                <a:lnTo>
                  <a:pt x="266" y="280"/>
                </a:lnTo>
                <a:lnTo>
                  <a:pt x="247" y="297"/>
                </a:lnTo>
                <a:close/>
                <a:moveTo>
                  <a:pt x="214" y="259"/>
                </a:moveTo>
                <a:lnTo>
                  <a:pt x="198" y="241"/>
                </a:lnTo>
                <a:lnTo>
                  <a:pt x="217" y="224"/>
                </a:lnTo>
                <a:lnTo>
                  <a:pt x="233" y="243"/>
                </a:lnTo>
                <a:lnTo>
                  <a:pt x="214" y="259"/>
                </a:lnTo>
                <a:close/>
                <a:moveTo>
                  <a:pt x="181" y="222"/>
                </a:moveTo>
                <a:lnTo>
                  <a:pt x="165" y="203"/>
                </a:lnTo>
                <a:lnTo>
                  <a:pt x="184" y="187"/>
                </a:lnTo>
                <a:lnTo>
                  <a:pt x="200" y="205"/>
                </a:lnTo>
                <a:lnTo>
                  <a:pt x="181" y="222"/>
                </a:lnTo>
                <a:close/>
                <a:moveTo>
                  <a:pt x="148" y="184"/>
                </a:moveTo>
                <a:lnTo>
                  <a:pt x="132" y="166"/>
                </a:lnTo>
                <a:lnTo>
                  <a:pt x="151" y="149"/>
                </a:lnTo>
                <a:lnTo>
                  <a:pt x="167" y="168"/>
                </a:lnTo>
                <a:lnTo>
                  <a:pt x="148" y="184"/>
                </a:lnTo>
                <a:close/>
                <a:moveTo>
                  <a:pt x="116" y="147"/>
                </a:moveTo>
                <a:lnTo>
                  <a:pt x="99" y="129"/>
                </a:lnTo>
                <a:lnTo>
                  <a:pt x="118" y="112"/>
                </a:lnTo>
                <a:lnTo>
                  <a:pt x="134" y="131"/>
                </a:lnTo>
                <a:lnTo>
                  <a:pt x="116" y="147"/>
                </a:lnTo>
                <a:close/>
                <a:moveTo>
                  <a:pt x="83" y="110"/>
                </a:moveTo>
                <a:lnTo>
                  <a:pt x="66" y="91"/>
                </a:lnTo>
                <a:lnTo>
                  <a:pt x="85" y="75"/>
                </a:lnTo>
                <a:lnTo>
                  <a:pt x="101" y="93"/>
                </a:lnTo>
                <a:lnTo>
                  <a:pt x="83" y="110"/>
                </a:lnTo>
                <a:close/>
                <a:moveTo>
                  <a:pt x="50" y="73"/>
                </a:moveTo>
                <a:lnTo>
                  <a:pt x="33" y="54"/>
                </a:lnTo>
                <a:lnTo>
                  <a:pt x="52" y="37"/>
                </a:lnTo>
                <a:lnTo>
                  <a:pt x="68" y="56"/>
                </a:lnTo>
                <a:lnTo>
                  <a:pt x="50" y="73"/>
                </a:lnTo>
                <a:close/>
                <a:moveTo>
                  <a:pt x="17" y="36"/>
                </a:moveTo>
                <a:lnTo>
                  <a:pt x="0" y="17"/>
                </a:lnTo>
                <a:lnTo>
                  <a:pt x="19" y="0"/>
                </a:lnTo>
                <a:lnTo>
                  <a:pt x="35" y="19"/>
                </a:lnTo>
                <a:lnTo>
                  <a:pt x="17" y="3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Freeform 278"/>
          <p:cNvSpPr>
            <a:spLocks/>
          </p:cNvSpPr>
          <p:nvPr/>
        </p:nvSpPr>
        <p:spPr bwMode="auto">
          <a:xfrm>
            <a:off x="7607820" y="5172348"/>
            <a:ext cx="534978" cy="550620"/>
          </a:xfrm>
          <a:custGeom>
            <a:avLst/>
            <a:gdLst>
              <a:gd name="T0" fmla="*/ 102 w 283"/>
              <a:gd name="T1" fmla="*/ 233 h 292"/>
              <a:gd name="T2" fmla="*/ 102 w 283"/>
              <a:gd name="T3" fmla="*/ 8 h 292"/>
              <a:gd name="T4" fmla="*/ 94 w 283"/>
              <a:gd name="T5" fmla="*/ 0 h 292"/>
              <a:gd name="T6" fmla="*/ 86 w 283"/>
              <a:gd name="T7" fmla="*/ 8 h 292"/>
              <a:gd name="T8" fmla="*/ 86 w 283"/>
              <a:gd name="T9" fmla="*/ 233 h 292"/>
              <a:gd name="T10" fmla="*/ 0 w 283"/>
              <a:gd name="T11" fmla="*/ 233 h 292"/>
              <a:gd name="T12" fmla="*/ 141 w 283"/>
              <a:gd name="T13" fmla="*/ 288 h 292"/>
              <a:gd name="T14" fmla="*/ 283 w 283"/>
              <a:gd name="T15" fmla="*/ 233 h 292"/>
              <a:gd name="T16" fmla="*/ 102 w 283"/>
              <a:gd name="T17" fmla="*/ 233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3" h="292">
                <a:moveTo>
                  <a:pt x="102" y="233"/>
                </a:moveTo>
                <a:cubicBezTo>
                  <a:pt x="102" y="8"/>
                  <a:pt x="102" y="8"/>
                  <a:pt x="102" y="8"/>
                </a:cubicBezTo>
                <a:cubicBezTo>
                  <a:pt x="102" y="4"/>
                  <a:pt x="98" y="0"/>
                  <a:pt x="94" y="0"/>
                </a:cubicBezTo>
                <a:cubicBezTo>
                  <a:pt x="89" y="0"/>
                  <a:pt x="86" y="4"/>
                  <a:pt x="86" y="8"/>
                </a:cubicBezTo>
                <a:cubicBezTo>
                  <a:pt x="86" y="233"/>
                  <a:pt x="86" y="233"/>
                  <a:pt x="86" y="233"/>
                </a:cubicBezTo>
                <a:cubicBezTo>
                  <a:pt x="0" y="233"/>
                  <a:pt x="0" y="233"/>
                  <a:pt x="0" y="233"/>
                </a:cubicBezTo>
                <a:cubicBezTo>
                  <a:pt x="0" y="292"/>
                  <a:pt x="0" y="288"/>
                  <a:pt x="141" y="288"/>
                </a:cubicBezTo>
                <a:cubicBezTo>
                  <a:pt x="219" y="288"/>
                  <a:pt x="283" y="268"/>
                  <a:pt x="283" y="233"/>
                </a:cubicBezTo>
                <a:lnTo>
                  <a:pt x="102" y="2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Freeform 279"/>
          <p:cNvSpPr>
            <a:spLocks/>
          </p:cNvSpPr>
          <p:nvPr/>
        </p:nvSpPr>
        <p:spPr bwMode="auto">
          <a:xfrm>
            <a:off x="7851845" y="5228661"/>
            <a:ext cx="240897" cy="322237"/>
          </a:xfrm>
          <a:custGeom>
            <a:avLst/>
            <a:gdLst>
              <a:gd name="T0" fmla="*/ 0 w 128"/>
              <a:gd name="T1" fmla="*/ 0 h 172"/>
              <a:gd name="T2" fmla="*/ 0 w 128"/>
              <a:gd name="T3" fmla="*/ 172 h 172"/>
              <a:gd name="T4" fmla="*/ 128 w 128"/>
              <a:gd name="T5" fmla="*/ 172 h 172"/>
              <a:gd name="T6" fmla="*/ 0 w 128"/>
              <a:gd name="T7" fmla="*/ 0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8" h="172">
                <a:moveTo>
                  <a:pt x="0" y="0"/>
                </a:moveTo>
                <a:cubicBezTo>
                  <a:pt x="0" y="172"/>
                  <a:pt x="0" y="172"/>
                  <a:pt x="0" y="172"/>
                </a:cubicBezTo>
                <a:cubicBezTo>
                  <a:pt x="128" y="172"/>
                  <a:pt x="128" y="172"/>
                  <a:pt x="128" y="172"/>
                </a:cubicBezTo>
                <a:cubicBezTo>
                  <a:pt x="128" y="111"/>
                  <a:pt x="0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17" name="Freeform 280"/>
          <p:cNvSpPr>
            <a:spLocks/>
          </p:cNvSpPr>
          <p:nvPr/>
        </p:nvSpPr>
        <p:spPr bwMode="auto">
          <a:xfrm>
            <a:off x="7626591" y="5225534"/>
            <a:ext cx="90728" cy="325366"/>
          </a:xfrm>
          <a:custGeom>
            <a:avLst/>
            <a:gdLst>
              <a:gd name="T0" fmla="*/ 49 w 49"/>
              <a:gd name="T1" fmla="*/ 0 h 173"/>
              <a:gd name="T2" fmla="*/ 0 w 49"/>
              <a:gd name="T3" fmla="*/ 173 h 173"/>
              <a:gd name="T4" fmla="*/ 49 w 49"/>
              <a:gd name="T5" fmla="*/ 173 h 173"/>
              <a:gd name="T6" fmla="*/ 49 w 49"/>
              <a:gd name="T7" fmla="*/ 0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9" h="173">
                <a:moveTo>
                  <a:pt x="49" y="0"/>
                </a:moveTo>
                <a:cubicBezTo>
                  <a:pt x="49" y="0"/>
                  <a:pt x="0" y="122"/>
                  <a:pt x="0" y="173"/>
                </a:cubicBezTo>
                <a:cubicBezTo>
                  <a:pt x="49" y="173"/>
                  <a:pt x="49" y="173"/>
                  <a:pt x="49" y="173"/>
                </a:cubicBezTo>
                <a:lnTo>
                  <a:pt x="4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13562" y="2175990"/>
            <a:ext cx="2022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添加您的标题</a:t>
            </a:r>
          </a:p>
        </p:txBody>
      </p:sp>
      <p:sp>
        <p:nvSpPr>
          <p:cNvPr id="67" name="矩形 66"/>
          <p:cNvSpPr/>
          <p:nvPr/>
        </p:nvSpPr>
        <p:spPr>
          <a:xfrm>
            <a:off x="1013562" y="2549825"/>
            <a:ext cx="22391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专业的团队，完善的售后，热情的服务，定能使您的发展如虎添翼！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1013562" y="4404505"/>
            <a:ext cx="2022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添加您的标题</a:t>
            </a:r>
          </a:p>
        </p:txBody>
      </p:sp>
      <p:sp>
        <p:nvSpPr>
          <p:cNvPr id="70" name="矩形 69"/>
          <p:cNvSpPr/>
          <p:nvPr/>
        </p:nvSpPr>
        <p:spPr>
          <a:xfrm>
            <a:off x="1013562" y="4778340"/>
            <a:ext cx="22391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专业的团队，完善的售后，热情的服务，定能使您的发展如虎添翼！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9005280" y="2175990"/>
            <a:ext cx="2022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添加您的标题</a:t>
            </a:r>
          </a:p>
        </p:txBody>
      </p:sp>
      <p:sp>
        <p:nvSpPr>
          <p:cNvPr id="73" name="矩形 72"/>
          <p:cNvSpPr/>
          <p:nvPr/>
        </p:nvSpPr>
        <p:spPr>
          <a:xfrm>
            <a:off x="9005280" y="2549825"/>
            <a:ext cx="22391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专业的团队，完善的售后，热情的服务，定能使您的发展如虎添翼！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8994858" y="4404505"/>
            <a:ext cx="2022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添加您的标题</a:t>
            </a:r>
          </a:p>
        </p:txBody>
      </p:sp>
      <p:sp>
        <p:nvSpPr>
          <p:cNvPr id="76" name="矩形 75"/>
          <p:cNvSpPr/>
          <p:nvPr/>
        </p:nvSpPr>
        <p:spPr>
          <a:xfrm>
            <a:off x="8994858" y="4778340"/>
            <a:ext cx="22391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专业的团队，完善的售后，热情的服务，定能使您的发展如虎添翼！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0" y="404078"/>
            <a:ext cx="2872341" cy="461665"/>
            <a:chOff x="0" y="91440"/>
            <a:chExt cx="3829788" cy="615555"/>
          </a:xfrm>
        </p:grpSpPr>
        <p:sp>
          <p:nvSpPr>
            <p:cNvPr id="74" name="文本框 73"/>
            <p:cNvSpPr txBox="1"/>
            <p:nvPr/>
          </p:nvSpPr>
          <p:spPr>
            <a:xfrm>
              <a:off x="454152" y="91440"/>
              <a:ext cx="3375636" cy="615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研究过程及方法</a:t>
              </a:r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78" name="矩形 77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80" name="图片 7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846" y="261749"/>
            <a:ext cx="23717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7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4910396"/>
            <a:ext cx="4637089" cy="1317625"/>
            <a:chOff x="-7938" y="4640263"/>
            <a:chExt cx="4637089" cy="1317625"/>
          </a:xfrm>
        </p:grpSpPr>
        <p:sp>
          <p:nvSpPr>
            <p:cNvPr id="3" name="Freeform 5"/>
            <p:cNvSpPr>
              <a:spLocks/>
            </p:cNvSpPr>
            <p:nvPr/>
          </p:nvSpPr>
          <p:spPr bwMode="auto">
            <a:xfrm>
              <a:off x="1668463" y="4640263"/>
              <a:ext cx="2960688" cy="1120775"/>
            </a:xfrm>
            <a:custGeom>
              <a:avLst/>
              <a:gdLst>
                <a:gd name="T0" fmla="*/ 20 w 380"/>
                <a:gd name="T1" fmla="*/ 35 h 142"/>
                <a:gd name="T2" fmla="*/ 68 w 380"/>
                <a:gd name="T3" fmla="*/ 0 h 142"/>
                <a:gd name="T4" fmla="*/ 228 w 380"/>
                <a:gd name="T5" fmla="*/ 0 h 142"/>
                <a:gd name="T6" fmla="*/ 196 w 380"/>
                <a:gd name="T7" fmla="*/ 41 h 142"/>
                <a:gd name="T8" fmla="*/ 150 w 380"/>
                <a:gd name="T9" fmla="*/ 41 h 142"/>
                <a:gd name="T10" fmla="*/ 127 w 380"/>
                <a:gd name="T11" fmla="*/ 62 h 142"/>
                <a:gd name="T12" fmla="*/ 150 w 380"/>
                <a:gd name="T13" fmla="*/ 83 h 142"/>
                <a:gd name="T14" fmla="*/ 223 w 380"/>
                <a:gd name="T15" fmla="*/ 83 h 142"/>
                <a:gd name="T16" fmla="*/ 273 w 380"/>
                <a:gd name="T17" fmla="*/ 41 h 142"/>
                <a:gd name="T18" fmla="*/ 380 w 380"/>
                <a:gd name="T19" fmla="*/ 40 h 142"/>
                <a:gd name="T20" fmla="*/ 253 w 380"/>
                <a:gd name="T21" fmla="*/ 141 h 142"/>
                <a:gd name="T22" fmla="*/ 253 w 380"/>
                <a:gd name="T23" fmla="*/ 142 h 142"/>
                <a:gd name="T24" fmla="*/ 52 w 380"/>
                <a:gd name="T25" fmla="*/ 142 h 142"/>
                <a:gd name="T26" fmla="*/ 27 w 380"/>
                <a:gd name="T27" fmla="*/ 142 h 142"/>
                <a:gd name="T28" fmla="*/ 18 w 380"/>
                <a:gd name="T29" fmla="*/ 142 h 142"/>
                <a:gd name="T30" fmla="*/ 0 w 380"/>
                <a:gd name="T31" fmla="*/ 142 h 142"/>
                <a:gd name="T32" fmla="*/ 0 w 380"/>
                <a:gd name="T33" fmla="*/ 35 h 142"/>
                <a:gd name="T34" fmla="*/ 20 w 380"/>
                <a:gd name="T35" fmla="*/ 35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0" h="142">
                  <a:moveTo>
                    <a:pt x="20" y="35"/>
                  </a:moveTo>
                  <a:cubicBezTo>
                    <a:pt x="20" y="35"/>
                    <a:pt x="52" y="0"/>
                    <a:pt x="68" y="0"/>
                  </a:cubicBezTo>
                  <a:cubicBezTo>
                    <a:pt x="77" y="0"/>
                    <a:pt x="161" y="0"/>
                    <a:pt x="228" y="0"/>
                  </a:cubicBezTo>
                  <a:cubicBezTo>
                    <a:pt x="228" y="0"/>
                    <a:pt x="230" y="41"/>
                    <a:pt x="196" y="41"/>
                  </a:cubicBezTo>
                  <a:cubicBezTo>
                    <a:pt x="162" y="41"/>
                    <a:pt x="150" y="41"/>
                    <a:pt x="150" y="41"/>
                  </a:cubicBezTo>
                  <a:cubicBezTo>
                    <a:pt x="138" y="41"/>
                    <a:pt x="127" y="51"/>
                    <a:pt x="127" y="62"/>
                  </a:cubicBezTo>
                  <a:cubicBezTo>
                    <a:pt x="127" y="73"/>
                    <a:pt x="138" y="83"/>
                    <a:pt x="150" y="83"/>
                  </a:cubicBezTo>
                  <a:cubicBezTo>
                    <a:pt x="223" y="83"/>
                    <a:pt x="223" y="83"/>
                    <a:pt x="223" y="83"/>
                  </a:cubicBezTo>
                  <a:cubicBezTo>
                    <a:pt x="223" y="83"/>
                    <a:pt x="238" y="68"/>
                    <a:pt x="273" y="41"/>
                  </a:cubicBezTo>
                  <a:cubicBezTo>
                    <a:pt x="319" y="7"/>
                    <a:pt x="380" y="40"/>
                    <a:pt x="380" y="40"/>
                  </a:cubicBezTo>
                  <a:cubicBezTo>
                    <a:pt x="253" y="141"/>
                    <a:pt x="253" y="141"/>
                    <a:pt x="253" y="141"/>
                  </a:cubicBezTo>
                  <a:cubicBezTo>
                    <a:pt x="253" y="142"/>
                    <a:pt x="253" y="142"/>
                    <a:pt x="253" y="142"/>
                  </a:cubicBezTo>
                  <a:cubicBezTo>
                    <a:pt x="52" y="142"/>
                    <a:pt x="52" y="142"/>
                    <a:pt x="52" y="142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18" y="142"/>
                    <a:pt x="18" y="142"/>
                    <a:pt x="18" y="142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35"/>
                    <a:pt x="0" y="35"/>
                    <a:pt x="0" y="35"/>
                  </a:cubicBezTo>
                  <a:lnTo>
                    <a:pt x="20" y="35"/>
                  </a:lnTo>
                  <a:close/>
                </a:path>
              </a:pathLst>
            </a:custGeom>
            <a:solidFill>
              <a:srgbClr val="EBB6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3514725" y="4852988"/>
              <a:ext cx="865188" cy="639763"/>
            </a:xfrm>
            <a:custGeom>
              <a:avLst/>
              <a:gdLst>
                <a:gd name="T0" fmla="*/ 0 w 111"/>
                <a:gd name="T1" fmla="*/ 81 h 81"/>
                <a:gd name="T2" fmla="*/ 99 w 111"/>
                <a:gd name="T3" fmla="*/ 0 h 81"/>
                <a:gd name="T4" fmla="*/ 111 w 111"/>
                <a:gd name="T5" fmla="*/ 2 h 81"/>
                <a:gd name="T6" fmla="*/ 14 w 111"/>
                <a:gd name="T7" fmla="*/ 81 h 81"/>
                <a:gd name="T8" fmla="*/ 0 w 111"/>
                <a:gd name="T9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81">
                  <a:moveTo>
                    <a:pt x="0" y="81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103" y="0"/>
                    <a:pt x="107" y="1"/>
                    <a:pt x="111" y="2"/>
                  </a:cubicBezTo>
                  <a:cubicBezTo>
                    <a:pt x="14" y="81"/>
                    <a:pt x="14" y="81"/>
                    <a:pt x="14" y="81"/>
                  </a:cubicBezTo>
                  <a:lnTo>
                    <a:pt x="0" y="81"/>
                  </a:lnTo>
                  <a:close/>
                </a:path>
              </a:pathLst>
            </a:custGeom>
            <a:solidFill>
              <a:srgbClr val="CD9B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1411288" y="4719638"/>
              <a:ext cx="271463" cy="1182688"/>
            </a:xfrm>
            <a:custGeom>
              <a:avLst/>
              <a:gdLst>
                <a:gd name="T0" fmla="*/ 26 w 35"/>
                <a:gd name="T1" fmla="*/ 150 h 150"/>
                <a:gd name="T2" fmla="*/ 0 w 35"/>
                <a:gd name="T3" fmla="*/ 150 h 150"/>
                <a:gd name="T4" fmla="*/ 0 w 35"/>
                <a:gd name="T5" fmla="*/ 0 h 150"/>
                <a:gd name="T6" fmla="*/ 24 w 35"/>
                <a:gd name="T7" fmla="*/ 0 h 150"/>
                <a:gd name="T8" fmla="*/ 35 w 35"/>
                <a:gd name="T9" fmla="*/ 6 h 150"/>
                <a:gd name="T10" fmla="*/ 35 w 35"/>
                <a:gd name="T11" fmla="*/ 142 h 150"/>
                <a:gd name="T12" fmla="*/ 26 w 35"/>
                <a:gd name="T13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150">
                  <a:moveTo>
                    <a:pt x="26" y="150"/>
                  </a:moveTo>
                  <a:cubicBezTo>
                    <a:pt x="14" y="150"/>
                    <a:pt x="0" y="150"/>
                    <a:pt x="0" y="15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9" y="0"/>
                    <a:pt x="24" y="0"/>
                  </a:cubicBezTo>
                  <a:cubicBezTo>
                    <a:pt x="30" y="0"/>
                    <a:pt x="35" y="0"/>
                    <a:pt x="35" y="6"/>
                  </a:cubicBezTo>
                  <a:cubicBezTo>
                    <a:pt x="35" y="12"/>
                    <a:pt x="35" y="137"/>
                    <a:pt x="35" y="142"/>
                  </a:cubicBezTo>
                  <a:cubicBezTo>
                    <a:pt x="35" y="147"/>
                    <a:pt x="35" y="150"/>
                    <a:pt x="26" y="1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-7938" y="4679950"/>
              <a:ext cx="1473200" cy="1277938"/>
            </a:xfrm>
            <a:prstGeom prst="rect">
              <a:avLst/>
            </a:prstGeom>
            <a:solidFill>
              <a:srgbClr val="2858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7" name="Oval 9"/>
            <p:cNvSpPr>
              <a:spLocks noChangeArrowheads="1"/>
            </p:cNvSpPr>
            <p:nvPr/>
          </p:nvSpPr>
          <p:spPr bwMode="auto">
            <a:xfrm>
              <a:off x="1519238" y="5657850"/>
              <a:ext cx="117475" cy="119063"/>
            </a:xfrm>
            <a:prstGeom prst="ellipse">
              <a:avLst/>
            </a:prstGeom>
            <a:solidFill>
              <a:srgbClr val="2858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-7938" y="5713413"/>
              <a:ext cx="1473200" cy="244475"/>
            </a:xfrm>
            <a:prstGeom prst="rect">
              <a:avLst/>
            </a:prstGeom>
            <a:solidFill>
              <a:srgbClr val="1145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椭圆 14"/>
          <p:cNvSpPr/>
          <p:nvPr/>
        </p:nvSpPr>
        <p:spPr>
          <a:xfrm>
            <a:off x="2021053" y="3607100"/>
            <a:ext cx="993266" cy="99326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967078" y="3555648"/>
            <a:ext cx="1096169" cy="1096169"/>
          </a:xfrm>
          <a:prstGeom prst="ellips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12" name="Freeform 690"/>
          <p:cNvSpPr>
            <a:spLocks noEditPoints="1"/>
          </p:cNvSpPr>
          <p:nvPr/>
        </p:nvSpPr>
        <p:spPr bwMode="auto">
          <a:xfrm>
            <a:off x="2528585" y="4137134"/>
            <a:ext cx="187052" cy="180371"/>
          </a:xfrm>
          <a:custGeom>
            <a:avLst/>
            <a:gdLst>
              <a:gd name="T0" fmla="*/ 27 w 124"/>
              <a:gd name="T1" fmla="*/ 1 h 121"/>
              <a:gd name="T2" fmla="*/ 31 w 124"/>
              <a:gd name="T3" fmla="*/ 8 h 121"/>
              <a:gd name="T4" fmla="*/ 23 w 124"/>
              <a:gd name="T5" fmla="*/ 17 h 121"/>
              <a:gd name="T6" fmla="*/ 16 w 124"/>
              <a:gd name="T7" fmla="*/ 24 h 121"/>
              <a:gd name="T8" fmla="*/ 0 w 124"/>
              <a:gd name="T9" fmla="*/ 34 h 121"/>
              <a:gd name="T10" fmla="*/ 51 w 124"/>
              <a:gd name="T11" fmla="*/ 85 h 121"/>
              <a:gd name="T12" fmla="*/ 75 w 124"/>
              <a:gd name="T13" fmla="*/ 117 h 121"/>
              <a:gd name="T14" fmla="*/ 88 w 124"/>
              <a:gd name="T15" fmla="*/ 121 h 121"/>
              <a:gd name="T16" fmla="*/ 124 w 124"/>
              <a:gd name="T17" fmla="*/ 85 h 121"/>
              <a:gd name="T18" fmla="*/ 120 w 124"/>
              <a:gd name="T19" fmla="*/ 72 h 121"/>
              <a:gd name="T20" fmla="*/ 88 w 124"/>
              <a:gd name="T21" fmla="*/ 48 h 121"/>
              <a:gd name="T22" fmla="*/ 40 w 124"/>
              <a:gd name="T23" fmla="*/ 0 h 121"/>
              <a:gd name="T24" fmla="*/ 35 w 124"/>
              <a:gd name="T25" fmla="*/ 5 h 121"/>
              <a:gd name="T26" fmla="*/ 27 w 124"/>
              <a:gd name="T27" fmla="*/ 1 h 121"/>
              <a:gd name="T28" fmla="*/ 85 w 124"/>
              <a:gd name="T29" fmla="*/ 66 h 121"/>
              <a:gd name="T30" fmla="*/ 100 w 124"/>
              <a:gd name="T31" fmla="*/ 81 h 121"/>
              <a:gd name="T32" fmla="*/ 85 w 124"/>
              <a:gd name="T33" fmla="*/ 96 h 121"/>
              <a:gd name="T34" fmla="*/ 70 w 124"/>
              <a:gd name="T35" fmla="*/ 81 h 121"/>
              <a:gd name="T36" fmla="*/ 85 w 124"/>
              <a:gd name="T37" fmla="*/ 66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4" h="121">
                <a:moveTo>
                  <a:pt x="27" y="1"/>
                </a:moveTo>
                <a:cubicBezTo>
                  <a:pt x="31" y="8"/>
                  <a:pt x="31" y="8"/>
                  <a:pt x="31" y="8"/>
                </a:cubicBezTo>
                <a:cubicBezTo>
                  <a:pt x="23" y="17"/>
                  <a:pt x="23" y="17"/>
                  <a:pt x="23" y="17"/>
                </a:cubicBezTo>
                <a:cubicBezTo>
                  <a:pt x="16" y="24"/>
                  <a:pt x="16" y="24"/>
                  <a:pt x="16" y="24"/>
                </a:cubicBezTo>
                <a:cubicBezTo>
                  <a:pt x="11" y="29"/>
                  <a:pt x="6" y="32"/>
                  <a:pt x="0" y="34"/>
                </a:cubicBezTo>
                <a:cubicBezTo>
                  <a:pt x="51" y="85"/>
                  <a:pt x="51" y="85"/>
                  <a:pt x="51" y="85"/>
                </a:cubicBezTo>
                <a:cubicBezTo>
                  <a:pt x="75" y="117"/>
                  <a:pt x="75" y="117"/>
                  <a:pt x="75" y="117"/>
                </a:cubicBezTo>
                <a:cubicBezTo>
                  <a:pt x="88" y="121"/>
                  <a:pt x="88" y="121"/>
                  <a:pt x="88" y="121"/>
                </a:cubicBezTo>
                <a:cubicBezTo>
                  <a:pt x="124" y="85"/>
                  <a:pt x="124" y="85"/>
                  <a:pt x="124" y="85"/>
                </a:cubicBezTo>
                <a:cubicBezTo>
                  <a:pt x="120" y="72"/>
                  <a:pt x="120" y="72"/>
                  <a:pt x="120" y="72"/>
                </a:cubicBezTo>
                <a:cubicBezTo>
                  <a:pt x="88" y="48"/>
                  <a:pt x="88" y="48"/>
                  <a:pt x="88" y="48"/>
                </a:cubicBezTo>
                <a:cubicBezTo>
                  <a:pt x="40" y="0"/>
                  <a:pt x="40" y="0"/>
                  <a:pt x="40" y="0"/>
                </a:cubicBezTo>
                <a:cubicBezTo>
                  <a:pt x="35" y="5"/>
                  <a:pt x="35" y="5"/>
                  <a:pt x="35" y="5"/>
                </a:cubicBezTo>
                <a:lnTo>
                  <a:pt x="27" y="1"/>
                </a:lnTo>
                <a:close/>
                <a:moveTo>
                  <a:pt x="85" y="66"/>
                </a:moveTo>
                <a:cubicBezTo>
                  <a:pt x="93" y="66"/>
                  <a:pt x="100" y="73"/>
                  <a:pt x="100" y="81"/>
                </a:cubicBezTo>
                <a:cubicBezTo>
                  <a:pt x="100" y="90"/>
                  <a:pt x="93" y="96"/>
                  <a:pt x="85" y="96"/>
                </a:cubicBezTo>
                <a:cubicBezTo>
                  <a:pt x="76" y="96"/>
                  <a:pt x="70" y="90"/>
                  <a:pt x="70" y="81"/>
                </a:cubicBezTo>
                <a:cubicBezTo>
                  <a:pt x="70" y="73"/>
                  <a:pt x="76" y="66"/>
                  <a:pt x="85" y="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Freeform 691"/>
          <p:cNvSpPr>
            <a:spLocks/>
          </p:cNvSpPr>
          <p:nvPr/>
        </p:nvSpPr>
        <p:spPr bwMode="auto">
          <a:xfrm>
            <a:off x="2288090" y="3889958"/>
            <a:ext cx="190391" cy="193732"/>
          </a:xfrm>
          <a:custGeom>
            <a:avLst/>
            <a:gdLst>
              <a:gd name="T0" fmla="*/ 105 w 129"/>
              <a:gd name="T1" fmla="*/ 102 h 129"/>
              <a:gd name="T2" fmla="*/ 113 w 129"/>
              <a:gd name="T3" fmla="*/ 93 h 129"/>
              <a:gd name="T4" fmla="*/ 121 w 129"/>
              <a:gd name="T5" fmla="*/ 97 h 129"/>
              <a:gd name="T6" fmla="*/ 117 w 129"/>
              <a:gd name="T7" fmla="*/ 90 h 129"/>
              <a:gd name="T8" fmla="*/ 125 w 129"/>
              <a:gd name="T9" fmla="*/ 82 h 129"/>
              <a:gd name="T10" fmla="*/ 126 w 129"/>
              <a:gd name="T11" fmla="*/ 81 h 129"/>
              <a:gd name="T12" fmla="*/ 129 w 129"/>
              <a:gd name="T13" fmla="*/ 67 h 129"/>
              <a:gd name="T14" fmla="*/ 62 w 129"/>
              <a:gd name="T15" fmla="*/ 0 h 129"/>
              <a:gd name="T16" fmla="*/ 56 w 129"/>
              <a:gd name="T17" fmla="*/ 6 h 129"/>
              <a:gd name="T18" fmla="*/ 81 w 129"/>
              <a:gd name="T19" fmla="*/ 46 h 129"/>
              <a:gd name="T20" fmla="*/ 46 w 129"/>
              <a:gd name="T21" fmla="*/ 81 h 129"/>
              <a:gd name="T22" fmla="*/ 6 w 129"/>
              <a:gd name="T23" fmla="*/ 56 h 129"/>
              <a:gd name="T24" fmla="*/ 0 w 129"/>
              <a:gd name="T25" fmla="*/ 62 h 129"/>
              <a:gd name="T26" fmla="*/ 67 w 129"/>
              <a:gd name="T27" fmla="*/ 129 h 129"/>
              <a:gd name="T28" fmla="*/ 86 w 129"/>
              <a:gd name="T29" fmla="*/ 123 h 129"/>
              <a:gd name="T30" fmla="*/ 88 w 129"/>
              <a:gd name="T31" fmla="*/ 125 h 129"/>
              <a:gd name="T32" fmla="*/ 98 w 129"/>
              <a:gd name="T33" fmla="*/ 109 h 129"/>
              <a:gd name="T34" fmla="*/ 105 w 129"/>
              <a:gd name="T35" fmla="*/ 102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29" h="129">
                <a:moveTo>
                  <a:pt x="105" y="102"/>
                </a:moveTo>
                <a:cubicBezTo>
                  <a:pt x="113" y="93"/>
                  <a:pt x="113" y="93"/>
                  <a:pt x="113" y="93"/>
                </a:cubicBezTo>
                <a:cubicBezTo>
                  <a:pt x="121" y="97"/>
                  <a:pt x="121" y="97"/>
                  <a:pt x="121" y="97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25" y="82"/>
                  <a:pt x="125" y="82"/>
                  <a:pt x="125" y="82"/>
                </a:cubicBezTo>
                <a:cubicBezTo>
                  <a:pt x="126" y="81"/>
                  <a:pt x="126" y="81"/>
                  <a:pt x="126" y="81"/>
                </a:cubicBezTo>
                <a:cubicBezTo>
                  <a:pt x="128" y="76"/>
                  <a:pt x="129" y="71"/>
                  <a:pt x="129" y="67"/>
                </a:cubicBezTo>
                <a:cubicBezTo>
                  <a:pt x="129" y="33"/>
                  <a:pt x="96" y="0"/>
                  <a:pt x="62" y="0"/>
                </a:cubicBezTo>
                <a:cubicBezTo>
                  <a:pt x="62" y="0"/>
                  <a:pt x="58" y="4"/>
                  <a:pt x="56" y="6"/>
                </a:cubicBezTo>
                <a:cubicBezTo>
                  <a:pt x="83" y="33"/>
                  <a:pt x="81" y="29"/>
                  <a:pt x="81" y="46"/>
                </a:cubicBezTo>
                <a:cubicBezTo>
                  <a:pt x="81" y="59"/>
                  <a:pt x="59" y="81"/>
                  <a:pt x="46" y="81"/>
                </a:cubicBezTo>
                <a:cubicBezTo>
                  <a:pt x="29" y="81"/>
                  <a:pt x="34" y="84"/>
                  <a:pt x="6" y="56"/>
                </a:cubicBezTo>
                <a:cubicBezTo>
                  <a:pt x="4" y="58"/>
                  <a:pt x="0" y="62"/>
                  <a:pt x="0" y="62"/>
                </a:cubicBezTo>
                <a:cubicBezTo>
                  <a:pt x="1" y="96"/>
                  <a:pt x="33" y="129"/>
                  <a:pt x="67" y="129"/>
                </a:cubicBezTo>
                <a:cubicBezTo>
                  <a:pt x="73" y="129"/>
                  <a:pt x="80" y="127"/>
                  <a:pt x="86" y="123"/>
                </a:cubicBezTo>
                <a:cubicBezTo>
                  <a:pt x="88" y="125"/>
                  <a:pt x="88" y="125"/>
                  <a:pt x="88" y="125"/>
                </a:cubicBezTo>
                <a:cubicBezTo>
                  <a:pt x="90" y="119"/>
                  <a:pt x="93" y="114"/>
                  <a:pt x="98" y="109"/>
                </a:cubicBezTo>
                <a:lnTo>
                  <a:pt x="105" y="1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14" name="Freeform 692"/>
          <p:cNvSpPr>
            <a:spLocks/>
          </p:cNvSpPr>
          <p:nvPr/>
        </p:nvSpPr>
        <p:spPr bwMode="auto">
          <a:xfrm>
            <a:off x="2288090" y="3889958"/>
            <a:ext cx="430886" cy="427547"/>
          </a:xfrm>
          <a:custGeom>
            <a:avLst/>
            <a:gdLst>
              <a:gd name="T0" fmla="*/ 280 w 291"/>
              <a:gd name="T1" fmla="*/ 27 h 287"/>
              <a:gd name="T2" fmla="*/ 260 w 291"/>
              <a:gd name="T3" fmla="*/ 8 h 287"/>
              <a:gd name="T4" fmla="*/ 241 w 291"/>
              <a:gd name="T5" fmla="*/ 0 h 287"/>
              <a:gd name="T6" fmla="*/ 222 w 291"/>
              <a:gd name="T7" fmla="*/ 8 h 287"/>
              <a:gd name="T8" fmla="*/ 137 w 291"/>
              <a:gd name="T9" fmla="*/ 93 h 287"/>
              <a:gd name="T10" fmla="*/ 133 w 291"/>
              <a:gd name="T11" fmla="*/ 110 h 287"/>
              <a:gd name="T12" fmla="*/ 122 w 291"/>
              <a:gd name="T13" fmla="*/ 114 h 287"/>
              <a:gd name="T14" fmla="*/ 116 w 291"/>
              <a:gd name="T15" fmla="*/ 113 h 287"/>
              <a:gd name="T16" fmla="*/ 109 w 291"/>
              <a:gd name="T17" fmla="*/ 120 h 287"/>
              <a:gd name="T18" fmla="*/ 109 w 291"/>
              <a:gd name="T19" fmla="*/ 159 h 287"/>
              <a:gd name="T20" fmla="*/ 110 w 291"/>
              <a:gd name="T21" fmla="*/ 160 h 287"/>
              <a:gd name="T22" fmla="*/ 44 w 291"/>
              <a:gd name="T23" fmla="*/ 227 h 287"/>
              <a:gd name="T24" fmla="*/ 26 w 291"/>
              <a:gd name="T25" fmla="*/ 234 h 287"/>
              <a:gd name="T26" fmla="*/ 0 w 291"/>
              <a:gd name="T27" fmla="*/ 271 h 287"/>
              <a:gd name="T28" fmla="*/ 17 w 291"/>
              <a:gd name="T29" fmla="*/ 287 h 287"/>
              <a:gd name="T30" fmla="*/ 54 w 291"/>
              <a:gd name="T31" fmla="*/ 261 h 287"/>
              <a:gd name="T32" fmla="*/ 60 w 291"/>
              <a:gd name="T33" fmla="*/ 243 h 287"/>
              <a:gd name="T34" fmla="*/ 127 w 291"/>
              <a:gd name="T35" fmla="*/ 177 h 287"/>
              <a:gd name="T36" fmla="*/ 129 w 291"/>
              <a:gd name="T37" fmla="*/ 179 h 287"/>
              <a:gd name="T38" fmla="*/ 148 w 291"/>
              <a:gd name="T39" fmla="*/ 187 h 287"/>
              <a:gd name="T40" fmla="*/ 167 w 291"/>
              <a:gd name="T41" fmla="*/ 179 h 287"/>
              <a:gd name="T42" fmla="*/ 175 w 291"/>
              <a:gd name="T43" fmla="*/ 171 h 287"/>
              <a:gd name="T44" fmla="*/ 178 w 291"/>
              <a:gd name="T45" fmla="*/ 155 h 287"/>
              <a:gd name="T46" fmla="*/ 190 w 291"/>
              <a:gd name="T47" fmla="*/ 150 h 287"/>
              <a:gd name="T48" fmla="*/ 195 w 291"/>
              <a:gd name="T49" fmla="*/ 151 h 287"/>
              <a:gd name="T50" fmla="*/ 280 w 291"/>
              <a:gd name="T51" fmla="*/ 66 h 287"/>
              <a:gd name="T52" fmla="*/ 280 w 291"/>
              <a:gd name="T53" fmla="*/ 27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91" h="287">
                <a:moveTo>
                  <a:pt x="280" y="27"/>
                </a:moveTo>
                <a:cubicBezTo>
                  <a:pt x="260" y="8"/>
                  <a:pt x="260" y="8"/>
                  <a:pt x="260" y="8"/>
                </a:cubicBezTo>
                <a:cubicBezTo>
                  <a:pt x="255" y="2"/>
                  <a:pt x="248" y="0"/>
                  <a:pt x="241" y="0"/>
                </a:cubicBezTo>
                <a:cubicBezTo>
                  <a:pt x="234" y="0"/>
                  <a:pt x="227" y="2"/>
                  <a:pt x="222" y="8"/>
                </a:cubicBezTo>
                <a:cubicBezTo>
                  <a:pt x="137" y="93"/>
                  <a:pt x="137" y="93"/>
                  <a:pt x="137" y="93"/>
                </a:cubicBezTo>
                <a:cubicBezTo>
                  <a:pt x="139" y="98"/>
                  <a:pt x="137" y="106"/>
                  <a:pt x="133" y="110"/>
                </a:cubicBezTo>
                <a:cubicBezTo>
                  <a:pt x="130" y="112"/>
                  <a:pt x="126" y="114"/>
                  <a:pt x="122" y="114"/>
                </a:cubicBezTo>
                <a:cubicBezTo>
                  <a:pt x="120" y="114"/>
                  <a:pt x="118" y="114"/>
                  <a:pt x="116" y="113"/>
                </a:cubicBezTo>
                <a:cubicBezTo>
                  <a:pt x="109" y="120"/>
                  <a:pt x="109" y="120"/>
                  <a:pt x="109" y="120"/>
                </a:cubicBezTo>
                <a:cubicBezTo>
                  <a:pt x="98" y="131"/>
                  <a:pt x="98" y="148"/>
                  <a:pt x="109" y="159"/>
                </a:cubicBezTo>
                <a:cubicBezTo>
                  <a:pt x="110" y="160"/>
                  <a:pt x="110" y="160"/>
                  <a:pt x="110" y="160"/>
                </a:cubicBezTo>
                <a:cubicBezTo>
                  <a:pt x="44" y="227"/>
                  <a:pt x="44" y="227"/>
                  <a:pt x="44" y="227"/>
                </a:cubicBezTo>
                <a:cubicBezTo>
                  <a:pt x="26" y="234"/>
                  <a:pt x="26" y="234"/>
                  <a:pt x="26" y="234"/>
                </a:cubicBezTo>
                <a:cubicBezTo>
                  <a:pt x="0" y="271"/>
                  <a:pt x="0" y="271"/>
                  <a:pt x="0" y="271"/>
                </a:cubicBezTo>
                <a:cubicBezTo>
                  <a:pt x="17" y="287"/>
                  <a:pt x="17" y="287"/>
                  <a:pt x="17" y="287"/>
                </a:cubicBezTo>
                <a:cubicBezTo>
                  <a:pt x="54" y="261"/>
                  <a:pt x="54" y="261"/>
                  <a:pt x="54" y="261"/>
                </a:cubicBezTo>
                <a:cubicBezTo>
                  <a:pt x="60" y="243"/>
                  <a:pt x="60" y="243"/>
                  <a:pt x="60" y="243"/>
                </a:cubicBezTo>
                <a:cubicBezTo>
                  <a:pt x="127" y="177"/>
                  <a:pt x="127" y="177"/>
                  <a:pt x="127" y="177"/>
                </a:cubicBezTo>
                <a:cubicBezTo>
                  <a:pt x="129" y="179"/>
                  <a:pt x="129" y="179"/>
                  <a:pt x="129" y="179"/>
                </a:cubicBezTo>
                <a:cubicBezTo>
                  <a:pt x="134" y="184"/>
                  <a:pt x="141" y="187"/>
                  <a:pt x="148" y="187"/>
                </a:cubicBezTo>
                <a:cubicBezTo>
                  <a:pt x="155" y="187"/>
                  <a:pt x="162" y="184"/>
                  <a:pt x="167" y="179"/>
                </a:cubicBezTo>
                <a:cubicBezTo>
                  <a:pt x="175" y="171"/>
                  <a:pt x="175" y="171"/>
                  <a:pt x="175" y="171"/>
                </a:cubicBezTo>
                <a:cubicBezTo>
                  <a:pt x="172" y="166"/>
                  <a:pt x="174" y="159"/>
                  <a:pt x="178" y="155"/>
                </a:cubicBezTo>
                <a:cubicBezTo>
                  <a:pt x="181" y="152"/>
                  <a:pt x="185" y="150"/>
                  <a:pt x="190" y="150"/>
                </a:cubicBezTo>
                <a:cubicBezTo>
                  <a:pt x="191" y="150"/>
                  <a:pt x="193" y="150"/>
                  <a:pt x="195" y="151"/>
                </a:cubicBezTo>
                <a:cubicBezTo>
                  <a:pt x="280" y="66"/>
                  <a:pt x="280" y="66"/>
                  <a:pt x="280" y="66"/>
                </a:cubicBezTo>
                <a:cubicBezTo>
                  <a:pt x="291" y="55"/>
                  <a:pt x="291" y="38"/>
                  <a:pt x="280" y="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133717" y="2906034"/>
            <a:ext cx="745142" cy="74514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093225" y="2867435"/>
            <a:ext cx="822339" cy="822339"/>
          </a:xfrm>
          <a:prstGeom prst="ellips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20" name="Freeform 305"/>
          <p:cNvSpPr>
            <a:spLocks/>
          </p:cNvSpPr>
          <p:nvPr/>
        </p:nvSpPr>
        <p:spPr bwMode="auto">
          <a:xfrm>
            <a:off x="3358294" y="3131485"/>
            <a:ext cx="311494" cy="311495"/>
          </a:xfrm>
          <a:custGeom>
            <a:avLst/>
            <a:gdLst>
              <a:gd name="T0" fmla="*/ 293 w 297"/>
              <a:gd name="T1" fmla="*/ 232 h 297"/>
              <a:gd name="T2" fmla="*/ 230 w 297"/>
              <a:gd name="T3" fmla="*/ 195 h 297"/>
              <a:gd name="T4" fmla="*/ 220 w 297"/>
              <a:gd name="T5" fmla="*/ 196 h 297"/>
              <a:gd name="T6" fmla="*/ 201 w 297"/>
              <a:gd name="T7" fmla="*/ 215 h 297"/>
              <a:gd name="T8" fmla="*/ 190 w 297"/>
              <a:gd name="T9" fmla="*/ 220 h 297"/>
              <a:gd name="T10" fmla="*/ 122 w 297"/>
              <a:gd name="T11" fmla="*/ 176 h 297"/>
              <a:gd name="T12" fmla="*/ 78 w 297"/>
              <a:gd name="T13" fmla="*/ 108 h 297"/>
              <a:gd name="T14" fmla="*/ 82 w 297"/>
              <a:gd name="T15" fmla="*/ 96 h 297"/>
              <a:gd name="T16" fmla="*/ 98 w 297"/>
              <a:gd name="T17" fmla="*/ 80 h 297"/>
              <a:gd name="T18" fmla="*/ 100 w 297"/>
              <a:gd name="T19" fmla="*/ 70 h 297"/>
              <a:gd name="T20" fmla="*/ 65 w 297"/>
              <a:gd name="T21" fmla="*/ 4 h 297"/>
              <a:gd name="T22" fmla="*/ 58 w 297"/>
              <a:gd name="T23" fmla="*/ 3 h 297"/>
              <a:gd name="T24" fmla="*/ 14 w 297"/>
              <a:gd name="T25" fmla="*/ 46 h 297"/>
              <a:gd name="T26" fmla="*/ 9 w 297"/>
              <a:gd name="T27" fmla="*/ 57 h 297"/>
              <a:gd name="T28" fmla="*/ 89 w 297"/>
              <a:gd name="T29" fmla="*/ 209 h 297"/>
              <a:gd name="T30" fmla="*/ 240 w 297"/>
              <a:gd name="T31" fmla="*/ 288 h 297"/>
              <a:gd name="T32" fmla="*/ 252 w 297"/>
              <a:gd name="T33" fmla="*/ 283 h 297"/>
              <a:gd name="T34" fmla="*/ 295 w 297"/>
              <a:gd name="T35" fmla="*/ 240 h 297"/>
              <a:gd name="T36" fmla="*/ 293 w 297"/>
              <a:gd name="T37" fmla="*/ 232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97" h="297">
                <a:moveTo>
                  <a:pt x="293" y="232"/>
                </a:moveTo>
                <a:cubicBezTo>
                  <a:pt x="230" y="195"/>
                  <a:pt x="230" y="195"/>
                  <a:pt x="230" y="195"/>
                </a:cubicBezTo>
                <a:cubicBezTo>
                  <a:pt x="227" y="193"/>
                  <a:pt x="222" y="194"/>
                  <a:pt x="220" y="196"/>
                </a:cubicBezTo>
                <a:cubicBezTo>
                  <a:pt x="201" y="215"/>
                  <a:pt x="201" y="215"/>
                  <a:pt x="201" y="215"/>
                </a:cubicBezTo>
                <a:cubicBezTo>
                  <a:pt x="198" y="217"/>
                  <a:pt x="193" y="220"/>
                  <a:pt x="190" y="220"/>
                </a:cubicBezTo>
                <a:cubicBezTo>
                  <a:pt x="190" y="220"/>
                  <a:pt x="166" y="220"/>
                  <a:pt x="122" y="176"/>
                </a:cubicBezTo>
                <a:cubicBezTo>
                  <a:pt x="77" y="132"/>
                  <a:pt x="78" y="108"/>
                  <a:pt x="78" y="108"/>
                </a:cubicBezTo>
                <a:cubicBezTo>
                  <a:pt x="78" y="104"/>
                  <a:pt x="80" y="99"/>
                  <a:pt x="82" y="96"/>
                </a:cubicBezTo>
                <a:cubicBezTo>
                  <a:pt x="98" y="80"/>
                  <a:pt x="98" y="80"/>
                  <a:pt x="98" y="80"/>
                </a:cubicBezTo>
                <a:cubicBezTo>
                  <a:pt x="101" y="78"/>
                  <a:pt x="102" y="73"/>
                  <a:pt x="100" y="70"/>
                </a:cubicBezTo>
                <a:cubicBezTo>
                  <a:pt x="65" y="4"/>
                  <a:pt x="65" y="4"/>
                  <a:pt x="65" y="4"/>
                </a:cubicBezTo>
                <a:cubicBezTo>
                  <a:pt x="64" y="1"/>
                  <a:pt x="60" y="0"/>
                  <a:pt x="58" y="3"/>
                </a:cubicBezTo>
                <a:cubicBezTo>
                  <a:pt x="14" y="46"/>
                  <a:pt x="14" y="46"/>
                  <a:pt x="14" y="46"/>
                </a:cubicBezTo>
                <a:cubicBezTo>
                  <a:pt x="12" y="48"/>
                  <a:pt x="9" y="53"/>
                  <a:pt x="9" y="57"/>
                </a:cubicBezTo>
                <a:cubicBezTo>
                  <a:pt x="9" y="57"/>
                  <a:pt x="0" y="120"/>
                  <a:pt x="89" y="209"/>
                </a:cubicBezTo>
                <a:cubicBezTo>
                  <a:pt x="177" y="297"/>
                  <a:pt x="240" y="288"/>
                  <a:pt x="240" y="288"/>
                </a:cubicBezTo>
                <a:cubicBezTo>
                  <a:pt x="244" y="288"/>
                  <a:pt x="249" y="285"/>
                  <a:pt x="252" y="283"/>
                </a:cubicBezTo>
                <a:cubicBezTo>
                  <a:pt x="295" y="240"/>
                  <a:pt x="295" y="240"/>
                  <a:pt x="295" y="240"/>
                </a:cubicBezTo>
                <a:cubicBezTo>
                  <a:pt x="297" y="237"/>
                  <a:pt x="297" y="233"/>
                  <a:pt x="293" y="2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1" name="Freeform 306"/>
          <p:cNvSpPr>
            <a:spLocks/>
          </p:cNvSpPr>
          <p:nvPr/>
        </p:nvSpPr>
        <p:spPr bwMode="auto">
          <a:xfrm>
            <a:off x="3512128" y="3223567"/>
            <a:ext cx="60894" cy="58552"/>
          </a:xfrm>
          <a:custGeom>
            <a:avLst/>
            <a:gdLst>
              <a:gd name="T0" fmla="*/ 0 w 57"/>
              <a:gd name="T1" fmla="*/ 18 h 57"/>
              <a:gd name="T2" fmla="*/ 25 w 57"/>
              <a:gd name="T3" fmla="*/ 32 h 57"/>
              <a:gd name="T4" fmla="*/ 40 w 57"/>
              <a:gd name="T5" fmla="*/ 57 h 57"/>
              <a:gd name="T6" fmla="*/ 57 w 57"/>
              <a:gd name="T7" fmla="*/ 57 h 57"/>
              <a:gd name="T8" fmla="*/ 39 w 57"/>
              <a:gd name="T9" fmla="*/ 19 h 57"/>
              <a:gd name="T10" fmla="*/ 0 w 57"/>
              <a:gd name="T11" fmla="*/ 0 h 57"/>
              <a:gd name="T12" fmla="*/ 0 w 57"/>
              <a:gd name="T13" fmla="*/ 1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" h="57">
                <a:moveTo>
                  <a:pt x="0" y="18"/>
                </a:moveTo>
                <a:cubicBezTo>
                  <a:pt x="9" y="20"/>
                  <a:pt x="18" y="25"/>
                  <a:pt x="25" y="32"/>
                </a:cubicBezTo>
                <a:cubicBezTo>
                  <a:pt x="33" y="39"/>
                  <a:pt x="37" y="48"/>
                  <a:pt x="40" y="57"/>
                </a:cubicBezTo>
                <a:cubicBezTo>
                  <a:pt x="57" y="57"/>
                  <a:pt x="57" y="57"/>
                  <a:pt x="57" y="57"/>
                </a:cubicBezTo>
                <a:cubicBezTo>
                  <a:pt x="56" y="43"/>
                  <a:pt x="49" y="29"/>
                  <a:pt x="39" y="19"/>
                </a:cubicBezTo>
                <a:cubicBezTo>
                  <a:pt x="28" y="8"/>
                  <a:pt x="15" y="2"/>
                  <a:pt x="0" y="0"/>
                </a:cubicBezTo>
                <a:lnTo>
                  <a:pt x="0" y="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2" name="Freeform 307"/>
          <p:cNvSpPr>
            <a:spLocks/>
          </p:cNvSpPr>
          <p:nvPr/>
        </p:nvSpPr>
        <p:spPr bwMode="auto">
          <a:xfrm>
            <a:off x="3512128" y="3125200"/>
            <a:ext cx="159261" cy="156919"/>
          </a:xfrm>
          <a:custGeom>
            <a:avLst/>
            <a:gdLst>
              <a:gd name="T0" fmla="*/ 133 w 153"/>
              <a:gd name="T1" fmla="*/ 152 h 152"/>
              <a:gd name="T2" fmla="*/ 153 w 153"/>
              <a:gd name="T3" fmla="*/ 152 h 152"/>
              <a:gd name="T4" fmla="*/ 0 w 153"/>
              <a:gd name="T5" fmla="*/ 0 h 152"/>
              <a:gd name="T6" fmla="*/ 0 w 153"/>
              <a:gd name="T7" fmla="*/ 20 h 152"/>
              <a:gd name="T8" fmla="*/ 133 w 153"/>
              <a:gd name="T9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3" h="152">
                <a:moveTo>
                  <a:pt x="133" y="152"/>
                </a:moveTo>
                <a:cubicBezTo>
                  <a:pt x="153" y="152"/>
                  <a:pt x="153" y="152"/>
                  <a:pt x="153" y="152"/>
                </a:cubicBezTo>
                <a:cubicBezTo>
                  <a:pt x="152" y="73"/>
                  <a:pt x="79" y="1"/>
                  <a:pt x="0" y="0"/>
                </a:cubicBezTo>
                <a:cubicBezTo>
                  <a:pt x="0" y="20"/>
                  <a:pt x="0" y="20"/>
                  <a:pt x="0" y="20"/>
                </a:cubicBezTo>
                <a:cubicBezTo>
                  <a:pt x="71" y="24"/>
                  <a:pt x="128" y="81"/>
                  <a:pt x="133" y="1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23" name="Freeform 308"/>
          <p:cNvSpPr>
            <a:spLocks/>
          </p:cNvSpPr>
          <p:nvPr/>
        </p:nvSpPr>
        <p:spPr bwMode="auto">
          <a:xfrm>
            <a:off x="3512128" y="3174384"/>
            <a:ext cx="110076" cy="107735"/>
          </a:xfrm>
          <a:custGeom>
            <a:avLst/>
            <a:gdLst>
              <a:gd name="T0" fmla="*/ 85 w 105"/>
              <a:gd name="T1" fmla="*/ 105 h 105"/>
              <a:gd name="T2" fmla="*/ 105 w 105"/>
              <a:gd name="T3" fmla="*/ 105 h 105"/>
              <a:gd name="T4" fmla="*/ 0 w 105"/>
              <a:gd name="T5" fmla="*/ 0 h 105"/>
              <a:gd name="T6" fmla="*/ 0 w 105"/>
              <a:gd name="T7" fmla="*/ 21 h 105"/>
              <a:gd name="T8" fmla="*/ 85 w 105"/>
              <a:gd name="T9" fmla="*/ 105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5" h="105">
                <a:moveTo>
                  <a:pt x="85" y="105"/>
                </a:moveTo>
                <a:cubicBezTo>
                  <a:pt x="105" y="105"/>
                  <a:pt x="105" y="105"/>
                  <a:pt x="105" y="105"/>
                </a:cubicBezTo>
                <a:cubicBezTo>
                  <a:pt x="101" y="49"/>
                  <a:pt x="56" y="4"/>
                  <a:pt x="0" y="0"/>
                </a:cubicBezTo>
                <a:cubicBezTo>
                  <a:pt x="0" y="21"/>
                  <a:pt x="0" y="21"/>
                  <a:pt x="0" y="21"/>
                </a:cubicBezTo>
                <a:cubicBezTo>
                  <a:pt x="45" y="25"/>
                  <a:pt x="81" y="60"/>
                  <a:pt x="85" y="10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060708" y="2038760"/>
            <a:ext cx="890174" cy="89017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012335" y="1992648"/>
            <a:ext cx="982397" cy="982397"/>
          </a:xfrm>
          <a:prstGeom prst="ellips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29" name="Freeform 250"/>
          <p:cNvSpPr>
            <a:spLocks/>
          </p:cNvSpPr>
          <p:nvPr/>
        </p:nvSpPr>
        <p:spPr bwMode="auto">
          <a:xfrm>
            <a:off x="2436150" y="2274875"/>
            <a:ext cx="326993" cy="353304"/>
          </a:xfrm>
          <a:custGeom>
            <a:avLst/>
            <a:gdLst>
              <a:gd name="T0" fmla="*/ 190 w 195"/>
              <a:gd name="T1" fmla="*/ 102 h 210"/>
              <a:gd name="T2" fmla="*/ 92 w 195"/>
              <a:gd name="T3" fmla="*/ 4 h 210"/>
              <a:gd name="T4" fmla="*/ 0 w 195"/>
              <a:gd name="T5" fmla="*/ 30 h 210"/>
              <a:gd name="T6" fmla="*/ 15 w 195"/>
              <a:gd name="T7" fmla="*/ 30 h 210"/>
              <a:gd name="T8" fmla="*/ 94 w 195"/>
              <a:gd name="T9" fmla="*/ 54 h 210"/>
              <a:gd name="T10" fmla="*/ 135 w 195"/>
              <a:gd name="T11" fmla="*/ 120 h 210"/>
              <a:gd name="T12" fmla="*/ 116 w 195"/>
              <a:gd name="T13" fmla="*/ 187 h 210"/>
              <a:gd name="T14" fmla="*/ 168 w 195"/>
              <a:gd name="T15" fmla="*/ 198 h 210"/>
              <a:gd name="T16" fmla="*/ 147 w 195"/>
              <a:gd name="T17" fmla="*/ 161 h 210"/>
              <a:gd name="T18" fmla="*/ 190 w 195"/>
              <a:gd name="T19" fmla="*/ 102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5" h="210">
                <a:moveTo>
                  <a:pt x="190" y="102"/>
                </a:moveTo>
                <a:cubicBezTo>
                  <a:pt x="195" y="54"/>
                  <a:pt x="152" y="10"/>
                  <a:pt x="92" y="4"/>
                </a:cubicBezTo>
                <a:cubicBezTo>
                  <a:pt x="56" y="0"/>
                  <a:pt x="22" y="11"/>
                  <a:pt x="0" y="30"/>
                </a:cubicBezTo>
                <a:cubicBezTo>
                  <a:pt x="5" y="30"/>
                  <a:pt x="10" y="30"/>
                  <a:pt x="15" y="30"/>
                </a:cubicBezTo>
                <a:cubicBezTo>
                  <a:pt x="44" y="30"/>
                  <a:pt x="72" y="38"/>
                  <a:pt x="94" y="54"/>
                </a:cubicBezTo>
                <a:cubicBezTo>
                  <a:pt x="118" y="71"/>
                  <a:pt x="132" y="94"/>
                  <a:pt x="135" y="120"/>
                </a:cubicBezTo>
                <a:cubicBezTo>
                  <a:pt x="138" y="143"/>
                  <a:pt x="131" y="167"/>
                  <a:pt x="116" y="187"/>
                </a:cubicBezTo>
                <a:cubicBezTo>
                  <a:pt x="147" y="210"/>
                  <a:pt x="175" y="203"/>
                  <a:pt x="168" y="198"/>
                </a:cubicBezTo>
                <a:cubicBezTo>
                  <a:pt x="150" y="185"/>
                  <a:pt x="146" y="171"/>
                  <a:pt x="147" y="161"/>
                </a:cubicBezTo>
                <a:cubicBezTo>
                  <a:pt x="171" y="148"/>
                  <a:pt x="187" y="127"/>
                  <a:pt x="190" y="10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Freeform 251"/>
          <p:cNvSpPr>
            <a:spLocks/>
          </p:cNvSpPr>
          <p:nvPr/>
        </p:nvSpPr>
        <p:spPr bwMode="auto">
          <a:xfrm>
            <a:off x="2263256" y="2357563"/>
            <a:ext cx="379613" cy="334513"/>
          </a:xfrm>
          <a:custGeom>
            <a:avLst/>
            <a:gdLst>
              <a:gd name="T0" fmla="*/ 221 w 227"/>
              <a:gd name="T1" fmla="*/ 74 h 200"/>
              <a:gd name="T2" fmla="*/ 119 w 227"/>
              <a:gd name="T3" fmla="*/ 0 h 200"/>
              <a:gd name="T4" fmla="*/ 103 w 227"/>
              <a:gd name="T5" fmla="*/ 1 h 200"/>
              <a:gd name="T6" fmla="*/ 6 w 227"/>
              <a:gd name="T7" fmla="*/ 98 h 200"/>
              <a:gd name="T8" fmla="*/ 48 w 227"/>
              <a:gd name="T9" fmla="*/ 158 h 200"/>
              <a:gd name="T10" fmla="*/ 27 w 227"/>
              <a:gd name="T11" fmla="*/ 195 h 200"/>
              <a:gd name="T12" fmla="*/ 36 w 227"/>
              <a:gd name="T13" fmla="*/ 200 h 200"/>
              <a:gd name="T14" fmla="*/ 92 w 227"/>
              <a:gd name="T15" fmla="*/ 172 h 200"/>
              <a:gd name="T16" fmla="*/ 108 w 227"/>
              <a:gd name="T17" fmla="*/ 173 h 200"/>
              <a:gd name="T18" fmla="*/ 123 w 227"/>
              <a:gd name="T19" fmla="*/ 172 h 200"/>
              <a:gd name="T20" fmla="*/ 221 w 227"/>
              <a:gd name="T21" fmla="*/ 7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27" h="200">
                <a:moveTo>
                  <a:pt x="221" y="74"/>
                </a:moveTo>
                <a:cubicBezTo>
                  <a:pt x="216" y="31"/>
                  <a:pt x="172" y="0"/>
                  <a:pt x="119" y="0"/>
                </a:cubicBezTo>
                <a:cubicBezTo>
                  <a:pt x="114" y="0"/>
                  <a:pt x="108" y="0"/>
                  <a:pt x="103" y="1"/>
                </a:cubicBezTo>
                <a:cubicBezTo>
                  <a:pt x="44" y="7"/>
                  <a:pt x="0" y="51"/>
                  <a:pt x="6" y="98"/>
                </a:cubicBezTo>
                <a:cubicBezTo>
                  <a:pt x="8" y="123"/>
                  <a:pt x="25" y="144"/>
                  <a:pt x="48" y="158"/>
                </a:cubicBezTo>
                <a:cubicBezTo>
                  <a:pt x="49" y="168"/>
                  <a:pt x="45" y="182"/>
                  <a:pt x="27" y="195"/>
                </a:cubicBezTo>
                <a:cubicBezTo>
                  <a:pt x="24" y="197"/>
                  <a:pt x="28" y="200"/>
                  <a:pt x="36" y="200"/>
                </a:cubicBezTo>
                <a:cubicBezTo>
                  <a:pt x="49" y="200"/>
                  <a:pt x="71" y="194"/>
                  <a:pt x="92" y="172"/>
                </a:cubicBezTo>
                <a:cubicBezTo>
                  <a:pt x="97" y="173"/>
                  <a:pt x="103" y="173"/>
                  <a:pt x="108" y="173"/>
                </a:cubicBezTo>
                <a:cubicBezTo>
                  <a:pt x="113" y="173"/>
                  <a:pt x="118" y="173"/>
                  <a:pt x="123" y="172"/>
                </a:cubicBezTo>
                <a:cubicBezTo>
                  <a:pt x="183" y="165"/>
                  <a:pt x="227" y="122"/>
                  <a:pt x="221" y="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083636" y="1055762"/>
            <a:ext cx="1073200" cy="1073200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3025317" y="1000169"/>
            <a:ext cx="1184384" cy="1184384"/>
          </a:xfrm>
          <a:prstGeom prst="ellipse">
            <a:avLst/>
          </a:prstGeom>
          <a:noFill/>
          <a:ln w="19050">
            <a:solidFill>
              <a:srgbClr val="6B8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36" name="Freeform 412"/>
          <p:cNvSpPr>
            <a:spLocks noEditPoints="1"/>
          </p:cNvSpPr>
          <p:nvPr/>
        </p:nvSpPr>
        <p:spPr bwMode="auto">
          <a:xfrm>
            <a:off x="3681767" y="1308581"/>
            <a:ext cx="210465" cy="210465"/>
          </a:xfrm>
          <a:custGeom>
            <a:avLst/>
            <a:gdLst>
              <a:gd name="T0" fmla="*/ 105 w 108"/>
              <a:gd name="T1" fmla="*/ 44 h 108"/>
              <a:gd name="T2" fmla="*/ 89 w 108"/>
              <a:gd name="T3" fmla="*/ 41 h 108"/>
              <a:gd name="T4" fmla="*/ 88 w 108"/>
              <a:gd name="T5" fmla="*/ 38 h 108"/>
              <a:gd name="T6" fmla="*/ 97 w 108"/>
              <a:gd name="T7" fmla="*/ 25 h 108"/>
              <a:gd name="T8" fmla="*/ 96 w 108"/>
              <a:gd name="T9" fmla="*/ 20 h 108"/>
              <a:gd name="T10" fmla="*/ 87 w 108"/>
              <a:gd name="T11" fmla="*/ 11 h 108"/>
              <a:gd name="T12" fmla="*/ 83 w 108"/>
              <a:gd name="T13" fmla="*/ 11 h 108"/>
              <a:gd name="T14" fmla="*/ 69 w 108"/>
              <a:gd name="T15" fmla="*/ 20 h 108"/>
              <a:gd name="T16" fmla="*/ 66 w 108"/>
              <a:gd name="T17" fmla="*/ 19 h 108"/>
              <a:gd name="T18" fmla="*/ 64 w 108"/>
              <a:gd name="T19" fmla="*/ 3 h 108"/>
              <a:gd name="T20" fmla="*/ 60 w 108"/>
              <a:gd name="T21" fmla="*/ 0 h 108"/>
              <a:gd name="T22" fmla="*/ 48 w 108"/>
              <a:gd name="T23" fmla="*/ 0 h 108"/>
              <a:gd name="T24" fmla="*/ 44 w 108"/>
              <a:gd name="T25" fmla="*/ 3 h 108"/>
              <a:gd name="T26" fmla="*/ 41 w 108"/>
              <a:gd name="T27" fmla="*/ 19 h 108"/>
              <a:gd name="T28" fmla="*/ 38 w 108"/>
              <a:gd name="T29" fmla="*/ 20 h 108"/>
              <a:gd name="T30" fmla="*/ 25 w 108"/>
              <a:gd name="T31" fmla="*/ 11 h 108"/>
              <a:gd name="T32" fmla="*/ 20 w 108"/>
              <a:gd name="T33" fmla="*/ 11 h 108"/>
              <a:gd name="T34" fmla="*/ 11 w 108"/>
              <a:gd name="T35" fmla="*/ 20 h 108"/>
              <a:gd name="T36" fmla="*/ 11 w 108"/>
              <a:gd name="T37" fmla="*/ 25 h 108"/>
              <a:gd name="T38" fmla="*/ 20 w 108"/>
              <a:gd name="T39" fmla="*/ 38 h 108"/>
              <a:gd name="T40" fmla="*/ 19 w 108"/>
              <a:gd name="T41" fmla="*/ 41 h 108"/>
              <a:gd name="T42" fmla="*/ 3 w 108"/>
              <a:gd name="T43" fmla="*/ 44 h 108"/>
              <a:gd name="T44" fmla="*/ 0 w 108"/>
              <a:gd name="T45" fmla="*/ 48 h 108"/>
              <a:gd name="T46" fmla="*/ 0 w 108"/>
              <a:gd name="T47" fmla="*/ 60 h 108"/>
              <a:gd name="T48" fmla="*/ 3 w 108"/>
              <a:gd name="T49" fmla="*/ 64 h 108"/>
              <a:gd name="T50" fmla="*/ 19 w 108"/>
              <a:gd name="T51" fmla="*/ 67 h 108"/>
              <a:gd name="T52" fmla="*/ 20 w 108"/>
              <a:gd name="T53" fmla="*/ 69 h 108"/>
              <a:gd name="T54" fmla="*/ 11 w 108"/>
              <a:gd name="T55" fmla="*/ 83 h 108"/>
              <a:gd name="T56" fmla="*/ 11 w 108"/>
              <a:gd name="T57" fmla="*/ 88 h 108"/>
              <a:gd name="T58" fmla="*/ 20 w 108"/>
              <a:gd name="T59" fmla="*/ 96 h 108"/>
              <a:gd name="T60" fmla="*/ 25 w 108"/>
              <a:gd name="T61" fmla="*/ 97 h 108"/>
              <a:gd name="T62" fmla="*/ 38 w 108"/>
              <a:gd name="T63" fmla="*/ 88 h 108"/>
              <a:gd name="T64" fmla="*/ 41 w 108"/>
              <a:gd name="T65" fmla="*/ 89 h 108"/>
              <a:gd name="T66" fmla="*/ 44 w 108"/>
              <a:gd name="T67" fmla="*/ 105 h 108"/>
              <a:gd name="T68" fmla="*/ 48 w 108"/>
              <a:gd name="T69" fmla="*/ 108 h 108"/>
              <a:gd name="T70" fmla="*/ 60 w 108"/>
              <a:gd name="T71" fmla="*/ 108 h 108"/>
              <a:gd name="T72" fmla="*/ 64 w 108"/>
              <a:gd name="T73" fmla="*/ 105 h 108"/>
              <a:gd name="T74" fmla="*/ 66 w 108"/>
              <a:gd name="T75" fmla="*/ 89 h 108"/>
              <a:gd name="T76" fmla="*/ 69 w 108"/>
              <a:gd name="T77" fmla="*/ 88 h 108"/>
              <a:gd name="T78" fmla="*/ 83 w 108"/>
              <a:gd name="T79" fmla="*/ 97 h 108"/>
              <a:gd name="T80" fmla="*/ 87 w 108"/>
              <a:gd name="T81" fmla="*/ 96 h 108"/>
              <a:gd name="T82" fmla="*/ 96 w 108"/>
              <a:gd name="T83" fmla="*/ 88 h 108"/>
              <a:gd name="T84" fmla="*/ 97 w 108"/>
              <a:gd name="T85" fmla="*/ 83 h 108"/>
              <a:gd name="T86" fmla="*/ 88 w 108"/>
              <a:gd name="T87" fmla="*/ 69 h 108"/>
              <a:gd name="T88" fmla="*/ 89 w 108"/>
              <a:gd name="T89" fmla="*/ 67 h 108"/>
              <a:gd name="T90" fmla="*/ 105 w 108"/>
              <a:gd name="T91" fmla="*/ 64 h 108"/>
              <a:gd name="T92" fmla="*/ 108 w 108"/>
              <a:gd name="T93" fmla="*/ 60 h 108"/>
              <a:gd name="T94" fmla="*/ 108 w 108"/>
              <a:gd name="T95" fmla="*/ 48 h 108"/>
              <a:gd name="T96" fmla="*/ 105 w 108"/>
              <a:gd name="T97" fmla="*/ 44 h 108"/>
              <a:gd name="T98" fmla="*/ 54 w 108"/>
              <a:gd name="T99" fmla="*/ 71 h 108"/>
              <a:gd name="T100" fmla="*/ 37 w 108"/>
              <a:gd name="T101" fmla="*/ 54 h 108"/>
              <a:gd name="T102" fmla="*/ 54 w 108"/>
              <a:gd name="T103" fmla="*/ 37 h 108"/>
              <a:gd name="T104" fmla="*/ 71 w 108"/>
              <a:gd name="T105" fmla="*/ 54 h 108"/>
              <a:gd name="T106" fmla="*/ 54 w 108"/>
              <a:gd name="T107" fmla="*/ 71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08" h="108">
                <a:moveTo>
                  <a:pt x="105" y="44"/>
                </a:moveTo>
                <a:cubicBezTo>
                  <a:pt x="89" y="41"/>
                  <a:pt x="89" y="41"/>
                  <a:pt x="89" y="41"/>
                </a:cubicBezTo>
                <a:cubicBezTo>
                  <a:pt x="87" y="41"/>
                  <a:pt x="87" y="40"/>
                  <a:pt x="88" y="38"/>
                </a:cubicBezTo>
                <a:cubicBezTo>
                  <a:pt x="97" y="25"/>
                  <a:pt x="97" y="25"/>
                  <a:pt x="97" y="25"/>
                </a:cubicBezTo>
                <a:cubicBezTo>
                  <a:pt x="98" y="23"/>
                  <a:pt x="97" y="21"/>
                  <a:pt x="96" y="20"/>
                </a:cubicBezTo>
                <a:cubicBezTo>
                  <a:pt x="87" y="11"/>
                  <a:pt x="87" y="11"/>
                  <a:pt x="87" y="11"/>
                </a:cubicBezTo>
                <a:cubicBezTo>
                  <a:pt x="86" y="10"/>
                  <a:pt x="84" y="10"/>
                  <a:pt x="83" y="11"/>
                </a:cubicBezTo>
                <a:cubicBezTo>
                  <a:pt x="69" y="20"/>
                  <a:pt x="69" y="20"/>
                  <a:pt x="69" y="20"/>
                </a:cubicBezTo>
                <a:cubicBezTo>
                  <a:pt x="68" y="21"/>
                  <a:pt x="67" y="21"/>
                  <a:pt x="66" y="19"/>
                </a:cubicBezTo>
                <a:cubicBezTo>
                  <a:pt x="64" y="3"/>
                  <a:pt x="64" y="3"/>
                  <a:pt x="64" y="3"/>
                </a:cubicBezTo>
                <a:cubicBezTo>
                  <a:pt x="63" y="1"/>
                  <a:pt x="62" y="0"/>
                  <a:pt x="60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6" y="0"/>
                  <a:pt x="44" y="1"/>
                  <a:pt x="44" y="3"/>
                </a:cubicBezTo>
                <a:cubicBezTo>
                  <a:pt x="41" y="19"/>
                  <a:pt x="41" y="19"/>
                  <a:pt x="41" y="19"/>
                </a:cubicBezTo>
                <a:cubicBezTo>
                  <a:pt x="41" y="21"/>
                  <a:pt x="40" y="21"/>
                  <a:pt x="38" y="20"/>
                </a:cubicBezTo>
                <a:cubicBezTo>
                  <a:pt x="25" y="11"/>
                  <a:pt x="25" y="11"/>
                  <a:pt x="25" y="11"/>
                </a:cubicBezTo>
                <a:cubicBezTo>
                  <a:pt x="23" y="10"/>
                  <a:pt x="21" y="10"/>
                  <a:pt x="20" y="11"/>
                </a:cubicBezTo>
                <a:cubicBezTo>
                  <a:pt x="11" y="20"/>
                  <a:pt x="11" y="20"/>
                  <a:pt x="11" y="20"/>
                </a:cubicBezTo>
                <a:cubicBezTo>
                  <a:pt x="10" y="21"/>
                  <a:pt x="10" y="23"/>
                  <a:pt x="11" y="25"/>
                </a:cubicBezTo>
                <a:cubicBezTo>
                  <a:pt x="20" y="38"/>
                  <a:pt x="20" y="38"/>
                  <a:pt x="20" y="38"/>
                </a:cubicBezTo>
                <a:cubicBezTo>
                  <a:pt x="21" y="40"/>
                  <a:pt x="21" y="41"/>
                  <a:pt x="19" y="41"/>
                </a:cubicBezTo>
                <a:cubicBezTo>
                  <a:pt x="3" y="44"/>
                  <a:pt x="3" y="44"/>
                  <a:pt x="3" y="44"/>
                </a:cubicBezTo>
                <a:cubicBezTo>
                  <a:pt x="1" y="45"/>
                  <a:pt x="0" y="46"/>
                  <a:pt x="0" y="48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62"/>
                  <a:pt x="1" y="63"/>
                  <a:pt x="3" y="64"/>
                </a:cubicBezTo>
                <a:cubicBezTo>
                  <a:pt x="19" y="67"/>
                  <a:pt x="19" y="67"/>
                  <a:pt x="19" y="67"/>
                </a:cubicBezTo>
                <a:cubicBezTo>
                  <a:pt x="21" y="67"/>
                  <a:pt x="21" y="68"/>
                  <a:pt x="20" y="69"/>
                </a:cubicBezTo>
                <a:cubicBezTo>
                  <a:pt x="11" y="83"/>
                  <a:pt x="11" y="83"/>
                  <a:pt x="11" y="83"/>
                </a:cubicBezTo>
                <a:cubicBezTo>
                  <a:pt x="10" y="84"/>
                  <a:pt x="10" y="86"/>
                  <a:pt x="11" y="88"/>
                </a:cubicBezTo>
                <a:cubicBezTo>
                  <a:pt x="20" y="96"/>
                  <a:pt x="20" y="96"/>
                  <a:pt x="20" y="96"/>
                </a:cubicBezTo>
                <a:cubicBezTo>
                  <a:pt x="21" y="97"/>
                  <a:pt x="23" y="98"/>
                  <a:pt x="25" y="97"/>
                </a:cubicBezTo>
                <a:cubicBezTo>
                  <a:pt x="38" y="88"/>
                  <a:pt x="38" y="88"/>
                  <a:pt x="38" y="88"/>
                </a:cubicBezTo>
                <a:cubicBezTo>
                  <a:pt x="40" y="87"/>
                  <a:pt x="41" y="87"/>
                  <a:pt x="41" y="89"/>
                </a:cubicBezTo>
                <a:cubicBezTo>
                  <a:pt x="44" y="105"/>
                  <a:pt x="44" y="105"/>
                  <a:pt x="44" y="105"/>
                </a:cubicBezTo>
                <a:cubicBezTo>
                  <a:pt x="44" y="106"/>
                  <a:pt x="46" y="108"/>
                  <a:pt x="48" y="108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2" y="108"/>
                  <a:pt x="63" y="106"/>
                  <a:pt x="64" y="105"/>
                </a:cubicBezTo>
                <a:cubicBezTo>
                  <a:pt x="66" y="89"/>
                  <a:pt x="66" y="89"/>
                  <a:pt x="66" y="89"/>
                </a:cubicBezTo>
                <a:cubicBezTo>
                  <a:pt x="67" y="87"/>
                  <a:pt x="68" y="87"/>
                  <a:pt x="69" y="88"/>
                </a:cubicBezTo>
                <a:cubicBezTo>
                  <a:pt x="83" y="97"/>
                  <a:pt x="83" y="97"/>
                  <a:pt x="83" y="97"/>
                </a:cubicBezTo>
                <a:cubicBezTo>
                  <a:pt x="84" y="98"/>
                  <a:pt x="86" y="97"/>
                  <a:pt x="87" y="96"/>
                </a:cubicBezTo>
                <a:cubicBezTo>
                  <a:pt x="96" y="88"/>
                  <a:pt x="96" y="88"/>
                  <a:pt x="96" y="88"/>
                </a:cubicBezTo>
                <a:cubicBezTo>
                  <a:pt x="97" y="86"/>
                  <a:pt x="98" y="84"/>
                  <a:pt x="97" y="83"/>
                </a:cubicBezTo>
                <a:cubicBezTo>
                  <a:pt x="88" y="69"/>
                  <a:pt x="88" y="69"/>
                  <a:pt x="88" y="69"/>
                </a:cubicBezTo>
                <a:cubicBezTo>
                  <a:pt x="87" y="68"/>
                  <a:pt x="87" y="67"/>
                  <a:pt x="89" y="67"/>
                </a:cubicBezTo>
                <a:cubicBezTo>
                  <a:pt x="105" y="64"/>
                  <a:pt x="105" y="64"/>
                  <a:pt x="105" y="64"/>
                </a:cubicBezTo>
                <a:cubicBezTo>
                  <a:pt x="106" y="63"/>
                  <a:pt x="108" y="62"/>
                  <a:pt x="108" y="60"/>
                </a:cubicBezTo>
                <a:cubicBezTo>
                  <a:pt x="108" y="48"/>
                  <a:pt x="108" y="48"/>
                  <a:pt x="108" y="48"/>
                </a:cubicBezTo>
                <a:cubicBezTo>
                  <a:pt x="108" y="46"/>
                  <a:pt x="106" y="45"/>
                  <a:pt x="105" y="44"/>
                </a:cubicBezTo>
                <a:close/>
                <a:moveTo>
                  <a:pt x="54" y="71"/>
                </a:moveTo>
                <a:cubicBezTo>
                  <a:pt x="45" y="71"/>
                  <a:pt x="37" y="63"/>
                  <a:pt x="37" y="54"/>
                </a:cubicBezTo>
                <a:cubicBezTo>
                  <a:pt x="37" y="45"/>
                  <a:pt x="45" y="37"/>
                  <a:pt x="54" y="37"/>
                </a:cubicBezTo>
                <a:cubicBezTo>
                  <a:pt x="63" y="37"/>
                  <a:pt x="71" y="45"/>
                  <a:pt x="71" y="54"/>
                </a:cubicBezTo>
                <a:cubicBezTo>
                  <a:pt x="71" y="63"/>
                  <a:pt x="63" y="71"/>
                  <a:pt x="54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37" name="Freeform 413"/>
          <p:cNvSpPr>
            <a:spLocks noEditPoints="1"/>
          </p:cNvSpPr>
          <p:nvPr/>
        </p:nvSpPr>
        <p:spPr bwMode="auto">
          <a:xfrm>
            <a:off x="3330992" y="1448891"/>
            <a:ext cx="420930" cy="425317"/>
          </a:xfrm>
          <a:custGeom>
            <a:avLst/>
            <a:gdLst>
              <a:gd name="T0" fmla="*/ 210 w 216"/>
              <a:gd name="T1" fmla="*/ 89 h 216"/>
              <a:gd name="T2" fmla="*/ 178 w 216"/>
              <a:gd name="T3" fmla="*/ 83 h 216"/>
              <a:gd name="T4" fmla="*/ 176 w 216"/>
              <a:gd name="T5" fmla="*/ 77 h 216"/>
              <a:gd name="T6" fmla="*/ 194 w 216"/>
              <a:gd name="T7" fmla="*/ 49 h 216"/>
              <a:gd name="T8" fmla="*/ 193 w 216"/>
              <a:gd name="T9" fmla="*/ 41 h 216"/>
              <a:gd name="T10" fmla="*/ 175 w 216"/>
              <a:gd name="T11" fmla="*/ 23 h 216"/>
              <a:gd name="T12" fmla="*/ 167 w 216"/>
              <a:gd name="T13" fmla="*/ 22 h 216"/>
              <a:gd name="T14" fmla="*/ 139 w 216"/>
              <a:gd name="T15" fmla="*/ 40 h 216"/>
              <a:gd name="T16" fmla="*/ 133 w 216"/>
              <a:gd name="T17" fmla="*/ 38 h 216"/>
              <a:gd name="T18" fmla="*/ 127 w 216"/>
              <a:gd name="T19" fmla="*/ 6 h 216"/>
              <a:gd name="T20" fmla="*/ 121 w 216"/>
              <a:gd name="T21" fmla="*/ 0 h 216"/>
              <a:gd name="T22" fmla="*/ 95 w 216"/>
              <a:gd name="T23" fmla="*/ 0 h 216"/>
              <a:gd name="T24" fmla="*/ 89 w 216"/>
              <a:gd name="T25" fmla="*/ 6 h 216"/>
              <a:gd name="T26" fmla="*/ 83 w 216"/>
              <a:gd name="T27" fmla="*/ 38 h 216"/>
              <a:gd name="T28" fmla="*/ 77 w 216"/>
              <a:gd name="T29" fmla="*/ 40 h 216"/>
              <a:gd name="T30" fmla="*/ 49 w 216"/>
              <a:gd name="T31" fmla="*/ 22 h 216"/>
              <a:gd name="T32" fmla="*/ 41 w 216"/>
              <a:gd name="T33" fmla="*/ 23 h 216"/>
              <a:gd name="T34" fmla="*/ 23 w 216"/>
              <a:gd name="T35" fmla="*/ 41 h 216"/>
              <a:gd name="T36" fmla="*/ 22 w 216"/>
              <a:gd name="T37" fmla="*/ 49 h 216"/>
              <a:gd name="T38" fmla="*/ 40 w 216"/>
              <a:gd name="T39" fmla="*/ 77 h 216"/>
              <a:gd name="T40" fmla="*/ 38 w 216"/>
              <a:gd name="T41" fmla="*/ 83 h 216"/>
              <a:gd name="T42" fmla="*/ 6 w 216"/>
              <a:gd name="T43" fmla="*/ 89 h 216"/>
              <a:gd name="T44" fmla="*/ 0 w 216"/>
              <a:gd name="T45" fmla="*/ 95 h 216"/>
              <a:gd name="T46" fmla="*/ 0 w 216"/>
              <a:gd name="T47" fmla="*/ 121 h 216"/>
              <a:gd name="T48" fmla="*/ 6 w 216"/>
              <a:gd name="T49" fmla="*/ 127 h 216"/>
              <a:gd name="T50" fmla="*/ 38 w 216"/>
              <a:gd name="T51" fmla="*/ 133 h 216"/>
              <a:gd name="T52" fmla="*/ 40 w 216"/>
              <a:gd name="T53" fmla="*/ 139 h 216"/>
              <a:gd name="T54" fmla="*/ 22 w 216"/>
              <a:gd name="T55" fmla="*/ 167 h 216"/>
              <a:gd name="T56" fmla="*/ 23 w 216"/>
              <a:gd name="T57" fmla="*/ 175 h 216"/>
              <a:gd name="T58" fmla="*/ 41 w 216"/>
              <a:gd name="T59" fmla="*/ 193 h 216"/>
              <a:gd name="T60" fmla="*/ 49 w 216"/>
              <a:gd name="T61" fmla="*/ 194 h 216"/>
              <a:gd name="T62" fmla="*/ 77 w 216"/>
              <a:gd name="T63" fmla="*/ 176 h 216"/>
              <a:gd name="T64" fmla="*/ 83 w 216"/>
              <a:gd name="T65" fmla="*/ 178 h 216"/>
              <a:gd name="T66" fmla="*/ 89 w 216"/>
              <a:gd name="T67" fmla="*/ 210 h 216"/>
              <a:gd name="T68" fmla="*/ 95 w 216"/>
              <a:gd name="T69" fmla="*/ 216 h 216"/>
              <a:gd name="T70" fmla="*/ 121 w 216"/>
              <a:gd name="T71" fmla="*/ 216 h 216"/>
              <a:gd name="T72" fmla="*/ 127 w 216"/>
              <a:gd name="T73" fmla="*/ 210 h 216"/>
              <a:gd name="T74" fmla="*/ 133 w 216"/>
              <a:gd name="T75" fmla="*/ 178 h 216"/>
              <a:gd name="T76" fmla="*/ 139 w 216"/>
              <a:gd name="T77" fmla="*/ 176 h 216"/>
              <a:gd name="T78" fmla="*/ 167 w 216"/>
              <a:gd name="T79" fmla="*/ 194 h 216"/>
              <a:gd name="T80" fmla="*/ 175 w 216"/>
              <a:gd name="T81" fmla="*/ 193 h 216"/>
              <a:gd name="T82" fmla="*/ 193 w 216"/>
              <a:gd name="T83" fmla="*/ 175 h 216"/>
              <a:gd name="T84" fmla="*/ 194 w 216"/>
              <a:gd name="T85" fmla="*/ 167 h 216"/>
              <a:gd name="T86" fmla="*/ 176 w 216"/>
              <a:gd name="T87" fmla="*/ 139 h 216"/>
              <a:gd name="T88" fmla="*/ 178 w 216"/>
              <a:gd name="T89" fmla="*/ 133 h 216"/>
              <a:gd name="T90" fmla="*/ 210 w 216"/>
              <a:gd name="T91" fmla="*/ 127 h 216"/>
              <a:gd name="T92" fmla="*/ 216 w 216"/>
              <a:gd name="T93" fmla="*/ 121 h 216"/>
              <a:gd name="T94" fmla="*/ 216 w 216"/>
              <a:gd name="T95" fmla="*/ 95 h 216"/>
              <a:gd name="T96" fmla="*/ 210 w 216"/>
              <a:gd name="T97" fmla="*/ 89 h 216"/>
              <a:gd name="T98" fmla="*/ 108 w 216"/>
              <a:gd name="T99" fmla="*/ 147 h 216"/>
              <a:gd name="T100" fmla="*/ 69 w 216"/>
              <a:gd name="T101" fmla="*/ 108 h 216"/>
              <a:gd name="T102" fmla="*/ 108 w 216"/>
              <a:gd name="T103" fmla="*/ 69 h 216"/>
              <a:gd name="T104" fmla="*/ 147 w 216"/>
              <a:gd name="T105" fmla="*/ 108 h 216"/>
              <a:gd name="T106" fmla="*/ 108 w 216"/>
              <a:gd name="T107" fmla="*/ 147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16" h="216">
                <a:moveTo>
                  <a:pt x="210" y="89"/>
                </a:moveTo>
                <a:cubicBezTo>
                  <a:pt x="178" y="83"/>
                  <a:pt x="178" y="83"/>
                  <a:pt x="178" y="83"/>
                </a:cubicBezTo>
                <a:cubicBezTo>
                  <a:pt x="175" y="82"/>
                  <a:pt x="174" y="80"/>
                  <a:pt x="176" y="77"/>
                </a:cubicBezTo>
                <a:cubicBezTo>
                  <a:pt x="194" y="49"/>
                  <a:pt x="194" y="49"/>
                  <a:pt x="194" y="49"/>
                </a:cubicBezTo>
                <a:cubicBezTo>
                  <a:pt x="196" y="47"/>
                  <a:pt x="195" y="43"/>
                  <a:pt x="193" y="41"/>
                </a:cubicBezTo>
                <a:cubicBezTo>
                  <a:pt x="175" y="23"/>
                  <a:pt x="175" y="23"/>
                  <a:pt x="175" y="23"/>
                </a:cubicBezTo>
                <a:cubicBezTo>
                  <a:pt x="173" y="21"/>
                  <a:pt x="169" y="20"/>
                  <a:pt x="167" y="22"/>
                </a:cubicBezTo>
                <a:cubicBezTo>
                  <a:pt x="139" y="40"/>
                  <a:pt x="139" y="40"/>
                  <a:pt x="139" y="40"/>
                </a:cubicBezTo>
                <a:cubicBezTo>
                  <a:pt x="137" y="42"/>
                  <a:pt x="134" y="41"/>
                  <a:pt x="133" y="38"/>
                </a:cubicBezTo>
                <a:cubicBezTo>
                  <a:pt x="127" y="6"/>
                  <a:pt x="127" y="6"/>
                  <a:pt x="127" y="6"/>
                </a:cubicBezTo>
                <a:cubicBezTo>
                  <a:pt x="127" y="3"/>
                  <a:pt x="124" y="0"/>
                  <a:pt x="121" y="0"/>
                </a:cubicBezTo>
                <a:cubicBezTo>
                  <a:pt x="95" y="0"/>
                  <a:pt x="95" y="0"/>
                  <a:pt x="95" y="0"/>
                </a:cubicBezTo>
                <a:cubicBezTo>
                  <a:pt x="92" y="0"/>
                  <a:pt x="89" y="3"/>
                  <a:pt x="89" y="6"/>
                </a:cubicBezTo>
                <a:cubicBezTo>
                  <a:pt x="83" y="38"/>
                  <a:pt x="83" y="38"/>
                  <a:pt x="83" y="38"/>
                </a:cubicBezTo>
                <a:cubicBezTo>
                  <a:pt x="82" y="41"/>
                  <a:pt x="80" y="42"/>
                  <a:pt x="77" y="40"/>
                </a:cubicBezTo>
                <a:cubicBezTo>
                  <a:pt x="49" y="22"/>
                  <a:pt x="49" y="22"/>
                  <a:pt x="49" y="22"/>
                </a:cubicBezTo>
                <a:cubicBezTo>
                  <a:pt x="47" y="20"/>
                  <a:pt x="43" y="21"/>
                  <a:pt x="41" y="23"/>
                </a:cubicBezTo>
                <a:cubicBezTo>
                  <a:pt x="23" y="41"/>
                  <a:pt x="23" y="41"/>
                  <a:pt x="23" y="41"/>
                </a:cubicBezTo>
                <a:cubicBezTo>
                  <a:pt x="21" y="43"/>
                  <a:pt x="20" y="47"/>
                  <a:pt x="22" y="49"/>
                </a:cubicBezTo>
                <a:cubicBezTo>
                  <a:pt x="40" y="77"/>
                  <a:pt x="40" y="77"/>
                  <a:pt x="40" y="77"/>
                </a:cubicBezTo>
                <a:cubicBezTo>
                  <a:pt x="42" y="80"/>
                  <a:pt x="41" y="82"/>
                  <a:pt x="38" y="83"/>
                </a:cubicBezTo>
                <a:cubicBezTo>
                  <a:pt x="6" y="89"/>
                  <a:pt x="6" y="89"/>
                  <a:pt x="6" y="89"/>
                </a:cubicBezTo>
                <a:cubicBezTo>
                  <a:pt x="3" y="89"/>
                  <a:pt x="0" y="92"/>
                  <a:pt x="0" y="95"/>
                </a:cubicBezTo>
                <a:cubicBezTo>
                  <a:pt x="0" y="121"/>
                  <a:pt x="0" y="121"/>
                  <a:pt x="0" y="121"/>
                </a:cubicBezTo>
                <a:cubicBezTo>
                  <a:pt x="0" y="124"/>
                  <a:pt x="3" y="127"/>
                  <a:pt x="6" y="127"/>
                </a:cubicBezTo>
                <a:cubicBezTo>
                  <a:pt x="38" y="133"/>
                  <a:pt x="38" y="133"/>
                  <a:pt x="38" y="133"/>
                </a:cubicBezTo>
                <a:cubicBezTo>
                  <a:pt x="41" y="134"/>
                  <a:pt x="42" y="137"/>
                  <a:pt x="40" y="139"/>
                </a:cubicBezTo>
                <a:cubicBezTo>
                  <a:pt x="22" y="167"/>
                  <a:pt x="22" y="167"/>
                  <a:pt x="22" y="167"/>
                </a:cubicBezTo>
                <a:cubicBezTo>
                  <a:pt x="20" y="169"/>
                  <a:pt x="21" y="173"/>
                  <a:pt x="23" y="175"/>
                </a:cubicBezTo>
                <a:cubicBezTo>
                  <a:pt x="41" y="193"/>
                  <a:pt x="41" y="193"/>
                  <a:pt x="41" y="193"/>
                </a:cubicBezTo>
                <a:cubicBezTo>
                  <a:pt x="43" y="195"/>
                  <a:pt x="47" y="196"/>
                  <a:pt x="49" y="194"/>
                </a:cubicBezTo>
                <a:cubicBezTo>
                  <a:pt x="77" y="176"/>
                  <a:pt x="77" y="176"/>
                  <a:pt x="77" y="176"/>
                </a:cubicBezTo>
                <a:cubicBezTo>
                  <a:pt x="80" y="174"/>
                  <a:pt x="82" y="175"/>
                  <a:pt x="83" y="178"/>
                </a:cubicBezTo>
                <a:cubicBezTo>
                  <a:pt x="89" y="210"/>
                  <a:pt x="89" y="210"/>
                  <a:pt x="89" y="210"/>
                </a:cubicBezTo>
                <a:cubicBezTo>
                  <a:pt x="89" y="213"/>
                  <a:pt x="92" y="216"/>
                  <a:pt x="95" y="216"/>
                </a:cubicBezTo>
                <a:cubicBezTo>
                  <a:pt x="121" y="216"/>
                  <a:pt x="121" y="216"/>
                  <a:pt x="121" y="216"/>
                </a:cubicBezTo>
                <a:cubicBezTo>
                  <a:pt x="124" y="216"/>
                  <a:pt x="127" y="213"/>
                  <a:pt x="127" y="210"/>
                </a:cubicBezTo>
                <a:cubicBezTo>
                  <a:pt x="133" y="178"/>
                  <a:pt x="133" y="178"/>
                  <a:pt x="133" y="178"/>
                </a:cubicBezTo>
                <a:cubicBezTo>
                  <a:pt x="134" y="175"/>
                  <a:pt x="137" y="174"/>
                  <a:pt x="139" y="176"/>
                </a:cubicBezTo>
                <a:cubicBezTo>
                  <a:pt x="167" y="194"/>
                  <a:pt x="167" y="194"/>
                  <a:pt x="167" y="194"/>
                </a:cubicBezTo>
                <a:cubicBezTo>
                  <a:pt x="169" y="196"/>
                  <a:pt x="173" y="195"/>
                  <a:pt x="175" y="193"/>
                </a:cubicBezTo>
                <a:cubicBezTo>
                  <a:pt x="193" y="175"/>
                  <a:pt x="193" y="175"/>
                  <a:pt x="193" y="175"/>
                </a:cubicBezTo>
                <a:cubicBezTo>
                  <a:pt x="195" y="173"/>
                  <a:pt x="196" y="169"/>
                  <a:pt x="194" y="167"/>
                </a:cubicBezTo>
                <a:cubicBezTo>
                  <a:pt x="176" y="139"/>
                  <a:pt x="176" y="139"/>
                  <a:pt x="176" y="139"/>
                </a:cubicBezTo>
                <a:cubicBezTo>
                  <a:pt x="174" y="137"/>
                  <a:pt x="175" y="134"/>
                  <a:pt x="178" y="133"/>
                </a:cubicBezTo>
                <a:cubicBezTo>
                  <a:pt x="210" y="127"/>
                  <a:pt x="210" y="127"/>
                  <a:pt x="210" y="127"/>
                </a:cubicBezTo>
                <a:cubicBezTo>
                  <a:pt x="213" y="127"/>
                  <a:pt x="216" y="124"/>
                  <a:pt x="216" y="121"/>
                </a:cubicBezTo>
                <a:cubicBezTo>
                  <a:pt x="216" y="95"/>
                  <a:pt x="216" y="95"/>
                  <a:pt x="216" y="95"/>
                </a:cubicBezTo>
                <a:cubicBezTo>
                  <a:pt x="216" y="92"/>
                  <a:pt x="213" y="89"/>
                  <a:pt x="210" y="89"/>
                </a:cubicBezTo>
                <a:close/>
                <a:moveTo>
                  <a:pt x="108" y="147"/>
                </a:moveTo>
                <a:cubicBezTo>
                  <a:pt x="86" y="147"/>
                  <a:pt x="69" y="130"/>
                  <a:pt x="69" y="108"/>
                </a:cubicBezTo>
                <a:cubicBezTo>
                  <a:pt x="69" y="87"/>
                  <a:pt x="86" y="69"/>
                  <a:pt x="108" y="69"/>
                </a:cubicBezTo>
                <a:cubicBezTo>
                  <a:pt x="130" y="69"/>
                  <a:pt x="147" y="87"/>
                  <a:pt x="147" y="108"/>
                </a:cubicBezTo>
                <a:cubicBezTo>
                  <a:pt x="147" y="130"/>
                  <a:pt x="130" y="147"/>
                  <a:pt x="108" y="14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988810" y="1770500"/>
            <a:ext cx="1069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H="1">
            <a:off x="6644417" y="2001895"/>
            <a:ext cx="310551" cy="4833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7032613" y="1836108"/>
            <a:ext cx="3688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模板的发布并为您提供专业的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个性定制服务。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988810" y="2716645"/>
            <a:ext cx="1069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 flipH="1">
            <a:off x="6644417" y="2948040"/>
            <a:ext cx="310551" cy="4833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7032613" y="2782253"/>
            <a:ext cx="3688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模板的发布并为您提供专业的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个性定制服务。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988810" y="3643119"/>
            <a:ext cx="1069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 flipH="1">
            <a:off x="6644417" y="3874514"/>
            <a:ext cx="310551" cy="4833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7032613" y="3708727"/>
            <a:ext cx="3688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模板的发布并为您提供专业的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个性定制服务。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988810" y="4589264"/>
            <a:ext cx="1069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连接符 53"/>
          <p:cNvCxnSpPr/>
          <p:nvPr/>
        </p:nvCxnSpPr>
        <p:spPr>
          <a:xfrm flipH="1">
            <a:off x="6644417" y="4820659"/>
            <a:ext cx="310551" cy="4833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7032613" y="4654872"/>
            <a:ext cx="3688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模板的发布并为您提供专业的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个性定制服务。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0" y="404078"/>
            <a:ext cx="2872341" cy="461665"/>
            <a:chOff x="0" y="91440"/>
            <a:chExt cx="3829788" cy="615555"/>
          </a:xfrm>
        </p:grpSpPr>
        <p:sp>
          <p:nvSpPr>
            <p:cNvPr id="57" name="文本框 56"/>
            <p:cNvSpPr txBox="1"/>
            <p:nvPr/>
          </p:nvSpPr>
          <p:spPr>
            <a:xfrm>
              <a:off x="454152" y="91440"/>
              <a:ext cx="3375636" cy="615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研究过程及方法</a:t>
              </a:r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59" name="矩形 58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48" name="图片 4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846" y="261749"/>
            <a:ext cx="23717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888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 noEditPoints="1"/>
          </p:cNvSpPr>
          <p:nvPr/>
        </p:nvSpPr>
        <p:spPr bwMode="auto">
          <a:xfrm>
            <a:off x="5773738" y="5924551"/>
            <a:ext cx="1250949" cy="685800"/>
          </a:xfrm>
          <a:custGeom>
            <a:avLst/>
            <a:gdLst>
              <a:gd name="T0" fmla="*/ 71 w 241"/>
              <a:gd name="T1" fmla="*/ 27 h 133"/>
              <a:gd name="T2" fmla="*/ 49 w 241"/>
              <a:gd name="T3" fmla="*/ 30 h 133"/>
              <a:gd name="T4" fmla="*/ 49 w 241"/>
              <a:gd name="T5" fmla="*/ 67 h 133"/>
              <a:gd name="T6" fmla="*/ 216 w 241"/>
              <a:gd name="T7" fmla="*/ 93 h 133"/>
              <a:gd name="T8" fmla="*/ 240 w 241"/>
              <a:gd name="T9" fmla="*/ 4 h 133"/>
              <a:gd name="T10" fmla="*/ 82 w 241"/>
              <a:gd name="T11" fmla="*/ 4 h 133"/>
              <a:gd name="T12" fmla="*/ 172 w 241"/>
              <a:gd name="T13" fmla="*/ 93 h 133"/>
              <a:gd name="T14" fmla="*/ 77 w 241"/>
              <a:gd name="T15" fmla="*/ 96 h 133"/>
              <a:gd name="T16" fmla="*/ 0 w 241"/>
              <a:gd name="T17" fmla="*/ 41 h 133"/>
              <a:gd name="T18" fmla="*/ 43 w 241"/>
              <a:gd name="T19" fmla="*/ 133 h 133"/>
              <a:gd name="T20" fmla="*/ 75 w 241"/>
              <a:gd name="T21" fmla="*/ 117 h 133"/>
              <a:gd name="T22" fmla="*/ 168 w 241"/>
              <a:gd name="T23" fmla="*/ 110 h 133"/>
              <a:gd name="T24" fmla="*/ 241 w 241"/>
              <a:gd name="T25" fmla="*/ 110 h 133"/>
              <a:gd name="T26" fmla="*/ 43 w 241"/>
              <a:gd name="T27" fmla="*/ 130 h 133"/>
              <a:gd name="T28" fmla="*/ 66 w 241"/>
              <a:gd name="T29" fmla="*/ 107 h 133"/>
              <a:gd name="T30" fmla="*/ 78 w 241"/>
              <a:gd name="T31" fmla="*/ 113 h 133"/>
              <a:gd name="T32" fmla="*/ 161 w 241"/>
              <a:gd name="T33" fmla="*/ 113 h 133"/>
              <a:gd name="T34" fmla="*/ 164 w 241"/>
              <a:gd name="T35" fmla="*/ 107 h 133"/>
              <a:gd name="T36" fmla="*/ 75 w 241"/>
              <a:gd name="T37" fmla="*/ 107 h 133"/>
              <a:gd name="T38" fmla="*/ 43 w 241"/>
              <a:gd name="T39" fmla="*/ 81 h 133"/>
              <a:gd name="T40" fmla="*/ 3 w 241"/>
              <a:gd name="T41" fmla="*/ 107 h 133"/>
              <a:gd name="T42" fmla="*/ 74 w 241"/>
              <a:gd name="T43" fmla="*/ 22 h 133"/>
              <a:gd name="T44" fmla="*/ 169 w 241"/>
              <a:gd name="T45" fmla="*/ 101 h 133"/>
              <a:gd name="T46" fmla="*/ 86 w 241"/>
              <a:gd name="T47" fmla="*/ 2 h 133"/>
              <a:gd name="T48" fmla="*/ 237 w 241"/>
              <a:gd name="T49" fmla="*/ 14 h 133"/>
              <a:gd name="T50" fmla="*/ 84 w 241"/>
              <a:gd name="T51" fmla="*/ 17 h 133"/>
              <a:gd name="T52" fmla="*/ 84 w 241"/>
              <a:gd name="T53" fmla="*/ 26 h 133"/>
              <a:gd name="T54" fmla="*/ 237 w 241"/>
              <a:gd name="T55" fmla="*/ 29 h 133"/>
              <a:gd name="T56" fmla="*/ 84 w 241"/>
              <a:gd name="T57" fmla="*/ 29 h 133"/>
              <a:gd name="T58" fmla="*/ 237 w 241"/>
              <a:gd name="T59" fmla="*/ 51 h 133"/>
              <a:gd name="T60" fmla="*/ 84 w 241"/>
              <a:gd name="T61" fmla="*/ 54 h 133"/>
              <a:gd name="T62" fmla="*/ 84 w 241"/>
              <a:gd name="T63" fmla="*/ 64 h 133"/>
              <a:gd name="T64" fmla="*/ 237 w 241"/>
              <a:gd name="T65" fmla="*/ 67 h 133"/>
              <a:gd name="T66" fmla="*/ 84 w 241"/>
              <a:gd name="T67" fmla="*/ 67 h 133"/>
              <a:gd name="T68" fmla="*/ 84 w 241"/>
              <a:gd name="T69" fmla="*/ 79 h 133"/>
              <a:gd name="T70" fmla="*/ 235 w 241"/>
              <a:gd name="T71" fmla="*/ 91 h 133"/>
              <a:gd name="T72" fmla="*/ 174 w 241"/>
              <a:gd name="T73" fmla="*/ 91 h 133"/>
              <a:gd name="T74" fmla="*/ 171 w 241"/>
              <a:gd name="T75" fmla="*/ 107 h 133"/>
              <a:gd name="T76" fmla="*/ 194 w 241"/>
              <a:gd name="T77" fmla="*/ 130 h 133"/>
              <a:gd name="T78" fmla="*/ 220 w 241"/>
              <a:gd name="T79" fmla="*/ 107 h 133"/>
              <a:gd name="T80" fmla="*/ 238 w 241"/>
              <a:gd name="T81" fmla="*/ 107 h 133"/>
              <a:gd name="T82" fmla="*/ 43 w 241"/>
              <a:gd name="T83" fmla="*/ 120 h 133"/>
              <a:gd name="T84" fmla="*/ 43 w 241"/>
              <a:gd name="T85" fmla="*/ 119 h 133"/>
              <a:gd name="T86" fmla="*/ 56 w 241"/>
              <a:gd name="T87" fmla="*/ 107 h 133"/>
              <a:gd name="T88" fmla="*/ 180 w 241"/>
              <a:gd name="T89" fmla="*/ 107 h 133"/>
              <a:gd name="T90" fmla="*/ 194 w 241"/>
              <a:gd name="T91" fmla="*/ 93 h 133"/>
              <a:gd name="T92" fmla="*/ 194 w 241"/>
              <a:gd name="T93" fmla="*/ 94 h 133"/>
              <a:gd name="T94" fmla="*/ 6 w 241"/>
              <a:gd name="T95" fmla="*/ 49 h 133"/>
              <a:gd name="T96" fmla="*/ 43 w 241"/>
              <a:gd name="T97" fmla="*/ 27 h 133"/>
              <a:gd name="T98" fmla="*/ 40 w 241"/>
              <a:gd name="T99" fmla="*/ 30 h 133"/>
              <a:gd name="T100" fmla="*/ 9 w 241"/>
              <a:gd name="T101" fmla="*/ 5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41" h="133">
                <a:moveTo>
                  <a:pt x="46" y="70"/>
                </a:moveTo>
                <a:cubicBezTo>
                  <a:pt x="71" y="70"/>
                  <a:pt x="71" y="70"/>
                  <a:pt x="71" y="70"/>
                </a:cubicBezTo>
                <a:cubicBezTo>
                  <a:pt x="71" y="27"/>
                  <a:pt x="71" y="27"/>
                  <a:pt x="71" y="27"/>
                </a:cubicBezTo>
                <a:cubicBezTo>
                  <a:pt x="46" y="27"/>
                  <a:pt x="46" y="27"/>
                  <a:pt x="46" y="27"/>
                </a:cubicBezTo>
                <a:lnTo>
                  <a:pt x="46" y="70"/>
                </a:lnTo>
                <a:close/>
                <a:moveTo>
                  <a:pt x="49" y="30"/>
                </a:moveTo>
                <a:cubicBezTo>
                  <a:pt x="68" y="30"/>
                  <a:pt x="68" y="30"/>
                  <a:pt x="68" y="30"/>
                </a:cubicBezTo>
                <a:cubicBezTo>
                  <a:pt x="68" y="67"/>
                  <a:pt x="68" y="67"/>
                  <a:pt x="68" y="67"/>
                </a:cubicBezTo>
                <a:cubicBezTo>
                  <a:pt x="49" y="67"/>
                  <a:pt x="49" y="67"/>
                  <a:pt x="49" y="67"/>
                </a:cubicBezTo>
                <a:lnTo>
                  <a:pt x="49" y="30"/>
                </a:lnTo>
                <a:close/>
                <a:moveTo>
                  <a:pt x="218" y="98"/>
                </a:moveTo>
                <a:cubicBezTo>
                  <a:pt x="218" y="96"/>
                  <a:pt x="217" y="95"/>
                  <a:pt x="216" y="93"/>
                </a:cubicBezTo>
                <a:cubicBezTo>
                  <a:pt x="235" y="93"/>
                  <a:pt x="235" y="93"/>
                  <a:pt x="235" y="93"/>
                </a:cubicBezTo>
                <a:cubicBezTo>
                  <a:pt x="238" y="93"/>
                  <a:pt x="240" y="91"/>
                  <a:pt x="240" y="89"/>
                </a:cubicBezTo>
                <a:cubicBezTo>
                  <a:pt x="240" y="4"/>
                  <a:pt x="240" y="4"/>
                  <a:pt x="240" y="4"/>
                </a:cubicBezTo>
                <a:cubicBezTo>
                  <a:pt x="240" y="2"/>
                  <a:pt x="238" y="0"/>
                  <a:pt x="235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84" y="0"/>
                  <a:pt x="82" y="2"/>
                  <a:pt x="82" y="4"/>
                </a:cubicBezTo>
                <a:cubicBezTo>
                  <a:pt x="82" y="89"/>
                  <a:pt x="82" y="89"/>
                  <a:pt x="82" y="89"/>
                </a:cubicBezTo>
                <a:cubicBezTo>
                  <a:pt x="82" y="91"/>
                  <a:pt x="84" y="93"/>
                  <a:pt x="86" y="93"/>
                </a:cubicBezTo>
                <a:cubicBezTo>
                  <a:pt x="172" y="93"/>
                  <a:pt x="172" y="93"/>
                  <a:pt x="172" y="93"/>
                </a:cubicBezTo>
                <a:cubicBezTo>
                  <a:pt x="171" y="95"/>
                  <a:pt x="170" y="96"/>
                  <a:pt x="170" y="98"/>
                </a:cubicBezTo>
                <a:cubicBezTo>
                  <a:pt x="79" y="98"/>
                  <a:pt x="79" y="98"/>
                  <a:pt x="79" y="98"/>
                </a:cubicBezTo>
                <a:cubicBezTo>
                  <a:pt x="78" y="98"/>
                  <a:pt x="77" y="97"/>
                  <a:pt x="77" y="96"/>
                </a:cubicBezTo>
                <a:cubicBezTo>
                  <a:pt x="77" y="19"/>
                  <a:pt x="77" y="19"/>
                  <a:pt x="77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0" y="41"/>
                  <a:pt x="0" y="41"/>
                  <a:pt x="0" y="41"/>
                </a:cubicBezTo>
                <a:cubicBezTo>
                  <a:pt x="0" y="110"/>
                  <a:pt x="0" y="110"/>
                  <a:pt x="0" y="110"/>
                </a:cubicBezTo>
                <a:cubicBezTo>
                  <a:pt x="17" y="110"/>
                  <a:pt x="17" y="110"/>
                  <a:pt x="17" y="110"/>
                </a:cubicBezTo>
                <a:cubicBezTo>
                  <a:pt x="19" y="123"/>
                  <a:pt x="30" y="133"/>
                  <a:pt x="43" y="133"/>
                </a:cubicBezTo>
                <a:cubicBezTo>
                  <a:pt x="56" y="133"/>
                  <a:pt x="67" y="123"/>
                  <a:pt x="69" y="110"/>
                </a:cubicBezTo>
                <a:cubicBezTo>
                  <a:pt x="75" y="110"/>
                  <a:pt x="75" y="110"/>
                  <a:pt x="75" y="110"/>
                </a:cubicBezTo>
                <a:cubicBezTo>
                  <a:pt x="75" y="117"/>
                  <a:pt x="75" y="117"/>
                  <a:pt x="75" y="117"/>
                </a:cubicBezTo>
                <a:cubicBezTo>
                  <a:pt x="164" y="117"/>
                  <a:pt x="164" y="117"/>
                  <a:pt x="164" y="117"/>
                </a:cubicBezTo>
                <a:cubicBezTo>
                  <a:pt x="164" y="110"/>
                  <a:pt x="164" y="110"/>
                  <a:pt x="164" y="110"/>
                </a:cubicBezTo>
                <a:cubicBezTo>
                  <a:pt x="168" y="110"/>
                  <a:pt x="168" y="110"/>
                  <a:pt x="168" y="110"/>
                </a:cubicBezTo>
                <a:cubicBezTo>
                  <a:pt x="170" y="123"/>
                  <a:pt x="181" y="133"/>
                  <a:pt x="194" y="133"/>
                </a:cubicBezTo>
                <a:cubicBezTo>
                  <a:pt x="207" y="133"/>
                  <a:pt x="218" y="123"/>
                  <a:pt x="220" y="110"/>
                </a:cubicBezTo>
                <a:cubicBezTo>
                  <a:pt x="241" y="110"/>
                  <a:pt x="241" y="110"/>
                  <a:pt x="241" y="110"/>
                </a:cubicBezTo>
                <a:cubicBezTo>
                  <a:pt x="241" y="98"/>
                  <a:pt x="241" y="98"/>
                  <a:pt x="241" y="98"/>
                </a:cubicBezTo>
                <a:lnTo>
                  <a:pt x="218" y="98"/>
                </a:lnTo>
                <a:close/>
                <a:moveTo>
                  <a:pt x="43" y="130"/>
                </a:moveTo>
                <a:cubicBezTo>
                  <a:pt x="30" y="130"/>
                  <a:pt x="20" y="119"/>
                  <a:pt x="20" y="107"/>
                </a:cubicBezTo>
                <a:cubicBezTo>
                  <a:pt x="20" y="94"/>
                  <a:pt x="30" y="83"/>
                  <a:pt x="43" y="83"/>
                </a:cubicBezTo>
                <a:cubicBezTo>
                  <a:pt x="56" y="83"/>
                  <a:pt x="66" y="94"/>
                  <a:pt x="66" y="107"/>
                </a:cubicBezTo>
                <a:cubicBezTo>
                  <a:pt x="66" y="119"/>
                  <a:pt x="56" y="130"/>
                  <a:pt x="43" y="130"/>
                </a:cubicBezTo>
                <a:close/>
                <a:moveTo>
                  <a:pt x="161" y="113"/>
                </a:moveTo>
                <a:cubicBezTo>
                  <a:pt x="78" y="113"/>
                  <a:pt x="78" y="113"/>
                  <a:pt x="78" y="113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161" y="110"/>
                  <a:pt x="161" y="110"/>
                  <a:pt x="161" y="110"/>
                </a:cubicBezTo>
                <a:lnTo>
                  <a:pt x="161" y="113"/>
                </a:lnTo>
                <a:close/>
                <a:moveTo>
                  <a:pt x="168" y="107"/>
                </a:moveTo>
                <a:cubicBezTo>
                  <a:pt x="168" y="107"/>
                  <a:pt x="168" y="107"/>
                  <a:pt x="168" y="107"/>
                </a:cubicBezTo>
                <a:cubicBezTo>
                  <a:pt x="164" y="107"/>
                  <a:pt x="164" y="107"/>
                  <a:pt x="164" y="107"/>
                </a:cubicBezTo>
                <a:cubicBezTo>
                  <a:pt x="164" y="106"/>
                  <a:pt x="164" y="106"/>
                  <a:pt x="164" y="106"/>
                </a:cubicBezTo>
                <a:cubicBezTo>
                  <a:pt x="75" y="106"/>
                  <a:pt x="75" y="106"/>
                  <a:pt x="75" y="106"/>
                </a:cubicBezTo>
                <a:cubicBezTo>
                  <a:pt x="75" y="107"/>
                  <a:pt x="75" y="107"/>
                  <a:pt x="75" y="107"/>
                </a:cubicBezTo>
                <a:cubicBezTo>
                  <a:pt x="69" y="107"/>
                  <a:pt x="69" y="107"/>
                  <a:pt x="69" y="107"/>
                </a:cubicBezTo>
                <a:cubicBezTo>
                  <a:pt x="69" y="107"/>
                  <a:pt x="69" y="107"/>
                  <a:pt x="69" y="107"/>
                </a:cubicBezTo>
                <a:cubicBezTo>
                  <a:pt x="69" y="92"/>
                  <a:pt x="57" y="81"/>
                  <a:pt x="43" y="81"/>
                </a:cubicBezTo>
                <a:cubicBezTo>
                  <a:pt x="29" y="81"/>
                  <a:pt x="17" y="92"/>
                  <a:pt x="17" y="107"/>
                </a:cubicBezTo>
                <a:cubicBezTo>
                  <a:pt x="17" y="107"/>
                  <a:pt x="17" y="107"/>
                  <a:pt x="17" y="107"/>
                </a:cubicBezTo>
                <a:cubicBezTo>
                  <a:pt x="3" y="107"/>
                  <a:pt x="3" y="107"/>
                  <a:pt x="3" y="107"/>
                </a:cubicBezTo>
                <a:cubicBezTo>
                  <a:pt x="3" y="42"/>
                  <a:pt x="3" y="42"/>
                  <a:pt x="3" y="42"/>
                </a:cubicBezTo>
                <a:cubicBezTo>
                  <a:pt x="22" y="22"/>
                  <a:pt x="22" y="22"/>
                  <a:pt x="22" y="22"/>
                </a:cubicBezTo>
                <a:cubicBezTo>
                  <a:pt x="74" y="22"/>
                  <a:pt x="74" y="22"/>
                  <a:pt x="74" y="22"/>
                </a:cubicBezTo>
                <a:cubicBezTo>
                  <a:pt x="74" y="96"/>
                  <a:pt x="74" y="96"/>
                  <a:pt x="74" y="96"/>
                </a:cubicBezTo>
                <a:cubicBezTo>
                  <a:pt x="74" y="98"/>
                  <a:pt x="76" y="101"/>
                  <a:pt x="79" y="101"/>
                </a:cubicBezTo>
                <a:cubicBezTo>
                  <a:pt x="169" y="101"/>
                  <a:pt x="169" y="101"/>
                  <a:pt x="169" y="101"/>
                </a:cubicBezTo>
                <a:cubicBezTo>
                  <a:pt x="169" y="103"/>
                  <a:pt x="168" y="105"/>
                  <a:pt x="168" y="107"/>
                </a:cubicBezTo>
                <a:close/>
                <a:moveTo>
                  <a:pt x="84" y="4"/>
                </a:moveTo>
                <a:cubicBezTo>
                  <a:pt x="84" y="3"/>
                  <a:pt x="85" y="2"/>
                  <a:pt x="86" y="2"/>
                </a:cubicBezTo>
                <a:cubicBezTo>
                  <a:pt x="235" y="2"/>
                  <a:pt x="235" y="2"/>
                  <a:pt x="235" y="2"/>
                </a:cubicBezTo>
                <a:cubicBezTo>
                  <a:pt x="236" y="2"/>
                  <a:pt x="237" y="3"/>
                  <a:pt x="237" y="4"/>
                </a:cubicBezTo>
                <a:cubicBezTo>
                  <a:pt x="237" y="14"/>
                  <a:pt x="237" y="14"/>
                  <a:pt x="237" y="14"/>
                </a:cubicBezTo>
                <a:cubicBezTo>
                  <a:pt x="84" y="14"/>
                  <a:pt x="84" y="14"/>
                  <a:pt x="84" y="14"/>
                </a:cubicBezTo>
                <a:lnTo>
                  <a:pt x="84" y="4"/>
                </a:lnTo>
                <a:close/>
                <a:moveTo>
                  <a:pt x="84" y="17"/>
                </a:moveTo>
                <a:cubicBezTo>
                  <a:pt x="237" y="17"/>
                  <a:pt x="237" y="17"/>
                  <a:pt x="237" y="17"/>
                </a:cubicBezTo>
                <a:cubicBezTo>
                  <a:pt x="237" y="26"/>
                  <a:pt x="237" y="26"/>
                  <a:pt x="237" y="26"/>
                </a:cubicBezTo>
                <a:cubicBezTo>
                  <a:pt x="84" y="26"/>
                  <a:pt x="84" y="26"/>
                  <a:pt x="84" y="26"/>
                </a:cubicBezTo>
                <a:lnTo>
                  <a:pt x="84" y="17"/>
                </a:lnTo>
                <a:close/>
                <a:moveTo>
                  <a:pt x="84" y="29"/>
                </a:moveTo>
                <a:cubicBezTo>
                  <a:pt x="237" y="29"/>
                  <a:pt x="237" y="29"/>
                  <a:pt x="237" y="29"/>
                </a:cubicBezTo>
                <a:cubicBezTo>
                  <a:pt x="237" y="39"/>
                  <a:pt x="237" y="39"/>
                  <a:pt x="237" y="39"/>
                </a:cubicBezTo>
                <a:cubicBezTo>
                  <a:pt x="84" y="39"/>
                  <a:pt x="84" y="39"/>
                  <a:pt x="84" y="39"/>
                </a:cubicBezTo>
                <a:lnTo>
                  <a:pt x="84" y="29"/>
                </a:lnTo>
                <a:close/>
                <a:moveTo>
                  <a:pt x="84" y="42"/>
                </a:moveTo>
                <a:cubicBezTo>
                  <a:pt x="237" y="42"/>
                  <a:pt x="237" y="42"/>
                  <a:pt x="237" y="42"/>
                </a:cubicBezTo>
                <a:cubicBezTo>
                  <a:pt x="237" y="51"/>
                  <a:pt x="237" y="51"/>
                  <a:pt x="237" y="51"/>
                </a:cubicBezTo>
                <a:cubicBezTo>
                  <a:pt x="84" y="51"/>
                  <a:pt x="84" y="51"/>
                  <a:pt x="84" y="51"/>
                </a:cubicBezTo>
                <a:lnTo>
                  <a:pt x="84" y="42"/>
                </a:lnTo>
                <a:close/>
                <a:moveTo>
                  <a:pt x="84" y="54"/>
                </a:moveTo>
                <a:cubicBezTo>
                  <a:pt x="237" y="54"/>
                  <a:pt x="237" y="54"/>
                  <a:pt x="237" y="54"/>
                </a:cubicBezTo>
                <a:cubicBezTo>
                  <a:pt x="237" y="64"/>
                  <a:pt x="237" y="64"/>
                  <a:pt x="237" y="64"/>
                </a:cubicBezTo>
                <a:cubicBezTo>
                  <a:pt x="84" y="64"/>
                  <a:pt x="84" y="64"/>
                  <a:pt x="84" y="64"/>
                </a:cubicBezTo>
                <a:lnTo>
                  <a:pt x="84" y="54"/>
                </a:lnTo>
                <a:close/>
                <a:moveTo>
                  <a:pt x="84" y="67"/>
                </a:moveTo>
                <a:cubicBezTo>
                  <a:pt x="237" y="67"/>
                  <a:pt x="237" y="67"/>
                  <a:pt x="237" y="67"/>
                </a:cubicBezTo>
                <a:cubicBezTo>
                  <a:pt x="237" y="76"/>
                  <a:pt x="237" y="76"/>
                  <a:pt x="237" y="76"/>
                </a:cubicBezTo>
                <a:cubicBezTo>
                  <a:pt x="84" y="76"/>
                  <a:pt x="84" y="76"/>
                  <a:pt x="84" y="76"/>
                </a:cubicBezTo>
                <a:lnTo>
                  <a:pt x="84" y="67"/>
                </a:lnTo>
                <a:close/>
                <a:moveTo>
                  <a:pt x="86" y="91"/>
                </a:moveTo>
                <a:cubicBezTo>
                  <a:pt x="85" y="91"/>
                  <a:pt x="84" y="90"/>
                  <a:pt x="84" y="89"/>
                </a:cubicBezTo>
                <a:cubicBezTo>
                  <a:pt x="84" y="79"/>
                  <a:pt x="84" y="79"/>
                  <a:pt x="84" y="79"/>
                </a:cubicBezTo>
                <a:cubicBezTo>
                  <a:pt x="237" y="79"/>
                  <a:pt x="237" y="79"/>
                  <a:pt x="237" y="79"/>
                </a:cubicBezTo>
                <a:cubicBezTo>
                  <a:pt x="237" y="89"/>
                  <a:pt x="237" y="89"/>
                  <a:pt x="237" y="89"/>
                </a:cubicBezTo>
                <a:cubicBezTo>
                  <a:pt x="237" y="90"/>
                  <a:pt x="236" y="91"/>
                  <a:pt x="235" y="91"/>
                </a:cubicBezTo>
                <a:cubicBezTo>
                  <a:pt x="215" y="91"/>
                  <a:pt x="215" y="91"/>
                  <a:pt x="215" y="91"/>
                </a:cubicBezTo>
                <a:cubicBezTo>
                  <a:pt x="210" y="85"/>
                  <a:pt x="202" y="81"/>
                  <a:pt x="194" y="81"/>
                </a:cubicBezTo>
                <a:cubicBezTo>
                  <a:pt x="186" y="81"/>
                  <a:pt x="179" y="85"/>
                  <a:pt x="174" y="91"/>
                </a:cubicBezTo>
                <a:lnTo>
                  <a:pt x="86" y="91"/>
                </a:lnTo>
                <a:close/>
                <a:moveTo>
                  <a:pt x="194" y="130"/>
                </a:moveTo>
                <a:cubicBezTo>
                  <a:pt x="181" y="130"/>
                  <a:pt x="171" y="119"/>
                  <a:pt x="171" y="107"/>
                </a:cubicBezTo>
                <a:cubicBezTo>
                  <a:pt x="171" y="94"/>
                  <a:pt x="181" y="83"/>
                  <a:pt x="194" y="83"/>
                </a:cubicBezTo>
                <a:cubicBezTo>
                  <a:pt x="207" y="83"/>
                  <a:pt x="217" y="94"/>
                  <a:pt x="217" y="107"/>
                </a:cubicBezTo>
                <a:cubicBezTo>
                  <a:pt x="217" y="119"/>
                  <a:pt x="207" y="130"/>
                  <a:pt x="194" y="130"/>
                </a:cubicBezTo>
                <a:close/>
                <a:moveTo>
                  <a:pt x="238" y="107"/>
                </a:moveTo>
                <a:cubicBezTo>
                  <a:pt x="220" y="107"/>
                  <a:pt x="220" y="107"/>
                  <a:pt x="220" y="107"/>
                </a:cubicBezTo>
                <a:cubicBezTo>
                  <a:pt x="220" y="107"/>
                  <a:pt x="220" y="107"/>
                  <a:pt x="220" y="107"/>
                </a:cubicBezTo>
                <a:cubicBezTo>
                  <a:pt x="220" y="105"/>
                  <a:pt x="220" y="103"/>
                  <a:pt x="219" y="101"/>
                </a:cubicBezTo>
                <a:cubicBezTo>
                  <a:pt x="238" y="101"/>
                  <a:pt x="238" y="101"/>
                  <a:pt x="238" y="101"/>
                </a:cubicBezTo>
                <a:lnTo>
                  <a:pt x="238" y="107"/>
                </a:lnTo>
                <a:close/>
                <a:moveTo>
                  <a:pt x="43" y="93"/>
                </a:moveTo>
                <a:cubicBezTo>
                  <a:pt x="36" y="93"/>
                  <a:pt x="29" y="99"/>
                  <a:pt x="29" y="107"/>
                </a:cubicBezTo>
                <a:cubicBezTo>
                  <a:pt x="29" y="114"/>
                  <a:pt x="36" y="120"/>
                  <a:pt x="43" y="120"/>
                </a:cubicBezTo>
                <a:cubicBezTo>
                  <a:pt x="51" y="120"/>
                  <a:pt x="57" y="114"/>
                  <a:pt x="57" y="107"/>
                </a:cubicBezTo>
                <a:cubicBezTo>
                  <a:pt x="57" y="99"/>
                  <a:pt x="51" y="93"/>
                  <a:pt x="43" y="93"/>
                </a:cubicBezTo>
                <a:close/>
                <a:moveTo>
                  <a:pt x="43" y="119"/>
                </a:moveTo>
                <a:cubicBezTo>
                  <a:pt x="36" y="119"/>
                  <a:pt x="31" y="113"/>
                  <a:pt x="31" y="107"/>
                </a:cubicBezTo>
                <a:cubicBezTo>
                  <a:pt x="31" y="100"/>
                  <a:pt x="36" y="94"/>
                  <a:pt x="43" y="94"/>
                </a:cubicBezTo>
                <a:cubicBezTo>
                  <a:pt x="50" y="94"/>
                  <a:pt x="56" y="100"/>
                  <a:pt x="56" y="107"/>
                </a:cubicBezTo>
                <a:cubicBezTo>
                  <a:pt x="56" y="113"/>
                  <a:pt x="50" y="119"/>
                  <a:pt x="43" y="119"/>
                </a:cubicBezTo>
                <a:close/>
                <a:moveTo>
                  <a:pt x="194" y="93"/>
                </a:moveTo>
                <a:cubicBezTo>
                  <a:pt x="187" y="93"/>
                  <a:pt x="180" y="99"/>
                  <a:pt x="180" y="107"/>
                </a:cubicBezTo>
                <a:cubicBezTo>
                  <a:pt x="180" y="114"/>
                  <a:pt x="187" y="120"/>
                  <a:pt x="194" y="120"/>
                </a:cubicBezTo>
                <a:cubicBezTo>
                  <a:pt x="202" y="120"/>
                  <a:pt x="208" y="114"/>
                  <a:pt x="208" y="107"/>
                </a:cubicBezTo>
                <a:cubicBezTo>
                  <a:pt x="208" y="99"/>
                  <a:pt x="202" y="93"/>
                  <a:pt x="194" y="93"/>
                </a:cubicBezTo>
                <a:close/>
                <a:moveTo>
                  <a:pt x="194" y="119"/>
                </a:moveTo>
                <a:cubicBezTo>
                  <a:pt x="187" y="119"/>
                  <a:pt x="182" y="113"/>
                  <a:pt x="182" y="107"/>
                </a:cubicBezTo>
                <a:cubicBezTo>
                  <a:pt x="182" y="100"/>
                  <a:pt x="187" y="94"/>
                  <a:pt x="194" y="94"/>
                </a:cubicBezTo>
                <a:cubicBezTo>
                  <a:pt x="201" y="94"/>
                  <a:pt x="207" y="100"/>
                  <a:pt x="207" y="107"/>
                </a:cubicBezTo>
                <a:cubicBezTo>
                  <a:pt x="207" y="113"/>
                  <a:pt x="201" y="119"/>
                  <a:pt x="194" y="119"/>
                </a:cubicBezTo>
                <a:close/>
                <a:moveTo>
                  <a:pt x="6" y="49"/>
                </a:moveTo>
                <a:cubicBezTo>
                  <a:pt x="6" y="70"/>
                  <a:pt x="6" y="70"/>
                  <a:pt x="6" y="70"/>
                </a:cubicBezTo>
                <a:cubicBezTo>
                  <a:pt x="43" y="70"/>
                  <a:pt x="43" y="70"/>
                  <a:pt x="43" y="70"/>
                </a:cubicBezTo>
                <a:cubicBezTo>
                  <a:pt x="43" y="27"/>
                  <a:pt x="43" y="27"/>
                  <a:pt x="43" y="27"/>
                </a:cubicBezTo>
                <a:cubicBezTo>
                  <a:pt x="26" y="27"/>
                  <a:pt x="26" y="27"/>
                  <a:pt x="26" y="27"/>
                </a:cubicBezTo>
                <a:lnTo>
                  <a:pt x="6" y="49"/>
                </a:lnTo>
                <a:close/>
                <a:moveTo>
                  <a:pt x="40" y="30"/>
                </a:moveTo>
                <a:cubicBezTo>
                  <a:pt x="40" y="67"/>
                  <a:pt x="40" y="67"/>
                  <a:pt x="40" y="67"/>
                </a:cubicBezTo>
                <a:cubicBezTo>
                  <a:pt x="9" y="67"/>
                  <a:pt x="9" y="67"/>
                  <a:pt x="9" y="67"/>
                </a:cubicBezTo>
                <a:cubicBezTo>
                  <a:pt x="9" y="50"/>
                  <a:pt x="9" y="50"/>
                  <a:pt x="9" y="50"/>
                </a:cubicBezTo>
                <a:cubicBezTo>
                  <a:pt x="27" y="30"/>
                  <a:pt x="27" y="30"/>
                  <a:pt x="27" y="30"/>
                </a:cubicBezTo>
                <a:lnTo>
                  <a:pt x="40" y="30"/>
                </a:lnTo>
                <a:close/>
              </a:path>
            </a:pathLst>
          </a:custGeom>
          <a:solidFill>
            <a:srgbClr val="7058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6114256" y="1093629"/>
            <a:ext cx="773112" cy="4678363"/>
          </a:xfrm>
          <a:custGeom>
            <a:avLst/>
            <a:gdLst>
              <a:gd name="T0" fmla="*/ 389 w 487"/>
              <a:gd name="T1" fmla="*/ 2947 h 2947"/>
              <a:gd name="T2" fmla="*/ 389 w 487"/>
              <a:gd name="T3" fmla="*/ 366 h 2947"/>
              <a:gd name="T4" fmla="*/ 487 w 487"/>
              <a:gd name="T5" fmla="*/ 366 h 2947"/>
              <a:gd name="T6" fmla="*/ 242 w 487"/>
              <a:gd name="T7" fmla="*/ 0 h 2947"/>
              <a:gd name="T8" fmla="*/ 0 w 487"/>
              <a:gd name="T9" fmla="*/ 366 h 2947"/>
              <a:gd name="T10" fmla="*/ 95 w 487"/>
              <a:gd name="T11" fmla="*/ 366 h 2947"/>
              <a:gd name="T12" fmla="*/ 95 w 487"/>
              <a:gd name="T13" fmla="*/ 2947 h 2947"/>
              <a:gd name="T14" fmla="*/ 389 w 487"/>
              <a:gd name="T15" fmla="*/ 2947 h 29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87" h="2947">
                <a:moveTo>
                  <a:pt x="389" y="2947"/>
                </a:moveTo>
                <a:lnTo>
                  <a:pt x="389" y="366"/>
                </a:lnTo>
                <a:lnTo>
                  <a:pt x="487" y="366"/>
                </a:lnTo>
                <a:lnTo>
                  <a:pt x="242" y="0"/>
                </a:lnTo>
                <a:lnTo>
                  <a:pt x="0" y="366"/>
                </a:lnTo>
                <a:lnTo>
                  <a:pt x="95" y="366"/>
                </a:lnTo>
                <a:lnTo>
                  <a:pt x="95" y="2947"/>
                </a:lnTo>
                <a:lnTo>
                  <a:pt x="389" y="2947"/>
                </a:lnTo>
                <a:close/>
              </a:path>
            </a:pathLst>
          </a:cu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503353" y="1645920"/>
            <a:ext cx="0" cy="40132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6399212" y="2049146"/>
            <a:ext cx="203200" cy="203200"/>
            <a:chOff x="6297612" y="2181226"/>
            <a:chExt cx="203200" cy="203200"/>
          </a:xfrm>
        </p:grpSpPr>
        <p:sp>
          <p:nvSpPr>
            <p:cNvPr id="22" name="椭圆 21"/>
            <p:cNvSpPr/>
            <p:nvPr/>
          </p:nvSpPr>
          <p:spPr>
            <a:xfrm>
              <a:off x="6297612" y="2181226"/>
              <a:ext cx="203200" cy="2032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DE3F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3" name="Oval 9"/>
            <p:cNvSpPr>
              <a:spLocks noChangeArrowheads="1"/>
            </p:cNvSpPr>
            <p:nvPr/>
          </p:nvSpPr>
          <p:spPr bwMode="auto">
            <a:xfrm>
              <a:off x="6361113" y="2238376"/>
              <a:ext cx="87312" cy="88900"/>
            </a:xfrm>
            <a:prstGeom prst="ellipse">
              <a:avLst/>
            </a:prstGeom>
            <a:solidFill>
              <a:srgbClr val="01A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399212" y="2658746"/>
            <a:ext cx="203200" cy="203200"/>
            <a:chOff x="6297612" y="2181226"/>
            <a:chExt cx="203200" cy="203200"/>
          </a:xfrm>
        </p:grpSpPr>
        <p:sp>
          <p:nvSpPr>
            <p:cNvPr id="20" name="椭圆 19"/>
            <p:cNvSpPr/>
            <p:nvPr/>
          </p:nvSpPr>
          <p:spPr>
            <a:xfrm>
              <a:off x="6297612" y="2181226"/>
              <a:ext cx="203200" cy="2032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DE3F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1" name="Oval 9"/>
            <p:cNvSpPr>
              <a:spLocks noChangeArrowheads="1"/>
            </p:cNvSpPr>
            <p:nvPr/>
          </p:nvSpPr>
          <p:spPr bwMode="auto">
            <a:xfrm>
              <a:off x="6361113" y="2238376"/>
              <a:ext cx="87312" cy="88900"/>
            </a:xfrm>
            <a:prstGeom prst="ellipse">
              <a:avLst/>
            </a:prstGeom>
            <a:solidFill>
              <a:srgbClr val="01A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401753" y="3207863"/>
            <a:ext cx="203200" cy="203200"/>
            <a:chOff x="6297612" y="2181226"/>
            <a:chExt cx="203200" cy="203200"/>
          </a:xfrm>
        </p:grpSpPr>
        <p:sp>
          <p:nvSpPr>
            <p:cNvPr id="18" name="椭圆 17"/>
            <p:cNvSpPr/>
            <p:nvPr/>
          </p:nvSpPr>
          <p:spPr>
            <a:xfrm>
              <a:off x="6297612" y="2181226"/>
              <a:ext cx="203200" cy="2032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DE3F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9" name="Oval 9"/>
            <p:cNvSpPr>
              <a:spLocks noChangeArrowheads="1"/>
            </p:cNvSpPr>
            <p:nvPr/>
          </p:nvSpPr>
          <p:spPr bwMode="auto">
            <a:xfrm>
              <a:off x="6361113" y="2238376"/>
              <a:ext cx="87312" cy="88900"/>
            </a:xfrm>
            <a:prstGeom prst="ellipse">
              <a:avLst/>
            </a:prstGeom>
            <a:solidFill>
              <a:srgbClr val="01A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401753" y="3817463"/>
            <a:ext cx="203200" cy="203200"/>
            <a:chOff x="6297612" y="2181226"/>
            <a:chExt cx="203200" cy="203200"/>
          </a:xfrm>
        </p:grpSpPr>
        <p:sp>
          <p:nvSpPr>
            <p:cNvPr id="16" name="椭圆 15"/>
            <p:cNvSpPr/>
            <p:nvPr/>
          </p:nvSpPr>
          <p:spPr>
            <a:xfrm>
              <a:off x="6297612" y="2181226"/>
              <a:ext cx="203200" cy="2032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DE3F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7" name="Oval 9"/>
            <p:cNvSpPr>
              <a:spLocks noChangeArrowheads="1"/>
            </p:cNvSpPr>
            <p:nvPr/>
          </p:nvSpPr>
          <p:spPr bwMode="auto">
            <a:xfrm>
              <a:off x="6361113" y="2238376"/>
              <a:ext cx="87312" cy="88900"/>
            </a:xfrm>
            <a:prstGeom prst="ellipse">
              <a:avLst/>
            </a:prstGeom>
            <a:solidFill>
              <a:srgbClr val="01A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402706" y="4435318"/>
            <a:ext cx="203200" cy="203200"/>
            <a:chOff x="6297612" y="2181226"/>
            <a:chExt cx="203200" cy="203200"/>
          </a:xfrm>
        </p:grpSpPr>
        <p:sp>
          <p:nvSpPr>
            <p:cNvPr id="14" name="椭圆 13"/>
            <p:cNvSpPr/>
            <p:nvPr/>
          </p:nvSpPr>
          <p:spPr>
            <a:xfrm>
              <a:off x="6297612" y="2181226"/>
              <a:ext cx="203200" cy="2032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DE3F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5" name="Oval 9"/>
            <p:cNvSpPr>
              <a:spLocks noChangeArrowheads="1"/>
            </p:cNvSpPr>
            <p:nvPr/>
          </p:nvSpPr>
          <p:spPr bwMode="auto">
            <a:xfrm>
              <a:off x="6361113" y="2238376"/>
              <a:ext cx="87312" cy="88900"/>
            </a:xfrm>
            <a:prstGeom prst="ellipse">
              <a:avLst/>
            </a:prstGeom>
            <a:solidFill>
              <a:srgbClr val="01A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402706" y="5044918"/>
            <a:ext cx="203200" cy="203200"/>
            <a:chOff x="6297612" y="2181226"/>
            <a:chExt cx="203200" cy="203200"/>
          </a:xfrm>
        </p:grpSpPr>
        <p:sp>
          <p:nvSpPr>
            <p:cNvPr id="12" name="椭圆 11"/>
            <p:cNvSpPr/>
            <p:nvPr/>
          </p:nvSpPr>
          <p:spPr>
            <a:xfrm>
              <a:off x="6297612" y="2181226"/>
              <a:ext cx="203200" cy="2032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DE3F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3" name="Oval 9"/>
            <p:cNvSpPr>
              <a:spLocks noChangeArrowheads="1"/>
            </p:cNvSpPr>
            <p:nvPr/>
          </p:nvSpPr>
          <p:spPr bwMode="auto">
            <a:xfrm>
              <a:off x="6361113" y="2238376"/>
              <a:ext cx="87312" cy="88900"/>
            </a:xfrm>
            <a:prstGeom prst="ellipse">
              <a:avLst/>
            </a:prstGeom>
            <a:solidFill>
              <a:srgbClr val="01A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</p:grpSp>
      <p:cxnSp>
        <p:nvCxnSpPr>
          <p:cNvPr id="34" name="直接连接符 33"/>
          <p:cNvCxnSpPr/>
          <p:nvPr/>
        </p:nvCxnSpPr>
        <p:spPr>
          <a:xfrm flipH="1">
            <a:off x="3291840" y="2178039"/>
            <a:ext cx="25426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291840" y="1750636"/>
            <a:ext cx="1269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您的标题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3292106" y="2277171"/>
            <a:ext cx="2719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H="1">
            <a:off x="3266816" y="3388480"/>
            <a:ext cx="25426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266816" y="2961077"/>
            <a:ext cx="1269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您的标题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267082" y="3487612"/>
            <a:ext cx="2666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3266816" y="4585858"/>
            <a:ext cx="25426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3266816" y="4158455"/>
            <a:ext cx="1269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您的标题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267082" y="4684990"/>
            <a:ext cx="2666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7106831" y="2757233"/>
            <a:ext cx="25426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7106831" y="2329830"/>
            <a:ext cx="1269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您的标题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7107097" y="2856365"/>
            <a:ext cx="2666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7106831" y="3954611"/>
            <a:ext cx="25426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7106831" y="3527208"/>
            <a:ext cx="1269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您的标题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7107097" y="4053743"/>
            <a:ext cx="2666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7106831" y="5165052"/>
            <a:ext cx="25426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106831" y="4737649"/>
            <a:ext cx="1269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B8A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您的标题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107097" y="5264184"/>
            <a:ext cx="2666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0" y="404078"/>
            <a:ext cx="2872341" cy="461665"/>
            <a:chOff x="0" y="91440"/>
            <a:chExt cx="3829788" cy="615555"/>
          </a:xfrm>
        </p:grpSpPr>
        <p:sp>
          <p:nvSpPr>
            <p:cNvPr id="51" name="文本框 50"/>
            <p:cNvSpPr txBox="1"/>
            <p:nvPr/>
          </p:nvSpPr>
          <p:spPr>
            <a:xfrm>
              <a:off x="454152" y="91440"/>
              <a:ext cx="3375636" cy="615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研究过程及方法</a:t>
              </a: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4500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>
            <a:stCxn id="19" idx="2"/>
          </p:cNvCxnSpPr>
          <p:nvPr/>
        </p:nvCxnSpPr>
        <p:spPr>
          <a:xfrm flipV="1">
            <a:off x="1799771" y="3508782"/>
            <a:ext cx="8740307" cy="11954"/>
          </a:xfrm>
          <a:prstGeom prst="line">
            <a:avLst/>
          </a:prstGeom>
          <a:ln>
            <a:solidFill>
              <a:srgbClr val="343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1799771" y="3462137"/>
            <a:ext cx="117197" cy="117197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3018239" y="3462137"/>
            <a:ext cx="117197" cy="1171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014974" y="3462136"/>
            <a:ext cx="117197" cy="117197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 flipH="1">
            <a:off x="5099600" y="3474408"/>
            <a:ext cx="70553" cy="70553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008444" y="3462136"/>
            <a:ext cx="117197" cy="1171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005178" y="3462135"/>
            <a:ext cx="117197" cy="117197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7903530" y="3462135"/>
            <a:ext cx="117197" cy="117197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827977" y="3476275"/>
            <a:ext cx="91101" cy="91101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9641634" y="3462135"/>
            <a:ext cx="117197" cy="117197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10447847" y="3462134"/>
            <a:ext cx="117197" cy="1171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29" name="直接连接符 28"/>
          <p:cNvCxnSpPr>
            <a:stCxn id="19" idx="4"/>
          </p:cNvCxnSpPr>
          <p:nvPr/>
        </p:nvCxnSpPr>
        <p:spPr>
          <a:xfrm flipH="1" flipV="1">
            <a:off x="1858369" y="2892196"/>
            <a:ext cx="1" cy="687138"/>
          </a:xfrm>
          <a:prstGeom prst="line">
            <a:avLst/>
          </a:prstGeom>
          <a:ln>
            <a:solidFill>
              <a:srgbClr val="6B8A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 flipV="1">
            <a:off x="3076836" y="3579331"/>
            <a:ext cx="1" cy="68713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6072861" y="2854054"/>
            <a:ext cx="1" cy="68713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 flipV="1">
            <a:off x="7055381" y="3579330"/>
            <a:ext cx="1" cy="687138"/>
          </a:xfrm>
          <a:prstGeom prst="line">
            <a:avLst/>
          </a:prstGeom>
          <a:ln>
            <a:solidFill>
              <a:srgbClr val="6B8A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 flipV="1">
            <a:off x="9693994" y="2821644"/>
            <a:ext cx="1" cy="687138"/>
          </a:xfrm>
          <a:prstGeom prst="line">
            <a:avLst/>
          </a:prstGeom>
          <a:ln>
            <a:solidFill>
              <a:srgbClr val="6B8A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 flipV="1">
            <a:off x="10504653" y="3514759"/>
            <a:ext cx="1" cy="68713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1443193" y="2080985"/>
            <a:ext cx="914400" cy="914400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619636" y="4201897"/>
            <a:ext cx="914400" cy="914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625999" y="1977796"/>
            <a:ext cx="914400" cy="914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6598181" y="4201897"/>
            <a:ext cx="914400" cy="914400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9229207" y="1964366"/>
            <a:ext cx="914400" cy="914400"/>
          </a:xfrm>
          <a:prstGeom prst="ellips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0047453" y="4201897"/>
            <a:ext cx="914400" cy="914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6" name="Freeform 27"/>
          <p:cNvSpPr>
            <a:spLocks noEditPoints="1"/>
          </p:cNvSpPr>
          <p:nvPr/>
        </p:nvSpPr>
        <p:spPr bwMode="auto">
          <a:xfrm>
            <a:off x="1679636" y="2288153"/>
            <a:ext cx="474663" cy="396875"/>
          </a:xfrm>
          <a:custGeom>
            <a:avLst/>
            <a:gdLst>
              <a:gd name="T0" fmla="*/ 77 w 192"/>
              <a:gd name="T1" fmla="*/ 33 h 161"/>
              <a:gd name="T2" fmla="*/ 152 w 192"/>
              <a:gd name="T3" fmla="*/ 4 h 161"/>
              <a:gd name="T4" fmla="*/ 51 w 192"/>
              <a:gd name="T5" fmla="*/ 33 h 161"/>
              <a:gd name="T6" fmla="*/ 0 w 192"/>
              <a:gd name="T7" fmla="*/ 37 h 161"/>
              <a:gd name="T8" fmla="*/ 4 w 192"/>
              <a:gd name="T9" fmla="*/ 161 h 161"/>
              <a:gd name="T10" fmla="*/ 192 w 192"/>
              <a:gd name="T11" fmla="*/ 157 h 161"/>
              <a:gd name="T12" fmla="*/ 188 w 192"/>
              <a:gd name="T13" fmla="*/ 33 h 161"/>
              <a:gd name="T14" fmla="*/ 20 w 192"/>
              <a:gd name="T15" fmla="*/ 129 h 161"/>
              <a:gd name="T16" fmla="*/ 20 w 192"/>
              <a:gd name="T17" fmla="*/ 121 h 161"/>
              <a:gd name="T18" fmla="*/ 88 w 192"/>
              <a:gd name="T19" fmla="*/ 125 h 161"/>
              <a:gd name="T20" fmla="*/ 84 w 192"/>
              <a:gd name="T21" fmla="*/ 113 h 161"/>
              <a:gd name="T22" fmla="*/ 16 w 192"/>
              <a:gd name="T23" fmla="*/ 109 h 161"/>
              <a:gd name="T24" fmla="*/ 84 w 192"/>
              <a:gd name="T25" fmla="*/ 105 h 161"/>
              <a:gd name="T26" fmla="*/ 84 w 192"/>
              <a:gd name="T27" fmla="*/ 113 h 161"/>
              <a:gd name="T28" fmla="*/ 20 w 192"/>
              <a:gd name="T29" fmla="*/ 97 h 161"/>
              <a:gd name="T30" fmla="*/ 20 w 192"/>
              <a:gd name="T31" fmla="*/ 89 h 161"/>
              <a:gd name="T32" fmla="*/ 88 w 192"/>
              <a:gd name="T33" fmla="*/ 93 h 161"/>
              <a:gd name="T34" fmla="*/ 84 w 192"/>
              <a:gd name="T35" fmla="*/ 81 h 161"/>
              <a:gd name="T36" fmla="*/ 16 w 192"/>
              <a:gd name="T37" fmla="*/ 77 h 161"/>
              <a:gd name="T38" fmla="*/ 84 w 192"/>
              <a:gd name="T39" fmla="*/ 73 h 161"/>
              <a:gd name="T40" fmla="*/ 84 w 192"/>
              <a:gd name="T41" fmla="*/ 81 h 161"/>
              <a:gd name="T42" fmla="*/ 20 w 192"/>
              <a:gd name="T43" fmla="*/ 65 h 161"/>
              <a:gd name="T44" fmla="*/ 20 w 192"/>
              <a:gd name="T45" fmla="*/ 57 h 161"/>
              <a:gd name="T46" fmla="*/ 88 w 192"/>
              <a:gd name="T47" fmla="*/ 61 h 161"/>
              <a:gd name="T48" fmla="*/ 116 w 192"/>
              <a:gd name="T49" fmla="*/ 129 h 161"/>
              <a:gd name="T50" fmla="*/ 116 w 192"/>
              <a:gd name="T51" fmla="*/ 105 h 161"/>
              <a:gd name="T52" fmla="*/ 116 w 192"/>
              <a:gd name="T53" fmla="*/ 129 h 161"/>
              <a:gd name="T54" fmla="*/ 144 w 192"/>
              <a:gd name="T55" fmla="*/ 117 h 161"/>
              <a:gd name="T56" fmla="*/ 168 w 192"/>
              <a:gd name="T57" fmla="*/ 117 h 161"/>
              <a:gd name="T58" fmla="*/ 168 w 192"/>
              <a:gd name="T59" fmla="*/ 89 h 161"/>
              <a:gd name="T60" fmla="*/ 151 w 192"/>
              <a:gd name="T61" fmla="*/ 79 h 161"/>
              <a:gd name="T62" fmla="*/ 145 w 192"/>
              <a:gd name="T63" fmla="*/ 74 h 161"/>
              <a:gd name="T64" fmla="*/ 104 w 192"/>
              <a:gd name="T65" fmla="*/ 89 h 161"/>
              <a:gd name="T66" fmla="*/ 168 w 192"/>
              <a:gd name="T67" fmla="*/ 65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92" h="161">
                <a:moveTo>
                  <a:pt x="188" y="33"/>
                </a:moveTo>
                <a:cubicBezTo>
                  <a:pt x="77" y="33"/>
                  <a:pt x="77" y="33"/>
                  <a:pt x="77" y="33"/>
                </a:cubicBezTo>
                <a:cubicBezTo>
                  <a:pt x="149" y="9"/>
                  <a:pt x="149" y="9"/>
                  <a:pt x="149" y="9"/>
                </a:cubicBezTo>
                <a:cubicBezTo>
                  <a:pt x="152" y="8"/>
                  <a:pt x="153" y="6"/>
                  <a:pt x="152" y="4"/>
                </a:cubicBezTo>
                <a:cubicBezTo>
                  <a:pt x="151" y="2"/>
                  <a:pt x="149" y="0"/>
                  <a:pt x="147" y="1"/>
                </a:cubicBezTo>
                <a:cubicBezTo>
                  <a:pt x="51" y="33"/>
                  <a:pt x="51" y="33"/>
                  <a:pt x="51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2" y="33"/>
                  <a:pt x="0" y="35"/>
                  <a:pt x="0" y="37"/>
                </a:cubicBezTo>
                <a:cubicBezTo>
                  <a:pt x="0" y="157"/>
                  <a:pt x="0" y="157"/>
                  <a:pt x="0" y="157"/>
                </a:cubicBezTo>
                <a:cubicBezTo>
                  <a:pt x="0" y="159"/>
                  <a:pt x="2" y="161"/>
                  <a:pt x="4" y="161"/>
                </a:cubicBezTo>
                <a:cubicBezTo>
                  <a:pt x="188" y="161"/>
                  <a:pt x="188" y="161"/>
                  <a:pt x="188" y="161"/>
                </a:cubicBezTo>
                <a:cubicBezTo>
                  <a:pt x="190" y="161"/>
                  <a:pt x="192" y="159"/>
                  <a:pt x="192" y="157"/>
                </a:cubicBezTo>
                <a:cubicBezTo>
                  <a:pt x="192" y="37"/>
                  <a:pt x="192" y="37"/>
                  <a:pt x="192" y="37"/>
                </a:cubicBezTo>
                <a:cubicBezTo>
                  <a:pt x="192" y="35"/>
                  <a:pt x="190" y="33"/>
                  <a:pt x="188" y="33"/>
                </a:cubicBezTo>
                <a:close/>
                <a:moveTo>
                  <a:pt x="84" y="129"/>
                </a:moveTo>
                <a:cubicBezTo>
                  <a:pt x="20" y="129"/>
                  <a:pt x="20" y="129"/>
                  <a:pt x="20" y="129"/>
                </a:cubicBezTo>
                <a:cubicBezTo>
                  <a:pt x="18" y="129"/>
                  <a:pt x="16" y="127"/>
                  <a:pt x="16" y="125"/>
                </a:cubicBezTo>
                <a:cubicBezTo>
                  <a:pt x="16" y="123"/>
                  <a:pt x="18" y="121"/>
                  <a:pt x="20" y="121"/>
                </a:cubicBezTo>
                <a:cubicBezTo>
                  <a:pt x="84" y="121"/>
                  <a:pt x="84" y="121"/>
                  <a:pt x="84" y="121"/>
                </a:cubicBezTo>
                <a:cubicBezTo>
                  <a:pt x="86" y="121"/>
                  <a:pt x="88" y="123"/>
                  <a:pt x="88" y="125"/>
                </a:cubicBezTo>
                <a:cubicBezTo>
                  <a:pt x="88" y="127"/>
                  <a:pt x="86" y="129"/>
                  <a:pt x="84" y="129"/>
                </a:cubicBezTo>
                <a:close/>
                <a:moveTo>
                  <a:pt x="84" y="113"/>
                </a:moveTo>
                <a:cubicBezTo>
                  <a:pt x="20" y="113"/>
                  <a:pt x="20" y="113"/>
                  <a:pt x="20" y="113"/>
                </a:cubicBezTo>
                <a:cubicBezTo>
                  <a:pt x="18" y="113"/>
                  <a:pt x="16" y="111"/>
                  <a:pt x="16" y="109"/>
                </a:cubicBezTo>
                <a:cubicBezTo>
                  <a:pt x="16" y="107"/>
                  <a:pt x="18" y="105"/>
                  <a:pt x="20" y="105"/>
                </a:cubicBezTo>
                <a:cubicBezTo>
                  <a:pt x="84" y="105"/>
                  <a:pt x="84" y="105"/>
                  <a:pt x="84" y="105"/>
                </a:cubicBezTo>
                <a:cubicBezTo>
                  <a:pt x="86" y="105"/>
                  <a:pt x="88" y="107"/>
                  <a:pt x="88" y="109"/>
                </a:cubicBezTo>
                <a:cubicBezTo>
                  <a:pt x="88" y="111"/>
                  <a:pt x="86" y="113"/>
                  <a:pt x="84" y="113"/>
                </a:cubicBezTo>
                <a:close/>
                <a:moveTo>
                  <a:pt x="84" y="97"/>
                </a:moveTo>
                <a:cubicBezTo>
                  <a:pt x="20" y="97"/>
                  <a:pt x="20" y="97"/>
                  <a:pt x="20" y="97"/>
                </a:cubicBezTo>
                <a:cubicBezTo>
                  <a:pt x="18" y="97"/>
                  <a:pt x="16" y="95"/>
                  <a:pt x="16" y="93"/>
                </a:cubicBezTo>
                <a:cubicBezTo>
                  <a:pt x="16" y="91"/>
                  <a:pt x="18" y="89"/>
                  <a:pt x="20" y="89"/>
                </a:cubicBezTo>
                <a:cubicBezTo>
                  <a:pt x="84" y="89"/>
                  <a:pt x="84" y="89"/>
                  <a:pt x="84" y="89"/>
                </a:cubicBezTo>
                <a:cubicBezTo>
                  <a:pt x="86" y="89"/>
                  <a:pt x="88" y="91"/>
                  <a:pt x="88" y="93"/>
                </a:cubicBezTo>
                <a:cubicBezTo>
                  <a:pt x="88" y="95"/>
                  <a:pt x="86" y="97"/>
                  <a:pt x="84" y="97"/>
                </a:cubicBezTo>
                <a:close/>
                <a:moveTo>
                  <a:pt x="84" y="81"/>
                </a:moveTo>
                <a:cubicBezTo>
                  <a:pt x="20" y="81"/>
                  <a:pt x="20" y="81"/>
                  <a:pt x="20" y="81"/>
                </a:cubicBezTo>
                <a:cubicBezTo>
                  <a:pt x="18" y="81"/>
                  <a:pt x="16" y="79"/>
                  <a:pt x="16" y="77"/>
                </a:cubicBezTo>
                <a:cubicBezTo>
                  <a:pt x="16" y="75"/>
                  <a:pt x="18" y="73"/>
                  <a:pt x="20" y="73"/>
                </a:cubicBezTo>
                <a:cubicBezTo>
                  <a:pt x="84" y="73"/>
                  <a:pt x="84" y="73"/>
                  <a:pt x="84" y="73"/>
                </a:cubicBezTo>
                <a:cubicBezTo>
                  <a:pt x="86" y="73"/>
                  <a:pt x="88" y="75"/>
                  <a:pt x="88" y="77"/>
                </a:cubicBezTo>
                <a:cubicBezTo>
                  <a:pt x="88" y="79"/>
                  <a:pt x="86" y="81"/>
                  <a:pt x="84" y="81"/>
                </a:cubicBezTo>
                <a:close/>
                <a:moveTo>
                  <a:pt x="84" y="65"/>
                </a:moveTo>
                <a:cubicBezTo>
                  <a:pt x="20" y="65"/>
                  <a:pt x="20" y="65"/>
                  <a:pt x="20" y="65"/>
                </a:cubicBezTo>
                <a:cubicBezTo>
                  <a:pt x="18" y="65"/>
                  <a:pt x="16" y="63"/>
                  <a:pt x="16" y="61"/>
                </a:cubicBezTo>
                <a:cubicBezTo>
                  <a:pt x="16" y="59"/>
                  <a:pt x="18" y="57"/>
                  <a:pt x="20" y="57"/>
                </a:cubicBezTo>
                <a:cubicBezTo>
                  <a:pt x="84" y="57"/>
                  <a:pt x="84" y="57"/>
                  <a:pt x="84" y="57"/>
                </a:cubicBezTo>
                <a:cubicBezTo>
                  <a:pt x="86" y="57"/>
                  <a:pt x="88" y="59"/>
                  <a:pt x="88" y="61"/>
                </a:cubicBezTo>
                <a:cubicBezTo>
                  <a:pt x="88" y="63"/>
                  <a:pt x="86" y="65"/>
                  <a:pt x="84" y="65"/>
                </a:cubicBezTo>
                <a:close/>
                <a:moveTo>
                  <a:pt x="116" y="129"/>
                </a:moveTo>
                <a:cubicBezTo>
                  <a:pt x="110" y="129"/>
                  <a:pt x="104" y="123"/>
                  <a:pt x="104" y="117"/>
                </a:cubicBezTo>
                <a:cubicBezTo>
                  <a:pt x="104" y="110"/>
                  <a:pt x="110" y="105"/>
                  <a:pt x="116" y="105"/>
                </a:cubicBezTo>
                <a:cubicBezTo>
                  <a:pt x="123" y="105"/>
                  <a:pt x="128" y="110"/>
                  <a:pt x="128" y="117"/>
                </a:cubicBezTo>
                <a:cubicBezTo>
                  <a:pt x="128" y="123"/>
                  <a:pt x="123" y="129"/>
                  <a:pt x="116" y="129"/>
                </a:cubicBezTo>
                <a:close/>
                <a:moveTo>
                  <a:pt x="156" y="129"/>
                </a:moveTo>
                <a:cubicBezTo>
                  <a:pt x="150" y="129"/>
                  <a:pt x="144" y="123"/>
                  <a:pt x="144" y="117"/>
                </a:cubicBezTo>
                <a:cubicBezTo>
                  <a:pt x="144" y="110"/>
                  <a:pt x="150" y="105"/>
                  <a:pt x="156" y="105"/>
                </a:cubicBezTo>
                <a:cubicBezTo>
                  <a:pt x="163" y="105"/>
                  <a:pt x="168" y="110"/>
                  <a:pt x="168" y="117"/>
                </a:cubicBezTo>
                <a:cubicBezTo>
                  <a:pt x="168" y="123"/>
                  <a:pt x="163" y="129"/>
                  <a:pt x="156" y="129"/>
                </a:cubicBezTo>
                <a:close/>
                <a:moveTo>
                  <a:pt x="168" y="89"/>
                </a:moveTo>
                <a:cubicBezTo>
                  <a:pt x="144" y="89"/>
                  <a:pt x="144" y="89"/>
                  <a:pt x="144" y="89"/>
                </a:cubicBezTo>
                <a:cubicBezTo>
                  <a:pt x="151" y="79"/>
                  <a:pt x="151" y="79"/>
                  <a:pt x="151" y="79"/>
                </a:cubicBezTo>
                <a:cubicBezTo>
                  <a:pt x="153" y="78"/>
                  <a:pt x="152" y="75"/>
                  <a:pt x="151" y="74"/>
                </a:cubicBezTo>
                <a:cubicBezTo>
                  <a:pt x="149" y="72"/>
                  <a:pt x="146" y="73"/>
                  <a:pt x="145" y="74"/>
                </a:cubicBezTo>
                <a:cubicBezTo>
                  <a:pt x="134" y="89"/>
                  <a:pt x="134" y="89"/>
                  <a:pt x="134" y="89"/>
                </a:cubicBezTo>
                <a:cubicBezTo>
                  <a:pt x="104" y="89"/>
                  <a:pt x="104" y="89"/>
                  <a:pt x="104" y="89"/>
                </a:cubicBezTo>
                <a:cubicBezTo>
                  <a:pt x="104" y="65"/>
                  <a:pt x="104" y="65"/>
                  <a:pt x="104" y="65"/>
                </a:cubicBezTo>
                <a:cubicBezTo>
                  <a:pt x="168" y="65"/>
                  <a:pt x="168" y="65"/>
                  <a:pt x="168" y="65"/>
                </a:cubicBezTo>
                <a:lnTo>
                  <a:pt x="168" y="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840298" y="4441097"/>
            <a:ext cx="473075" cy="434975"/>
            <a:chOff x="2830513" y="3594100"/>
            <a:chExt cx="473075" cy="434975"/>
          </a:xfrm>
          <a:solidFill>
            <a:schemeClr val="bg1"/>
          </a:solidFill>
        </p:grpSpPr>
        <p:sp>
          <p:nvSpPr>
            <p:cNvPr id="58" name="Freeform 42"/>
            <p:cNvSpPr>
              <a:spLocks noEditPoints="1"/>
            </p:cNvSpPr>
            <p:nvPr/>
          </p:nvSpPr>
          <p:spPr bwMode="auto">
            <a:xfrm>
              <a:off x="2830513" y="3594100"/>
              <a:ext cx="473075" cy="434975"/>
            </a:xfrm>
            <a:custGeom>
              <a:avLst/>
              <a:gdLst>
                <a:gd name="T0" fmla="*/ 188 w 192"/>
                <a:gd name="T1" fmla="*/ 0 h 176"/>
                <a:gd name="T2" fmla="*/ 4 w 192"/>
                <a:gd name="T3" fmla="*/ 0 h 176"/>
                <a:gd name="T4" fmla="*/ 0 w 192"/>
                <a:gd name="T5" fmla="*/ 4 h 176"/>
                <a:gd name="T6" fmla="*/ 0 w 192"/>
                <a:gd name="T7" fmla="*/ 172 h 176"/>
                <a:gd name="T8" fmla="*/ 4 w 192"/>
                <a:gd name="T9" fmla="*/ 176 h 176"/>
                <a:gd name="T10" fmla="*/ 188 w 192"/>
                <a:gd name="T11" fmla="*/ 176 h 176"/>
                <a:gd name="T12" fmla="*/ 192 w 192"/>
                <a:gd name="T13" fmla="*/ 172 h 176"/>
                <a:gd name="T14" fmla="*/ 192 w 192"/>
                <a:gd name="T15" fmla="*/ 4 h 176"/>
                <a:gd name="T16" fmla="*/ 188 w 192"/>
                <a:gd name="T17" fmla="*/ 0 h 176"/>
                <a:gd name="T18" fmla="*/ 176 w 192"/>
                <a:gd name="T19" fmla="*/ 132 h 176"/>
                <a:gd name="T20" fmla="*/ 172 w 192"/>
                <a:gd name="T21" fmla="*/ 136 h 176"/>
                <a:gd name="T22" fmla="*/ 20 w 192"/>
                <a:gd name="T23" fmla="*/ 136 h 176"/>
                <a:gd name="T24" fmla="*/ 16 w 192"/>
                <a:gd name="T25" fmla="*/ 132 h 176"/>
                <a:gd name="T26" fmla="*/ 16 w 192"/>
                <a:gd name="T27" fmla="*/ 20 h 176"/>
                <a:gd name="T28" fmla="*/ 20 w 192"/>
                <a:gd name="T29" fmla="*/ 16 h 176"/>
                <a:gd name="T30" fmla="*/ 172 w 192"/>
                <a:gd name="T31" fmla="*/ 16 h 176"/>
                <a:gd name="T32" fmla="*/ 176 w 192"/>
                <a:gd name="T33" fmla="*/ 20 h 176"/>
                <a:gd name="T34" fmla="*/ 176 w 192"/>
                <a:gd name="T35" fmla="*/ 13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2" h="176">
                  <a:moveTo>
                    <a:pt x="18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74"/>
                    <a:pt x="2" y="176"/>
                    <a:pt x="4" y="176"/>
                  </a:cubicBezTo>
                  <a:cubicBezTo>
                    <a:pt x="188" y="176"/>
                    <a:pt x="188" y="176"/>
                    <a:pt x="188" y="176"/>
                  </a:cubicBezTo>
                  <a:cubicBezTo>
                    <a:pt x="190" y="176"/>
                    <a:pt x="192" y="174"/>
                    <a:pt x="192" y="172"/>
                  </a:cubicBezTo>
                  <a:cubicBezTo>
                    <a:pt x="192" y="4"/>
                    <a:pt x="192" y="4"/>
                    <a:pt x="192" y="4"/>
                  </a:cubicBezTo>
                  <a:cubicBezTo>
                    <a:pt x="192" y="2"/>
                    <a:pt x="190" y="0"/>
                    <a:pt x="188" y="0"/>
                  </a:cubicBezTo>
                  <a:close/>
                  <a:moveTo>
                    <a:pt x="176" y="132"/>
                  </a:moveTo>
                  <a:cubicBezTo>
                    <a:pt x="176" y="134"/>
                    <a:pt x="174" y="136"/>
                    <a:pt x="172" y="136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18" y="136"/>
                    <a:pt x="16" y="134"/>
                    <a:pt x="16" y="132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8"/>
                    <a:pt x="18" y="16"/>
                    <a:pt x="20" y="16"/>
                  </a:cubicBezTo>
                  <a:cubicBezTo>
                    <a:pt x="172" y="16"/>
                    <a:pt x="172" y="16"/>
                    <a:pt x="172" y="16"/>
                  </a:cubicBezTo>
                  <a:cubicBezTo>
                    <a:pt x="174" y="16"/>
                    <a:pt x="176" y="18"/>
                    <a:pt x="176" y="20"/>
                  </a:cubicBezTo>
                  <a:lnTo>
                    <a:pt x="176" y="1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80296" tIns="40148" rIns="80296" bIns="40148"/>
            <a:lstStyle/>
            <a:p>
              <a:pPr>
                <a:defRPr/>
              </a:pPr>
              <a:endParaRPr lang="zh-CN" altLang="en-US" sz="1581">
                <a:solidFill>
                  <a:prstClr val="black"/>
                </a:solidFill>
              </a:endParaRPr>
            </a:p>
          </p:txBody>
        </p:sp>
        <p:sp>
          <p:nvSpPr>
            <p:cNvPr id="59" name="Oval 43"/>
            <p:cNvSpPr>
              <a:spLocks noChangeArrowheads="1"/>
            </p:cNvSpPr>
            <p:nvPr/>
          </p:nvSpPr>
          <p:spPr bwMode="auto">
            <a:xfrm>
              <a:off x="2968625" y="3673475"/>
              <a:ext cx="79375" cy="79375"/>
            </a:xfrm>
            <a:prstGeom prst="ellipse">
              <a:avLst/>
            </a:prstGeom>
            <a:grpFill/>
            <a:ln>
              <a:noFill/>
            </a:ln>
          </p:spPr>
          <p:txBody>
            <a:bodyPr lIns="80296" tIns="40148" rIns="80296" bIns="40148"/>
            <a:lstStyle/>
            <a:p>
              <a:pPr>
                <a:defRPr/>
              </a:pPr>
              <a:endParaRPr lang="zh-CN" altLang="en-US" sz="1581">
                <a:solidFill>
                  <a:prstClr val="black"/>
                </a:solidFill>
              </a:endParaRPr>
            </a:p>
          </p:txBody>
        </p:sp>
        <p:sp>
          <p:nvSpPr>
            <p:cNvPr id="60" name="Freeform 44"/>
            <p:cNvSpPr>
              <a:spLocks noEditPoints="1"/>
            </p:cNvSpPr>
            <p:nvPr/>
          </p:nvSpPr>
          <p:spPr bwMode="auto">
            <a:xfrm>
              <a:off x="2889250" y="3727450"/>
              <a:ext cx="355600" cy="182563"/>
            </a:xfrm>
            <a:custGeom>
              <a:avLst/>
              <a:gdLst>
                <a:gd name="T0" fmla="*/ 77 w 144"/>
                <a:gd name="T1" fmla="*/ 7 h 74"/>
                <a:gd name="T2" fmla="*/ 77 w 144"/>
                <a:gd name="T3" fmla="*/ 8 h 74"/>
                <a:gd name="T4" fmla="*/ 49 w 144"/>
                <a:gd name="T5" fmla="*/ 36 h 74"/>
                <a:gd name="T6" fmla="*/ 43 w 144"/>
                <a:gd name="T7" fmla="*/ 31 h 74"/>
                <a:gd name="T8" fmla="*/ 13 w 144"/>
                <a:gd name="T9" fmla="*/ 32 h 74"/>
                <a:gd name="T10" fmla="*/ 0 w 144"/>
                <a:gd name="T11" fmla="*/ 45 h 74"/>
                <a:gd name="T12" fmla="*/ 0 w 144"/>
                <a:gd name="T13" fmla="*/ 56 h 74"/>
                <a:gd name="T14" fmla="*/ 0 w 144"/>
                <a:gd name="T15" fmla="*/ 74 h 74"/>
                <a:gd name="T16" fmla="*/ 144 w 144"/>
                <a:gd name="T17" fmla="*/ 74 h 74"/>
                <a:gd name="T18" fmla="*/ 144 w 144"/>
                <a:gd name="T19" fmla="*/ 50 h 74"/>
                <a:gd name="T20" fmla="*/ 144 w 144"/>
                <a:gd name="T21" fmla="*/ 40 h 74"/>
                <a:gd name="T22" fmla="*/ 107 w 144"/>
                <a:gd name="T23" fmla="*/ 7 h 74"/>
                <a:gd name="T24" fmla="*/ 77 w 144"/>
                <a:gd name="T25" fmla="*/ 7 h 74"/>
                <a:gd name="T26" fmla="*/ 104 w 144"/>
                <a:gd name="T27" fmla="*/ 33 h 74"/>
                <a:gd name="T28" fmla="*/ 94 w 144"/>
                <a:gd name="T29" fmla="*/ 27 h 74"/>
                <a:gd name="T30" fmla="*/ 90 w 144"/>
                <a:gd name="T31" fmla="*/ 27 h 74"/>
                <a:gd name="T32" fmla="*/ 80 w 144"/>
                <a:gd name="T33" fmla="*/ 33 h 74"/>
                <a:gd name="T34" fmla="*/ 70 w 144"/>
                <a:gd name="T35" fmla="*/ 27 h 74"/>
                <a:gd name="T36" fmla="*/ 70 w 144"/>
                <a:gd name="T37" fmla="*/ 26 h 74"/>
                <a:gd name="T38" fmla="*/ 83 w 144"/>
                <a:gd name="T39" fmla="*/ 13 h 74"/>
                <a:gd name="T40" fmla="*/ 102 w 144"/>
                <a:gd name="T41" fmla="*/ 13 h 74"/>
                <a:gd name="T42" fmla="*/ 118 w 144"/>
                <a:gd name="T43" fmla="*/ 27 h 74"/>
                <a:gd name="T44" fmla="*/ 104 w 144"/>
                <a:gd name="T45" fmla="*/ 3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4" h="74">
                  <a:moveTo>
                    <a:pt x="77" y="7"/>
                  </a:moveTo>
                  <a:cubicBezTo>
                    <a:pt x="77" y="7"/>
                    <a:pt x="77" y="7"/>
                    <a:pt x="77" y="8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5" y="24"/>
                    <a:pt x="22" y="24"/>
                    <a:pt x="13" y="3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44" y="74"/>
                    <a:pt x="144" y="74"/>
                    <a:pt x="144" y="74"/>
                  </a:cubicBezTo>
                  <a:cubicBezTo>
                    <a:pt x="144" y="50"/>
                    <a:pt x="144" y="50"/>
                    <a:pt x="144" y="50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99" y="0"/>
                    <a:pt x="85" y="0"/>
                    <a:pt x="77" y="7"/>
                  </a:cubicBezTo>
                  <a:close/>
                  <a:moveTo>
                    <a:pt x="104" y="33"/>
                  </a:moveTo>
                  <a:cubicBezTo>
                    <a:pt x="94" y="27"/>
                    <a:pt x="94" y="27"/>
                    <a:pt x="94" y="27"/>
                  </a:cubicBezTo>
                  <a:cubicBezTo>
                    <a:pt x="93" y="26"/>
                    <a:pt x="91" y="26"/>
                    <a:pt x="90" y="27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8" y="9"/>
                    <a:pt x="97" y="9"/>
                    <a:pt x="102" y="13"/>
                  </a:cubicBezTo>
                  <a:cubicBezTo>
                    <a:pt x="118" y="27"/>
                    <a:pt x="118" y="27"/>
                    <a:pt x="118" y="27"/>
                  </a:cubicBezTo>
                  <a:lnTo>
                    <a:pt x="104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80296" tIns="40148" rIns="80296" bIns="40148"/>
            <a:lstStyle/>
            <a:p>
              <a:pPr>
                <a:defRPr/>
              </a:pPr>
              <a:endParaRPr lang="zh-CN" altLang="en-US" sz="1581">
                <a:solidFill>
                  <a:prstClr val="black"/>
                </a:solidFill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846661" y="2177540"/>
            <a:ext cx="473075" cy="474662"/>
            <a:chOff x="3995738" y="2408238"/>
            <a:chExt cx="473075" cy="474662"/>
          </a:xfrm>
          <a:solidFill>
            <a:schemeClr val="bg1"/>
          </a:solidFill>
        </p:grpSpPr>
        <p:sp>
          <p:nvSpPr>
            <p:cNvPr id="62" name="Freeform 33"/>
            <p:cNvSpPr>
              <a:spLocks/>
            </p:cNvSpPr>
            <p:nvPr/>
          </p:nvSpPr>
          <p:spPr bwMode="auto">
            <a:xfrm>
              <a:off x="3995738" y="2408238"/>
              <a:ext cx="473075" cy="238125"/>
            </a:xfrm>
            <a:custGeom>
              <a:avLst/>
              <a:gdLst>
                <a:gd name="T0" fmla="*/ 188 w 192"/>
                <a:gd name="T1" fmla="*/ 32 h 96"/>
                <a:gd name="T2" fmla="*/ 132 w 192"/>
                <a:gd name="T3" fmla="*/ 32 h 96"/>
                <a:gd name="T4" fmla="*/ 136 w 192"/>
                <a:gd name="T5" fmla="*/ 20 h 96"/>
                <a:gd name="T6" fmla="*/ 116 w 192"/>
                <a:gd name="T7" fmla="*/ 0 h 96"/>
                <a:gd name="T8" fmla="*/ 96 w 192"/>
                <a:gd name="T9" fmla="*/ 20 h 96"/>
                <a:gd name="T10" fmla="*/ 100 w 192"/>
                <a:gd name="T11" fmla="*/ 32 h 96"/>
                <a:gd name="T12" fmla="*/ 92 w 192"/>
                <a:gd name="T13" fmla="*/ 32 h 96"/>
                <a:gd name="T14" fmla="*/ 96 w 192"/>
                <a:gd name="T15" fmla="*/ 20 h 96"/>
                <a:gd name="T16" fmla="*/ 76 w 192"/>
                <a:gd name="T17" fmla="*/ 0 h 96"/>
                <a:gd name="T18" fmla="*/ 56 w 192"/>
                <a:gd name="T19" fmla="*/ 20 h 96"/>
                <a:gd name="T20" fmla="*/ 60 w 192"/>
                <a:gd name="T21" fmla="*/ 32 h 96"/>
                <a:gd name="T22" fmla="*/ 4 w 192"/>
                <a:gd name="T23" fmla="*/ 32 h 96"/>
                <a:gd name="T24" fmla="*/ 0 w 192"/>
                <a:gd name="T25" fmla="*/ 36 h 96"/>
                <a:gd name="T26" fmla="*/ 0 w 192"/>
                <a:gd name="T27" fmla="*/ 92 h 96"/>
                <a:gd name="T28" fmla="*/ 4 w 192"/>
                <a:gd name="T29" fmla="*/ 96 h 96"/>
                <a:gd name="T30" fmla="*/ 16 w 192"/>
                <a:gd name="T31" fmla="*/ 96 h 96"/>
                <a:gd name="T32" fmla="*/ 24 w 192"/>
                <a:gd name="T33" fmla="*/ 96 h 96"/>
                <a:gd name="T34" fmla="*/ 80 w 192"/>
                <a:gd name="T35" fmla="*/ 96 h 96"/>
                <a:gd name="T36" fmla="*/ 88 w 192"/>
                <a:gd name="T37" fmla="*/ 96 h 96"/>
                <a:gd name="T38" fmla="*/ 88 w 192"/>
                <a:gd name="T39" fmla="*/ 88 h 96"/>
                <a:gd name="T40" fmla="*/ 88 w 192"/>
                <a:gd name="T41" fmla="*/ 40 h 96"/>
                <a:gd name="T42" fmla="*/ 104 w 192"/>
                <a:gd name="T43" fmla="*/ 40 h 96"/>
                <a:gd name="T44" fmla="*/ 104 w 192"/>
                <a:gd name="T45" fmla="*/ 88 h 96"/>
                <a:gd name="T46" fmla="*/ 104 w 192"/>
                <a:gd name="T47" fmla="*/ 96 h 96"/>
                <a:gd name="T48" fmla="*/ 112 w 192"/>
                <a:gd name="T49" fmla="*/ 96 h 96"/>
                <a:gd name="T50" fmla="*/ 168 w 192"/>
                <a:gd name="T51" fmla="*/ 96 h 96"/>
                <a:gd name="T52" fmla="*/ 176 w 192"/>
                <a:gd name="T53" fmla="*/ 96 h 96"/>
                <a:gd name="T54" fmla="*/ 188 w 192"/>
                <a:gd name="T55" fmla="*/ 96 h 96"/>
                <a:gd name="T56" fmla="*/ 192 w 192"/>
                <a:gd name="T57" fmla="*/ 92 h 96"/>
                <a:gd name="T58" fmla="*/ 192 w 192"/>
                <a:gd name="T59" fmla="*/ 36 h 96"/>
                <a:gd name="T60" fmla="*/ 188 w 192"/>
                <a:gd name="T61" fmla="*/ 3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2" h="96">
                  <a:moveTo>
                    <a:pt x="188" y="32"/>
                  </a:moveTo>
                  <a:cubicBezTo>
                    <a:pt x="132" y="32"/>
                    <a:pt x="132" y="32"/>
                    <a:pt x="132" y="32"/>
                  </a:cubicBezTo>
                  <a:cubicBezTo>
                    <a:pt x="135" y="29"/>
                    <a:pt x="136" y="24"/>
                    <a:pt x="136" y="20"/>
                  </a:cubicBezTo>
                  <a:cubicBezTo>
                    <a:pt x="136" y="9"/>
                    <a:pt x="127" y="0"/>
                    <a:pt x="116" y="0"/>
                  </a:cubicBezTo>
                  <a:cubicBezTo>
                    <a:pt x="105" y="0"/>
                    <a:pt x="96" y="9"/>
                    <a:pt x="96" y="20"/>
                  </a:cubicBezTo>
                  <a:cubicBezTo>
                    <a:pt x="96" y="24"/>
                    <a:pt x="98" y="29"/>
                    <a:pt x="100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5" y="29"/>
                    <a:pt x="96" y="24"/>
                    <a:pt x="96" y="20"/>
                  </a:cubicBezTo>
                  <a:cubicBezTo>
                    <a:pt x="96" y="9"/>
                    <a:pt x="87" y="0"/>
                    <a:pt x="76" y="0"/>
                  </a:cubicBezTo>
                  <a:cubicBezTo>
                    <a:pt x="65" y="0"/>
                    <a:pt x="56" y="9"/>
                    <a:pt x="56" y="20"/>
                  </a:cubicBezTo>
                  <a:cubicBezTo>
                    <a:pt x="56" y="24"/>
                    <a:pt x="58" y="29"/>
                    <a:pt x="60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0" y="34"/>
                    <a:pt x="0" y="36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4"/>
                    <a:pt x="2" y="96"/>
                    <a:pt x="4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8" y="96"/>
                    <a:pt x="88" y="96"/>
                    <a:pt x="88" y="96"/>
                  </a:cubicBezTo>
                  <a:cubicBezTo>
                    <a:pt x="88" y="88"/>
                    <a:pt x="88" y="88"/>
                    <a:pt x="88" y="88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88"/>
                    <a:pt x="104" y="88"/>
                    <a:pt x="104" y="88"/>
                  </a:cubicBezTo>
                  <a:cubicBezTo>
                    <a:pt x="104" y="96"/>
                    <a:pt x="104" y="96"/>
                    <a:pt x="104" y="96"/>
                  </a:cubicBezTo>
                  <a:cubicBezTo>
                    <a:pt x="112" y="96"/>
                    <a:pt x="112" y="96"/>
                    <a:pt x="112" y="96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76" y="96"/>
                    <a:pt x="176" y="96"/>
                    <a:pt x="176" y="96"/>
                  </a:cubicBezTo>
                  <a:cubicBezTo>
                    <a:pt x="188" y="96"/>
                    <a:pt x="188" y="96"/>
                    <a:pt x="188" y="96"/>
                  </a:cubicBezTo>
                  <a:cubicBezTo>
                    <a:pt x="190" y="96"/>
                    <a:pt x="192" y="94"/>
                    <a:pt x="192" y="92"/>
                  </a:cubicBezTo>
                  <a:cubicBezTo>
                    <a:pt x="192" y="36"/>
                    <a:pt x="192" y="36"/>
                    <a:pt x="192" y="36"/>
                  </a:cubicBezTo>
                  <a:cubicBezTo>
                    <a:pt x="192" y="34"/>
                    <a:pt x="190" y="32"/>
                    <a:pt x="18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80296" tIns="40148" rIns="80296" bIns="40148"/>
            <a:lstStyle/>
            <a:p>
              <a:pPr>
                <a:defRPr/>
              </a:pPr>
              <a:endParaRPr lang="zh-CN" altLang="en-US" sz="1581">
                <a:solidFill>
                  <a:prstClr val="black"/>
                </a:solidFill>
              </a:endParaRPr>
            </a:p>
          </p:txBody>
        </p:sp>
        <p:sp>
          <p:nvSpPr>
            <p:cNvPr id="63" name="Freeform 34"/>
            <p:cNvSpPr>
              <a:spLocks noEditPoints="1"/>
            </p:cNvSpPr>
            <p:nvPr/>
          </p:nvSpPr>
          <p:spPr bwMode="auto">
            <a:xfrm>
              <a:off x="4033838" y="2667000"/>
              <a:ext cx="396875" cy="215900"/>
            </a:xfrm>
            <a:custGeom>
              <a:avLst/>
              <a:gdLst>
                <a:gd name="T0" fmla="*/ 96 w 160"/>
                <a:gd name="T1" fmla="*/ 0 h 88"/>
                <a:gd name="T2" fmla="*/ 88 w 160"/>
                <a:gd name="T3" fmla="*/ 0 h 88"/>
                <a:gd name="T4" fmla="*/ 88 w 160"/>
                <a:gd name="T5" fmla="*/ 80 h 88"/>
                <a:gd name="T6" fmla="*/ 72 w 160"/>
                <a:gd name="T7" fmla="*/ 80 h 88"/>
                <a:gd name="T8" fmla="*/ 72 w 160"/>
                <a:gd name="T9" fmla="*/ 0 h 88"/>
                <a:gd name="T10" fmla="*/ 64 w 160"/>
                <a:gd name="T11" fmla="*/ 0 h 88"/>
                <a:gd name="T12" fmla="*/ 8 w 160"/>
                <a:gd name="T13" fmla="*/ 0 h 88"/>
                <a:gd name="T14" fmla="*/ 0 w 160"/>
                <a:gd name="T15" fmla="*/ 0 h 88"/>
                <a:gd name="T16" fmla="*/ 0 w 160"/>
                <a:gd name="T17" fmla="*/ 84 h 88"/>
                <a:gd name="T18" fmla="*/ 4 w 160"/>
                <a:gd name="T19" fmla="*/ 88 h 88"/>
                <a:gd name="T20" fmla="*/ 68 w 160"/>
                <a:gd name="T21" fmla="*/ 88 h 88"/>
                <a:gd name="T22" fmla="*/ 156 w 160"/>
                <a:gd name="T23" fmla="*/ 88 h 88"/>
                <a:gd name="T24" fmla="*/ 160 w 160"/>
                <a:gd name="T25" fmla="*/ 84 h 88"/>
                <a:gd name="T26" fmla="*/ 160 w 160"/>
                <a:gd name="T27" fmla="*/ 0 h 88"/>
                <a:gd name="T28" fmla="*/ 152 w 160"/>
                <a:gd name="T29" fmla="*/ 0 h 88"/>
                <a:gd name="T30" fmla="*/ 96 w 160"/>
                <a:gd name="T31" fmla="*/ 0 h 88"/>
                <a:gd name="T32" fmla="*/ 96 w 160"/>
                <a:gd name="T33" fmla="*/ 80 h 88"/>
                <a:gd name="T34" fmla="*/ 96 w 160"/>
                <a:gd name="T35" fmla="*/ 80 h 88"/>
                <a:gd name="T36" fmla="*/ 96 w 160"/>
                <a:gd name="T37" fmla="*/ 76 h 88"/>
                <a:gd name="T38" fmla="*/ 96 w 160"/>
                <a:gd name="T39" fmla="*/ 8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0" h="88">
                  <a:moveTo>
                    <a:pt x="96" y="0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88" y="80"/>
                    <a:pt x="88" y="80"/>
                    <a:pt x="88" y="80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6"/>
                    <a:pt x="2" y="88"/>
                    <a:pt x="4" y="88"/>
                  </a:cubicBezTo>
                  <a:cubicBezTo>
                    <a:pt x="68" y="88"/>
                    <a:pt x="68" y="88"/>
                    <a:pt x="68" y="88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8" y="88"/>
                    <a:pt x="160" y="86"/>
                    <a:pt x="160" y="84"/>
                  </a:cubicBezTo>
                  <a:cubicBezTo>
                    <a:pt x="160" y="0"/>
                    <a:pt x="160" y="0"/>
                    <a:pt x="160" y="0"/>
                  </a:cubicBezTo>
                  <a:cubicBezTo>
                    <a:pt x="152" y="0"/>
                    <a:pt x="152" y="0"/>
                    <a:pt x="152" y="0"/>
                  </a:cubicBezTo>
                  <a:lnTo>
                    <a:pt x="96" y="0"/>
                  </a:lnTo>
                  <a:close/>
                  <a:moveTo>
                    <a:pt x="96" y="80"/>
                  </a:moveTo>
                  <a:cubicBezTo>
                    <a:pt x="96" y="80"/>
                    <a:pt x="96" y="80"/>
                    <a:pt x="96" y="80"/>
                  </a:cubicBezTo>
                  <a:cubicBezTo>
                    <a:pt x="96" y="79"/>
                    <a:pt x="96" y="77"/>
                    <a:pt x="96" y="76"/>
                  </a:cubicBezTo>
                  <a:lnTo>
                    <a:pt x="96" y="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80296" tIns="40148" rIns="80296" bIns="40148"/>
            <a:lstStyle/>
            <a:p>
              <a:pPr>
                <a:defRPr/>
              </a:pPr>
              <a:endParaRPr lang="zh-CN" altLang="en-US" sz="1581">
                <a:solidFill>
                  <a:prstClr val="black"/>
                </a:solidFill>
              </a:endParaRPr>
            </a:p>
          </p:txBody>
        </p:sp>
      </p:grpSp>
      <p:sp>
        <p:nvSpPr>
          <p:cNvPr id="64" name="Freeform 69"/>
          <p:cNvSpPr>
            <a:spLocks noEditPoints="1"/>
          </p:cNvSpPr>
          <p:nvPr/>
        </p:nvSpPr>
        <p:spPr bwMode="auto">
          <a:xfrm>
            <a:off x="6926104" y="4435911"/>
            <a:ext cx="277812" cy="474663"/>
          </a:xfrm>
          <a:custGeom>
            <a:avLst/>
            <a:gdLst>
              <a:gd name="T0" fmla="*/ 100 w 112"/>
              <a:gd name="T1" fmla="*/ 0 h 192"/>
              <a:gd name="T2" fmla="*/ 12 w 112"/>
              <a:gd name="T3" fmla="*/ 0 h 192"/>
              <a:gd name="T4" fmla="*/ 0 w 112"/>
              <a:gd name="T5" fmla="*/ 12 h 192"/>
              <a:gd name="T6" fmla="*/ 0 w 112"/>
              <a:gd name="T7" fmla="*/ 180 h 192"/>
              <a:gd name="T8" fmla="*/ 12 w 112"/>
              <a:gd name="T9" fmla="*/ 192 h 192"/>
              <a:gd name="T10" fmla="*/ 100 w 112"/>
              <a:gd name="T11" fmla="*/ 192 h 192"/>
              <a:gd name="T12" fmla="*/ 112 w 112"/>
              <a:gd name="T13" fmla="*/ 180 h 192"/>
              <a:gd name="T14" fmla="*/ 112 w 112"/>
              <a:gd name="T15" fmla="*/ 12 h 192"/>
              <a:gd name="T16" fmla="*/ 100 w 112"/>
              <a:gd name="T17" fmla="*/ 0 h 192"/>
              <a:gd name="T18" fmla="*/ 16 w 112"/>
              <a:gd name="T19" fmla="*/ 20 h 192"/>
              <a:gd name="T20" fmla="*/ 20 w 112"/>
              <a:gd name="T21" fmla="*/ 16 h 192"/>
              <a:gd name="T22" fmla="*/ 92 w 112"/>
              <a:gd name="T23" fmla="*/ 16 h 192"/>
              <a:gd name="T24" fmla="*/ 96 w 112"/>
              <a:gd name="T25" fmla="*/ 20 h 192"/>
              <a:gd name="T26" fmla="*/ 96 w 112"/>
              <a:gd name="T27" fmla="*/ 84 h 192"/>
              <a:gd name="T28" fmla="*/ 92 w 112"/>
              <a:gd name="T29" fmla="*/ 88 h 192"/>
              <a:gd name="T30" fmla="*/ 20 w 112"/>
              <a:gd name="T31" fmla="*/ 88 h 192"/>
              <a:gd name="T32" fmla="*/ 16 w 112"/>
              <a:gd name="T33" fmla="*/ 84 h 192"/>
              <a:gd name="T34" fmla="*/ 16 w 112"/>
              <a:gd name="T35" fmla="*/ 20 h 192"/>
              <a:gd name="T36" fmla="*/ 56 w 112"/>
              <a:gd name="T37" fmla="*/ 176 h 192"/>
              <a:gd name="T38" fmla="*/ 24 w 112"/>
              <a:gd name="T39" fmla="*/ 144 h 192"/>
              <a:gd name="T40" fmla="*/ 56 w 112"/>
              <a:gd name="T41" fmla="*/ 112 h 192"/>
              <a:gd name="T42" fmla="*/ 88 w 112"/>
              <a:gd name="T43" fmla="*/ 144 h 192"/>
              <a:gd name="T44" fmla="*/ 56 w 112"/>
              <a:gd name="T45" fmla="*/ 17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2" h="192">
                <a:moveTo>
                  <a:pt x="100" y="0"/>
                </a:moveTo>
                <a:cubicBezTo>
                  <a:pt x="12" y="0"/>
                  <a:pt x="12" y="0"/>
                  <a:pt x="12" y="0"/>
                </a:cubicBezTo>
                <a:cubicBezTo>
                  <a:pt x="6" y="0"/>
                  <a:pt x="0" y="5"/>
                  <a:pt x="0" y="12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186"/>
                  <a:pt x="6" y="192"/>
                  <a:pt x="12" y="192"/>
                </a:cubicBezTo>
                <a:cubicBezTo>
                  <a:pt x="100" y="192"/>
                  <a:pt x="100" y="192"/>
                  <a:pt x="100" y="192"/>
                </a:cubicBezTo>
                <a:cubicBezTo>
                  <a:pt x="107" y="192"/>
                  <a:pt x="112" y="186"/>
                  <a:pt x="112" y="180"/>
                </a:cubicBezTo>
                <a:cubicBezTo>
                  <a:pt x="112" y="12"/>
                  <a:pt x="112" y="12"/>
                  <a:pt x="112" y="12"/>
                </a:cubicBezTo>
                <a:cubicBezTo>
                  <a:pt x="112" y="5"/>
                  <a:pt x="107" y="0"/>
                  <a:pt x="100" y="0"/>
                </a:cubicBezTo>
                <a:close/>
                <a:moveTo>
                  <a:pt x="16" y="20"/>
                </a:moveTo>
                <a:cubicBezTo>
                  <a:pt x="16" y="18"/>
                  <a:pt x="18" y="16"/>
                  <a:pt x="20" y="16"/>
                </a:cubicBezTo>
                <a:cubicBezTo>
                  <a:pt x="92" y="16"/>
                  <a:pt x="92" y="16"/>
                  <a:pt x="92" y="16"/>
                </a:cubicBezTo>
                <a:cubicBezTo>
                  <a:pt x="94" y="16"/>
                  <a:pt x="96" y="18"/>
                  <a:pt x="96" y="20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6"/>
                  <a:pt x="94" y="88"/>
                  <a:pt x="92" y="88"/>
                </a:cubicBezTo>
                <a:cubicBezTo>
                  <a:pt x="20" y="88"/>
                  <a:pt x="20" y="88"/>
                  <a:pt x="20" y="88"/>
                </a:cubicBezTo>
                <a:cubicBezTo>
                  <a:pt x="18" y="88"/>
                  <a:pt x="16" y="86"/>
                  <a:pt x="16" y="84"/>
                </a:cubicBezTo>
                <a:lnTo>
                  <a:pt x="16" y="20"/>
                </a:lnTo>
                <a:close/>
                <a:moveTo>
                  <a:pt x="56" y="176"/>
                </a:moveTo>
                <a:cubicBezTo>
                  <a:pt x="39" y="176"/>
                  <a:pt x="24" y="162"/>
                  <a:pt x="24" y="144"/>
                </a:cubicBezTo>
                <a:cubicBezTo>
                  <a:pt x="24" y="126"/>
                  <a:pt x="39" y="112"/>
                  <a:pt x="56" y="112"/>
                </a:cubicBezTo>
                <a:cubicBezTo>
                  <a:pt x="74" y="112"/>
                  <a:pt x="88" y="126"/>
                  <a:pt x="88" y="144"/>
                </a:cubicBezTo>
                <a:cubicBezTo>
                  <a:pt x="88" y="162"/>
                  <a:pt x="74" y="176"/>
                  <a:pt x="56" y="17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9449869" y="2172749"/>
            <a:ext cx="473075" cy="474663"/>
            <a:chOff x="3995738" y="1244600"/>
            <a:chExt cx="473075" cy="474663"/>
          </a:xfrm>
          <a:solidFill>
            <a:schemeClr val="bg1"/>
          </a:solidFill>
        </p:grpSpPr>
        <p:sp>
          <p:nvSpPr>
            <p:cNvPr id="66" name="Freeform 53"/>
            <p:cNvSpPr>
              <a:spLocks/>
            </p:cNvSpPr>
            <p:nvPr/>
          </p:nvSpPr>
          <p:spPr bwMode="auto">
            <a:xfrm>
              <a:off x="4156075" y="1244600"/>
              <a:ext cx="117475" cy="115888"/>
            </a:xfrm>
            <a:custGeom>
              <a:avLst/>
              <a:gdLst>
                <a:gd name="T0" fmla="*/ 46 w 48"/>
                <a:gd name="T1" fmla="*/ 29 h 47"/>
                <a:gd name="T2" fmla="*/ 46 w 48"/>
                <a:gd name="T3" fmla="*/ 24 h 47"/>
                <a:gd name="T4" fmla="*/ 24 w 48"/>
                <a:gd name="T5" fmla="*/ 1 h 47"/>
                <a:gd name="T6" fmla="*/ 21 w 48"/>
                <a:gd name="T7" fmla="*/ 0 h 47"/>
                <a:gd name="T8" fmla="*/ 18 w 48"/>
                <a:gd name="T9" fmla="*/ 1 h 47"/>
                <a:gd name="T10" fmla="*/ 0 w 48"/>
                <a:gd name="T11" fmla="*/ 19 h 47"/>
                <a:gd name="T12" fmla="*/ 28 w 48"/>
                <a:gd name="T13" fmla="*/ 47 h 47"/>
                <a:gd name="T14" fmla="*/ 46 w 48"/>
                <a:gd name="T15" fmla="*/ 2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47">
                  <a:moveTo>
                    <a:pt x="46" y="29"/>
                  </a:moveTo>
                  <a:cubicBezTo>
                    <a:pt x="48" y="28"/>
                    <a:pt x="48" y="25"/>
                    <a:pt x="46" y="24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3" y="0"/>
                    <a:pt x="22" y="0"/>
                    <a:pt x="21" y="0"/>
                  </a:cubicBezTo>
                  <a:cubicBezTo>
                    <a:pt x="20" y="0"/>
                    <a:pt x="19" y="0"/>
                    <a:pt x="18" y="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46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80296" tIns="40148" rIns="80296" bIns="40148"/>
            <a:lstStyle/>
            <a:p>
              <a:pPr>
                <a:defRPr/>
              </a:pPr>
              <a:endParaRPr lang="zh-CN" altLang="en-US" sz="1581">
                <a:solidFill>
                  <a:prstClr val="black"/>
                </a:solidFill>
              </a:endParaRPr>
            </a:p>
          </p:txBody>
        </p:sp>
        <p:sp>
          <p:nvSpPr>
            <p:cNvPr id="67" name="Freeform 54"/>
            <p:cNvSpPr>
              <a:spLocks/>
            </p:cNvSpPr>
            <p:nvPr/>
          </p:nvSpPr>
          <p:spPr bwMode="auto">
            <a:xfrm>
              <a:off x="3995738" y="1306513"/>
              <a:ext cx="412750" cy="412750"/>
            </a:xfrm>
            <a:custGeom>
              <a:avLst/>
              <a:gdLst>
                <a:gd name="T0" fmla="*/ 100 w 167"/>
                <a:gd name="T1" fmla="*/ 118 h 167"/>
                <a:gd name="T2" fmla="*/ 76 w 167"/>
                <a:gd name="T3" fmla="*/ 127 h 167"/>
                <a:gd name="T4" fmla="*/ 51 w 167"/>
                <a:gd name="T5" fmla="*/ 116 h 167"/>
                <a:gd name="T6" fmla="*/ 40 w 167"/>
                <a:gd name="T7" fmla="*/ 91 h 167"/>
                <a:gd name="T8" fmla="*/ 51 w 167"/>
                <a:gd name="T9" fmla="*/ 65 h 167"/>
                <a:gd name="T10" fmla="*/ 88 w 167"/>
                <a:gd name="T11" fmla="*/ 28 h 167"/>
                <a:gd name="T12" fmla="*/ 60 w 167"/>
                <a:gd name="T13" fmla="*/ 0 h 167"/>
                <a:gd name="T14" fmla="*/ 22 w 167"/>
                <a:gd name="T15" fmla="*/ 37 h 167"/>
                <a:gd name="T16" fmla="*/ 22 w 167"/>
                <a:gd name="T17" fmla="*/ 37 h 167"/>
                <a:gd name="T18" fmla="*/ 0 w 167"/>
                <a:gd name="T19" fmla="*/ 91 h 167"/>
                <a:gd name="T20" fmla="*/ 22 w 167"/>
                <a:gd name="T21" fmla="*/ 145 h 167"/>
                <a:gd name="T22" fmla="*/ 76 w 167"/>
                <a:gd name="T23" fmla="*/ 167 h 167"/>
                <a:gd name="T24" fmla="*/ 130 w 167"/>
                <a:gd name="T25" fmla="*/ 145 h 167"/>
                <a:gd name="T26" fmla="*/ 130 w 167"/>
                <a:gd name="T27" fmla="*/ 144 h 167"/>
                <a:gd name="T28" fmla="*/ 167 w 167"/>
                <a:gd name="T29" fmla="*/ 107 h 167"/>
                <a:gd name="T30" fmla="*/ 139 w 167"/>
                <a:gd name="T31" fmla="*/ 79 h 167"/>
                <a:gd name="T32" fmla="*/ 100 w 167"/>
                <a:gd name="T33" fmla="*/ 11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7" h="167">
                  <a:moveTo>
                    <a:pt x="100" y="118"/>
                  </a:moveTo>
                  <a:cubicBezTo>
                    <a:pt x="94" y="124"/>
                    <a:pt x="85" y="127"/>
                    <a:pt x="76" y="127"/>
                  </a:cubicBezTo>
                  <a:cubicBezTo>
                    <a:pt x="67" y="127"/>
                    <a:pt x="57" y="123"/>
                    <a:pt x="51" y="116"/>
                  </a:cubicBezTo>
                  <a:cubicBezTo>
                    <a:pt x="44" y="110"/>
                    <a:pt x="40" y="100"/>
                    <a:pt x="40" y="91"/>
                  </a:cubicBezTo>
                  <a:cubicBezTo>
                    <a:pt x="40" y="81"/>
                    <a:pt x="44" y="72"/>
                    <a:pt x="51" y="65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8" y="52"/>
                    <a:pt x="0" y="71"/>
                    <a:pt x="0" y="91"/>
                  </a:cubicBezTo>
                  <a:cubicBezTo>
                    <a:pt x="0" y="111"/>
                    <a:pt x="8" y="130"/>
                    <a:pt x="22" y="145"/>
                  </a:cubicBezTo>
                  <a:cubicBezTo>
                    <a:pt x="37" y="159"/>
                    <a:pt x="56" y="167"/>
                    <a:pt x="76" y="167"/>
                  </a:cubicBezTo>
                  <a:cubicBezTo>
                    <a:pt x="96" y="167"/>
                    <a:pt x="116" y="159"/>
                    <a:pt x="130" y="145"/>
                  </a:cubicBezTo>
                  <a:cubicBezTo>
                    <a:pt x="130" y="144"/>
                    <a:pt x="130" y="144"/>
                    <a:pt x="130" y="144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39" y="79"/>
                    <a:pt x="139" y="79"/>
                    <a:pt x="139" y="79"/>
                  </a:cubicBezTo>
                  <a:lnTo>
                    <a:pt x="100" y="1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80296" tIns="40148" rIns="80296" bIns="40148"/>
            <a:lstStyle/>
            <a:p>
              <a:pPr>
                <a:defRPr/>
              </a:pPr>
              <a:endParaRPr lang="zh-CN" altLang="en-US" sz="1581">
                <a:solidFill>
                  <a:prstClr val="black"/>
                </a:solidFill>
              </a:endParaRPr>
            </a:p>
          </p:txBody>
        </p:sp>
        <p:sp>
          <p:nvSpPr>
            <p:cNvPr id="68" name="Freeform 55"/>
            <p:cNvSpPr>
              <a:spLocks/>
            </p:cNvSpPr>
            <p:nvPr/>
          </p:nvSpPr>
          <p:spPr bwMode="auto">
            <a:xfrm>
              <a:off x="4352925" y="1439863"/>
              <a:ext cx="115888" cy="119062"/>
            </a:xfrm>
            <a:custGeom>
              <a:avLst/>
              <a:gdLst>
                <a:gd name="T0" fmla="*/ 46 w 47"/>
                <a:gd name="T1" fmla="*/ 24 h 48"/>
                <a:gd name="T2" fmla="*/ 23 w 47"/>
                <a:gd name="T3" fmla="*/ 2 h 48"/>
                <a:gd name="T4" fmla="*/ 18 w 47"/>
                <a:gd name="T5" fmla="*/ 2 h 48"/>
                <a:gd name="T6" fmla="*/ 0 w 47"/>
                <a:gd name="T7" fmla="*/ 20 h 48"/>
                <a:gd name="T8" fmla="*/ 28 w 47"/>
                <a:gd name="T9" fmla="*/ 48 h 48"/>
                <a:gd name="T10" fmla="*/ 46 w 47"/>
                <a:gd name="T11" fmla="*/ 29 h 48"/>
                <a:gd name="T12" fmla="*/ 47 w 47"/>
                <a:gd name="T13" fmla="*/ 27 h 48"/>
                <a:gd name="T14" fmla="*/ 46 w 47"/>
                <a:gd name="T15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48">
                  <a:moveTo>
                    <a:pt x="46" y="24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2" y="0"/>
                    <a:pt x="19" y="1"/>
                    <a:pt x="18" y="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7" y="29"/>
                    <a:pt x="47" y="28"/>
                    <a:pt x="47" y="27"/>
                  </a:cubicBezTo>
                  <a:cubicBezTo>
                    <a:pt x="47" y="25"/>
                    <a:pt x="47" y="24"/>
                    <a:pt x="46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80296" tIns="40148" rIns="80296" bIns="40148"/>
            <a:lstStyle/>
            <a:p>
              <a:pPr>
                <a:defRPr/>
              </a:pPr>
              <a:endParaRPr lang="zh-CN" altLang="en-US" sz="1581">
                <a:solidFill>
                  <a:prstClr val="black"/>
                </a:solidFill>
              </a:endParaRPr>
            </a:p>
          </p:txBody>
        </p:sp>
      </p:grpSp>
      <p:sp>
        <p:nvSpPr>
          <p:cNvPr id="69" name="Freeform 93"/>
          <p:cNvSpPr>
            <a:spLocks/>
          </p:cNvSpPr>
          <p:nvPr/>
        </p:nvSpPr>
        <p:spPr bwMode="auto">
          <a:xfrm>
            <a:off x="10264661" y="4435911"/>
            <a:ext cx="476250" cy="395287"/>
          </a:xfrm>
          <a:custGeom>
            <a:avLst/>
            <a:gdLst>
              <a:gd name="T0" fmla="*/ 176 w 192"/>
              <a:gd name="T1" fmla="*/ 92 h 160"/>
              <a:gd name="T2" fmla="*/ 176 w 192"/>
              <a:gd name="T3" fmla="*/ 91 h 160"/>
              <a:gd name="T4" fmla="*/ 176 w 192"/>
              <a:gd name="T5" fmla="*/ 48 h 160"/>
              <a:gd name="T6" fmla="*/ 176 w 192"/>
              <a:gd name="T7" fmla="*/ 46 h 160"/>
              <a:gd name="T8" fmla="*/ 96 w 192"/>
              <a:gd name="T9" fmla="*/ 0 h 160"/>
              <a:gd name="T10" fmla="*/ 17 w 192"/>
              <a:gd name="T11" fmla="*/ 46 h 160"/>
              <a:gd name="T12" fmla="*/ 17 w 192"/>
              <a:gd name="T13" fmla="*/ 46 h 160"/>
              <a:gd name="T14" fmla="*/ 16 w 192"/>
              <a:gd name="T15" fmla="*/ 47 h 160"/>
              <a:gd name="T16" fmla="*/ 16 w 192"/>
              <a:gd name="T17" fmla="*/ 48 h 160"/>
              <a:gd name="T18" fmla="*/ 16 w 192"/>
              <a:gd name="T19" fmla="*/ 48 h 160"/>
              <a:gd name="T20" fmla="*/ 16 w 192"/>
              <a:gd name="T21" fmla="*/ 91 h 160"/>
              <a:gd name="T22" fmla="*/ 16 w 192"/>
              <a:gd name="T23" fmla="*/ 92 h 160"/>
              <a:gd name="T24" fmla="*/ 0 w 192"/>
              <a:gd name="T25" fmla="*/ 120 h 160"/>
              <a:gd name="T26" fmla="*/ 32 w 192"/>
              <a:gd name="T27" fmla="*/ 152 h 160"/>
              <a:gd name="T28" fmla="*/ 33 w 192"/>
              <a:gd name="T29" fmla="*/ 152 h 160"/>
              <a:gd name="T30" fmla="*/ 44 w 192"/>
              <a:gd name="T31" fmla="*/ 160 h 160"/>
              <a:gd name="T32" fmla="*/ 56 w 192"/>
              <a:gd name="T33" fmla="*/ 148 h 160"/>
              <a:gd name="T34" fmla="*/ 56 w 192"/>
              <a:gd name="T35" fmla="*/ 92 h 160"/>
              <a:gd name="T36" fmla="*/ 44 w 192"/>
              <a:gd name="T37" fmla="*/ 80 h 160"/>
              <a:gd name="T38" fmla="*/ 33 w 192"/>
              <a:gd name="T39" fmla="*/ 88 h 160"/>
              <a:gd name="T40" fmla="*/ 32 w 192"/>
              <a:gd name="T41" fmla="*/ 88 h 160"/>
              <a:gd name="T42" fmla="*/ 24 w 192"/>
              <a:gd name="T43" fmla="*/ 89 h 160"/>
              <a:gd name="T44" fmla="*/ 24 w 192"/>
              <a:gd name="T45" fmla="*/ 49 h 160"/>
              <a:gd name="T46" fmla="*/ 46 w 192"/>
              <a:gd name="T47" fmla="*/ 24 h 160"/>
              <a:gd name="T48" fmla="*/ 52 w 192"/>
              <a:gd name="T49" fmla="*/ 31 h 160"/>
              <a:gd name="T50" fmla="*/ 57 w 192"/>
              <a:gd name="T51" fmla="*/ 31 h 160"/>
              <a:gd name="T52" fmla="*/ 96 w 192"/>
              <a:gd name="T53" fmla="*/ 24 h 160"/>
              <a:gd name="T54" fmla="*/ 135 w 192"/>
              <a:gd name="T55" fmla="*/ 31 h 160"/>
              <a:gd name="T56" fmla="*/ 137 w 192"/>
              <a:gd name="T57" fmla="*/ 32 h 160"/>
              <a:gd name="T58" fmla="*/ 140 w 192"/>
              <a:gd name="T59" fmla="*/ 31 h 160"/>
              <a:gd name="T60" fmla="*/ 147 w 192"/>
              <a:gd name="T61" fmla="*/ 24 h 160"/>
              <a:gd name="T62" fmla="*/ 168 w 192"/>
              <a:gd name="T63" fmla="*/ 49 h 160"/>
              <a:gd name="T64" fmla="*/ 168 w 192"/>
              <a:gd name="T65" fmla="*/ 89 h 160"/>
              <a:gd name="T66" fmla="*/ 160 w 192"/>
              <a:gd name="T67" fmla="*/ 88 h 160"/>
              <a:gd name="T68" fmla="*/ 159 w 192"/>
              <a:gd name="T69" fmla="*/ 88 h 160"/>
              <a:gd name="T70" fmla="*/ 148 w 192"/>
              <a:gd name="T71" fmla="*/ 80 h 160"/>
              <a:gd name="T72" fmla="*/ 136 w 192"/>
              <a:gd name="T73" fmla="*/ 92 h 160"/>
              <a:gd name="T74" fmla="*/ 136 w 192"/>
              <a:gd name="T75" fmla="*/ 148 h 160"/>
              <a:gd name="T76" fmla="*/ 148 w 192"/>
              <a:gd name="T77" fmla="*/ 160 h 160"/>
              <a:gd name="T78" fmla="*/ 159 w 192"/>
              <a:gd name="T79" fmla="*/ 152 h 160"/>
              <a:gd name="T80" fmla="*/ 160 w 192"/>
              <a:gd name="T81" fmla="*/ 152 h 160"/>
              <a:gd name="T82" fmla="*/ 192 w 192"/>
              <a:gd name="T83" fmla="*/ 120 h 160"/>
              <a:gd name="T84" fmla="*/ 176 w 192"/>
              <a:gd name="T85" fmla="*/ 92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" h="160">
                <a:moveTo>
                  <a:pt x="176" y="92"/>
                </a:moveTo>
                <a:cubicBezTo>
                  <a:pt x="176" y="92"/>
                  <a:pt x="176" y="92"/>
                  <a:pt x="176" y="91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7"/>
                  <a:pt x="176" y="47"/>
                  <a:pt x="176" y="46"/>
                </a:cubicBezTo>
                <a:cubicBezTo>
                  <a:pt x="166" y="23"/>
                  <a:pt x="135" y="0"/>
                  <a:pt x="96" y="0"/>
                </a:cubicBezTo>
                <a:cubicBezTo>
                  <a:pt x="57" y="0"/>
                  <a:pt x="27" y="23"/>
                  <a:pt x="17" y="46"/>
                </a:cubicBezTo>
                <a:cubicBezTo>
                  <a:pt x="17" y="46"/>
                  <a:pt x="17" y="46"/>
                  <a:pt x="17" y="46"/>
                </a:cubicBezTo>
                <a:cubicBezTo>
                  <a:pt x="17" y="46"/>
                  <a:pt x="17" y="47"/>
                  <a:pt x="16" y="47"/>
                </a:cubicBezTo>
                <a:cubicBezTo>
                  <a:pt x="16" y="47"/>
                  <a:pt x="16" y="47"/>
                  <a:pt x="16" y="48"/>
                </a:cubicBezTo>
                <a:cubicBezTo>
                  <a:pt x="16" y="48"/>
                  <a:pt x="16" y="48"/>
                  <a:pt x="16" y="48"/>
                </a:cubicBezTo>
                <a:cubicBezTo>
                  <a:pt x="16" y="91"/>
                  <a:pt x="16" y="91"/>
                  <a:pt x="16" y="91"/>
                </a:cubicBezTo>
                <a:cubicBezTo>
                  <a:pt x="16" y="92"/>
                  <a:pt x="16" y="92"/>
                  <a:pt x="16" y="92"/>
                </a:cubicBezTo>
                <a:cubicBezTo>
                  <a:pt x="7" y="98"/>
                  <a:pt x="0" y="108"/>
                  <a:pt x="0" y="120"/>
                </a:cubicBezTo>
                <a:cubicBezTo>
                  <a:pt x="0" y="138"/>
                  <a:pt x="14" y="152"/>
                  <a:pt x="32" y="152"/>
                </a:cubicBezTo>
                <a:cubicBezTo>
                  <a:pt x="33" y="152"/>
                  <a:pt x="33" y="152"/>
                  <a:pt x="33" y="152"/>
                </a:cubicBezTo>
                <a:cubicBezTo>
                  <a:pt x="35" y="157"/>
                  <a:pt x="39" y="160"/>
                  <a:pt x="44" y="160"/>
                </a:cubicBezTo>
                <a:cubicBezTo>
                  <a:pt x="51" y="160"/>
                  <a:pt x="56" y="154"/>
                  <a:pt x="56" y="148"/>
                </a:cubicBezTo>
                <a:cubicBezTo>
                  <a:pt x="56" y="92"/>
                  <a:pt x="56" y="92"/>
                  <a:pt x="56" y="92"/>
                </a:cubicBezTo>
                <a:cubicBezTo>
                  <a:pt x="56" y="85"/>
                  <a:pt x="51" y="80"/>
                  <a:pt x="44" y="80"/>
                </a:cubicBezTo>
                <a:cubicBezTo>
                  <a:pt x="39" y="80"/>
                  <a:pt x="35" y="83"/>
                  <a:pt x="33" y="88"/>
                </a:cubicBezTo>
                <a:cubicBezTo>
                  <a:pt x="32" y="88"/>
                  <a:pt x="32" y="88"/>
                  <a:pt x="32" y="88"/>
                </a:cubicBezTo>
                <a:cubicBezTo>
                  <a:pt x="29" y="88"/>
                  <a:pt x="27" y="88"/>
                  <a:pt x="24" y="89"/>
                </a:cubicBezTo>
                <a:cubicBezTo>
                  <a:pt x="24" y="49"/>
                  <a:pt x="24" y="49"/>
                  <a:pt x="24" y="49"/>
                </a:cubicBezTo>
                <a:cubicBezTo>
                  <a:pt x="28" y="40"/>
                  <a:pt x="36" y="31"/>
                  <a:pt x="46" y="24"/>
                </a:cubicBezTo>
                <a:cubicBezTo>
                  <a:pt x="52" y="31"/>
                  <a:pt x="52" y="31"/>
                  <a:pt x="52" y="31"/>
                </a:cubicBezTo>
                <a:cubicBezTo>
                  <a:pt x="54" y="32"/>
                  <a:pt x="56" y="32"/>
                  <a:pt x="57" y="31"/>
                </a:cubicBezTo>
                <a:cubicBezTo>
                  <a:pt x="57" y="31"/>
                  <a:pt x="69" y="24"/>
                  <a:pt x="96" y="24"/>
                </a:cubicBezTo>
                <a:cubicBezTo>
                  <a:pt x="123" y="24"/>
                  <a:pt x="135" y="31"/>
                  <a:pt x="135" y="31"/>
                </a:cubicBezTo>
                <a:cubicBezTo>
                  <a:pt x="136" y="32"/>
                  <a:pt x="136" y="32"/>
                  <a:pt x="137" y="32"/>
                </a:cubicBezTo>
                <a:cubicBezTo>
                  <a:pt x="138" y="32"/>
                  <a:pt x="139" y="31"/>
                  <a:pt x="140" y="31"/>
                </a:cubicBezTo>
                <a:cubicBezTo>
                  <a:pt x="147" y="24"/>
                  <a:pt x="147" y="24"/>
                  <a:pt x="147" y="24"/>
                </a:cubicBezTo>
                <a:cubicBezTo>
                  <a:pt x="157" y="31"/>
                  <a:pt x="164" y="40"/>
                  <a:pt x="168" y="49"/>
                </a:cubicBezTo>
                <a:cubicBezTo>
                  <a:pt x="168" y="89"/>
                  <a:pt x="168" y="89"/>
                  <a:pt x="168" y="89"/>
                </a:cubicBezTo>
                <a:cubicBezTo>
                  <a:pt x="166" y="88"/>
                  <a:pt x="163" y="88"/>
                  <a:pt x="160" y="88"/>
                </a:cubicBezTo>
                <a:cubicBezTo>
                  <a:pt x="159" y="88"/>
                  <a:pt x="159" y="88"/>
                  <a:pt x="159" y="88"/>
                </a:cubicBezTo>
                <a:cubicBezTo>
                  <a:pt x="158" y="83"/>
                  <a:pt x="153" y="80"/>
                  <a:pt x="148" y="80"/>
                </a:cubicBezTo>
                <a:cubicBezTo>
                  <a:pt x="142" y="80"/>
                  <a:pt x="136" y="85"/>
                  <a:pt x="136" y="92"/>
                </a:cubicBezTo>
                <a:cubicBezTo>
                  <a:pt x="136" y="148"/>
                  <a:pt x="136" y="148"/>
                  <a:pt x="136" y="148"/>
                </a:cubicBezTo>
                <a:cubicBezTo>
                  <a:pt x="136" y="154"/>
                  <a:pt x="142" y="160"/>
                  <a:pt x="148" y="160"/>
                </a:cubicBezTo>
                <a:cubicBezTo>
                  <a:pt x="153" y="160"/>
                  <a:pt x="158" y="157"/>
                  <a:pt x="159" y="152"/>
                </a:cubicBezTo>
                <a:cubicBezTo>
                  <a:pt x="160" y="152"/>
                  <a:pt x="160" y="152"/>
                  <a:pt x="160" y="152"/>
                </a:cubicBezTo>
                <a:cubicBezTo>
                  <a:pt x="178" y="152"/>
                  <a:pt x="192" y="138"/>
                  <a:pt x="192" y="120"/>
                </a:cubicBezTo>
                <a:cubicBezTo>
                  <a:pt x="192" y="108"/>
                  <a:pt x="186" y="98"/>
                  <a:pt x="176" y="9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390742" y="2059726"/>
            <a:ext cx="256170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  <a:endParaRPr lang="en-US" altLang="zh-CN" sz="14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558416" y="4226095"/>
            <a:ext cx="25086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  <a:endParaRPr lang="en-US" altLang="zh-CN" sz="14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578498" y="2103384"/>
            <a:ext cx="261578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  <a:endParaRPr lang="en-US" altLang="zh-CN" sz="14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7573664" y="4260493"/>
            <a:ext cx="25086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本模板的所有素材和逻辑图表，均可自由编辑替换和移动。</a:t>
            </a:r>
            <a:endParaRPr lang="en-US" altLang="zh-CN" sz="14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404078"/>
            <a:ext cx="2872341" cy="461665"/>
            <a:chOff x="0" y="91440"/>
            <a:chExt cx="3829788" cy="615555"/>
          </a:xfrm>
        </p:grpSpPr>
        <p:sp>
          <p:nvSpPr>
            <p:cNvPr id="50" name="文本框 49"/>
            <p:cNvSpPr txBox="1"/>
            <p:nvPr/>
          </p:nvSpPr>
          <p:spPr>
            <a:xfrm>
              <a:off x="454152" y="91440"/>
              <a:ext cx="3375636" cy="615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研究过程及方法</a:t>
              </a: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7988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29090" y="0"/>
            <a:ext cx="12221090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771365" y="2500312"/>
            <a:ext cx="6737197" cy="1828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2662237" y="2547937"/>
            <a:ext cx="1762125" cy="1762125"/>
          </a:xfrm>
          <a:prstGeom prst="ellipse">
            <a:avLst/>
          </a:prstGeom>
          <a:solidFill>
            <a:srgbClr val="6B8A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3543299" y="2604968"/>
            <a:ext cx="6153151" cy="1648063"/>
            <a:chOff x="1230223" y="4584832"/>
            <a:chExt cx="2133600" cy="1648063"/>
          </a:xfrm>
        </p:grpSpPr>
        <p:sp>
          <p:nvSpPr>
            <p:cNvPr id="32" name="文本框 31"/>
            <p:cNvSpPr txBox="1"/>
            <p:nvPr/>
          </p:nvSpPr>
          <p:spPr>
            <a:xfrm>
              <a:off x="1523744" y="4584832"/>
              <a:ext cx="133851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第四章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230223" y="5401898"/>
              <a:ext cx="2133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研究结论</a:t>
              </a: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4819650" y="3414712"/>
            <a:ext cx="3619500" cy="1428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35"/>
          <p:cNvSpPr>
            <a:spLocks noEditPoints="1"/>
          </p:cNvSpPr>
          <p:nvPr/>
        </p:nvSpPr>
        <p:spPr bwMode="auto">
          <a:xfrm>
            <a:off x="3364152" y="3298297"/>
            <a:ext cx="769436" cy="633415"/>
          </a:xfrm>
          <a:custGeom>
            <a:avLst/>
            <a:gdLst>
              <a:gd name="T0" fmla="*/ 18 w 136"/>
              <a:gd name="T1" fmla="*/ 63 h 112"/>
              <a:gd name="T2" fmla="*/ 80 w 136"/>
              <a:gd name="T3" fmla="*/ 63 h 112"/>
              <a:gd name="T4" fmla="*/ 56 w 136"/>
              <a:gd name="T5" fmla="*/ 14 h 112"/>
              <a:gd name="T6" fmla="*/ 41 w 136"/>
              <a:gd name="T7" fmla="*/ 23 h 112"/>
              <a:gd name="T8" fmla="*/ 19 w 136"/>
              <a:gd name="T9" fmla="*/ 23 h 112"/>
              <a:gd name="T10" fmla="*/ 15 w 136"/>
              <a:gd name="T11" fmla="*/ 40 h 112"/>
              <a:gd name="T12" fmla="*/ 0 w 136"/>
              <a:gd name="T13" fmla="*/ 55 h 112"/>
              <a:gd name="T14" fmla="*/ 9 w 136"/>
              <a:gd name="T15" fmla="*/ 70 h 112"/>
              <a:gd name="T16" fmla="*/ 9 w 136"/>
              <a:gd name="T17" fmla="*/ 92 h 112"/>
              <a:gd name="T18" fmla="*/ 26 w 136"/>
              <a:gd name="T19" fmla="*/ 97 h 112"/>
              <a:gd name="T20" fmla="*/ 41 w 136"/>
              <a:gd name="T21" fmla="*/ 112 h 112"/>
              <a:gd name="T22" fmla="*/ 56 w 136"/>
              <a:gd name="T23" fmla="*/ 103 h 112"/>
              <a:gd name="T24" fmla="*/ 78 w 136"/>
              <a:gd name="T25" fmla="*/ 103 h 112"/>
              <a:gd name="T26" fmla="*/ 83 w 136"/>
              <a:gd name="T27" fmla="*/ 86 h 112"/>
              <a:gd name="T28" fmla="*/ 98 w 136"/>
              <a:gd name="T29" fmla="*/ 70 h 112"/>
              <a:gd name="T30" fmla="*/ 89 w 136"/>
              <a:gd name="T31" fmla="*/ 55 h 112"/>
              <a:gd name="T32" fmla="*/ 89 w 136"/>
              <a:gd name="T33" fmla="*/ 33 h 112"/>
              <a:gd name="T34" fmla="*/ 72 w 136"/>
              <a:gd name="T35" fmla="*/ 29 h 112"/>
              <a:gd name="T36" fmla="*/ 56 w 136"/>
              <a:gd name="T37" fmla="*/ 14 h 112"/>
              <a:gd name="T38" fmla="*/ 100 w 136"/>
              <a:gd name="T39" fmla="*/ 23 h 112"/>
              <a:gd name="T40" fmla="*/ 124 w 136"/>
              <a:gd name="T41" fmla="*/ 23 h 112"/>
              <a:gd name="T42" fmla="*/ 116 w 136"/>
              <a:gd name="T43" fmla="*/ 0 h 112"/>
              <a:gd name="T44" fmla="*/ 108 w 136"/>
              <a:gd name="T45" fmla="*/ 4 h 112"/>
              <a:gd name="T46" fmla="*/ 98 w 136"/>
              <a:gd name="T47" fmla="*/ 4 h 112"/>
              <a:gd name="T48" fmla="*/ 96 w 136"/>
              <a:gd name="T49" fmla="*/ 12 h 112"/>
              <a:gd name="T50" fmla="*/ 88 w 136"/>
              <a:gd name="T51" fmla="*/ 20 h 112"/>
              <a:gd name="T52" fmla="*/ 93 w 136"/>
              <a:gd name="T53" fmla="*/ 27 h 112"/>
              <a:gd name="T54" fmla="*/ 93 w 136"/>
              <a:gd name="T55" fmla="*/ 37 h 112"/>
              <a:gd name="T56" fmla="*/ 101 w 136"/>
              <a:gd name="T57" fmla="*/ 39 h 112"/>
              <a:gd name="T58" fmla="*/ 108 w 136"/>
              <a:gd name="T59" fmla="*/ 47 h 112"/>
              <a:gd name="T60" fmla="*/ 116 w 136"/>
              <a:gd name="T61" fmla="*/ 42 h 112"/>
              <a:gd name="T62" fmla="*/ 126 w 136"/>
              <a:gd name="T63" fmla="*/ 43 h 112"/>
              <a:gd name="T64" fmla="*/ 128 w 136"/>
              <a:gd name="T65" fmla="*/ 34 h 112"/>
              <a:gd name="T66" fmla="*/ 136 w 136"/>
              <a:gd name="T67" fmla="*/ 27 h 112"/>
              <a:gd name="T68" fmla="*/ 131 w 136"/>
              <a:gd name="T69" fmla="*/ 20 h 112"/>
              <a:gd name="T70" fmla="*/ 131 w 136"/>
              <a:gd name="T71" fmla="*/ 9 h 112"/>
              <a:gd name="T72" fmla="*/ 123 w 136"/>
              <a:gd name="T73" fmla="*/ 7 h 112"/>
              <a:gd name="T74" fmla="*/ 116 w 136"/>
              <a:gd name="T7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6" h="112">
                <a:moveTo>
                  <a:pt x="49" y="94"/>
                </a:moveTo>
                <a:cubicBezTo>
                  <a:pt x="32" y="94"/>
                  <a:pt x="18" y="80"/>
                  <a:pt x="18" y="63"/>
                </a:cubicBezTo>
                <a:cubicBezTo>
                  <a:pt x="18" y="46"/>
                  <a:pt x="32" y="32"/>
                  <a:pt x="49" y="32"/>
                </a:cubicBezTo>
                <a:cubicBezTo>
                  <a:pt x="66" y="32"/>
                  <a:pt x="80" y="46"/>
                  <a:pt x="80" y="63"/>
                </a:cubicBezTo>
                <a:cubicBezTo>
                  <a:pt x="80" y="80"/>
                  <a:pt x="66" y="94"/>
                  <a:pt x="49" y="94"/>
                </a:cubicBezTo>
                <a:moveTo>
                  <a:pt x="56" y="14"/>
                </a:moveTo>
                <a:cubicBezTo>
                  <a:pt x="41" y="14"/>
                  <a:pt x="41" y="14"/>
                  <a:pt x="41" y="14"/>
                </a:cubicBezTo>
                <a:cubicBezTo>
                  <a:pt x="41" y="23"/>
                  <a:pt x="41" y="23"/>
                  <a:pt x="41" y="23"/>
                </a:cubicBezTo>
                <a:cubicBezTo>
                  <a:pt x="36" y="24"/>
                  <a:pt x="30" y="26"/>
                  <a:pt x="26" y="29"/>
                </a:cubicBezTo>
                <a:cubicBezTo>
                  <a:pt x="19" y="23"/>
                  <a:pt x="19" y="23"/>
                  <a:pt x="19" y="23"/>
                </a:cubicBezTo>
                <a:cubicBezTo>
                  <a:pt x="9" y="33"/>
                  <a:pt x="9" y="33"/>
                  <a:pt x="9" y="33"/>
                </a:cubicBezTo>
                <a:cubicBezTo>
                  <a:pt x="15" y="40"/>
                  <a:pt x="15" y="40"/>
                  <a:pt x="15" y="40"/>
                </a:cubicBezTo>
                <a:cubicBezTo>
                  <a:pt x="12" y="44"/>
                  <a:pt x="10" y="50"/>
                  <a:pt x="9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70"/>
                  <a:pt x="0" y="70"/>
                  <a:pt x="0" y="70"/>
                </a:cubicBezTo>
                <a:cubicBezTo>
                  <a:pt x="9" y="70"/>
                  <a:pt x="9" y="70"/>
                  <a:pt x="9" y="70"/>
                </a:cubicBezTo>
                <a:cubicBezTo>
                  <a:pt x="10" y="76"/>
                  <a:pt x="12" y="81"/>
                  <a:pt x="15" y="86"/>
                </a:cubicBezTo>
                <a:cubicBezTo>
                  <a:pt x="9" y="92"/>
                  <a:pt x="9" y="92"/>
                  <a:pt x="9" y="92"/>
                </a:cubicBezTo>
                <a:cubicBezTo>
                  <a:pt x="19" y="103"/>
                  <a:pt x="19" y="103"/>
                  <a:pt x="19" y="103"/>
                </a:cubicBezTo>
                <a:cubicBezTo>
                  <a:pt x="26" y="97"/>
                  <a:pt x="26" y="97"/>
                  <a:pt x="26" y="97"/>
                </a:cubicBezTo>
                <a:cubicBezTo>
                  <a:pt x="30" y="100"/>
                  <a:pt x="36" y="102"/>
                  <a:pt x="41" y="103"/>
                </a:cubicBezTo>
                <a:cubicBezTo>
                  <a:pt x="41" y="112"/>
                  <a:pt x="41" y="112"/>
                  <a:pt x="41" y="112"/>
                </a:cubicBezTo>
                <a:cubicBezTo>
                  <a:pt x="56" y="112"/>
                  <a:pt x="56" y="112"/>
                  <a:pt x="56" y="112"/>
                </a:cubicBezTo>
                <a:cubicBezTo>
                  <a:pt x="56" y="103"/>
                  <a:pt x="56" y="103"/>
                  <a:pt x="56" y="103"/>
                </a:cubicBezTo>
                <a:cubicBezTo>
                  <a:pt x="62" y="102"/>
                  <a:pt x="67" y="100"/>
                  <a:pt x="72" y="97"/>
                </a:cubicBezTo>
                <a:cubicBezTo>
                  <a:pt x="78" y="103"/>
                  <a:pt x="78" y="103"/>
                  <a:pt x="78" y="103"/>
                </a:cubicBezTo>
                <a:cubicBezTo>
                  <a:pt x="89" y="92"/>
                  <a:pt x="89" y="92"/>
                  <a:pt x="89" y="92"/>
                </a:cubicBezTo>
                <a:cubicBezTo>
                  <a:pt x="83" y="86"/>
                  <a:pt x="83" y="86"/>
                  <a:pt x="83" y="86"/>
                </a:cubicBezTo>
                <a:cubicBezTo>
                  <a:pt x="86" y="81"/>
                  <a:pt x="88" y="76"/>
                  <a:pt x="89" y="70"/>
                </a:cubicBezTo>
                <a:cubicBezTo>
                  <a:pt x="98" y="70"/>
                  <a:pt x="98" y="70"/>
                  <a:pt x="98" y="70"/>
                </a:cubicBezTo>
                <a:cubicBezTo>
                  <a:pt x="98" y="55"/>
                  <a:pt x="98" y="55"/>
                  <a:pt x="98" y="55"/>
                </a:cubicBezTo>
                <a:cubicBezTo>
                  <a:pt x="89" y="55"/>
                  <a:pt x="89" y="55"/>
                  <a:pt x="89" y="55"/>
                </a:cubicBezTo>
                <a:cubicBezTo>
                  <a:pt x="88" y="50"/>
                  <a:pt x="86" y="44"/>
                  <a:pt x="83" y="40"/>
                </a:cubicBezTo>
                <a:cubicBezTo>
                  <a:pt x="89" y="33"/>
                  <a:pt x="89" y="33"/>
                  <a:pt x="89" y="33"/>
                </a:cubicBezTo>
                <a:cubicBezTo>
                  <a:pt x="78" y="23"/>
                  <a:pt x="78" y="23"/>
                  <a:pt x="78" y="23"/>
                </a:cubicBezTo>
                <a:cubicBezTo>
                  <a:pt x="72" y="29"/>
                  <a:pt x="72" y="29"/>
                  <a:pt x="72" y="29"/>
                </a:cubicBezTo>
                <a:cubicBezTo>
                  <a:pt x="67" y="26"/>
                  <a:pt x="62" y="24"/>
                  <a:pt x="56" y="23"/>
                </a:cubicBezTo>
                <a:cubicBezTo>
                  <a:pt x="56" y="14"/>
                  <a:pt x="56" y="14"/>
                  <a:pt x="56" y="14"/>
                </a:cubicBezTo>
                <a:moveTo>
                  <a:pt x="112" y="35"/>
                </a:moveTo>
                <a:cubicBezTo>
                  <a:pt x="105" y="35"/>
                  <a:pt x="100" y="30"/>
                  <a:pt x="100" y="23"/>
                </a:cubicBezTo>
                <a:cubicBezTo>
                  <a:pt x="100" y="16"/>
                  <a:pt x="105" y="11"/>
                  <a:pt x="112" y="11"/>
                </a:cubicBezTo>
                <a:cubicBezTo>
                  <a:pt x="119" y="11"/>
                  <a:pt x="124" y="16"/>
                  <a:pt x="124" y="23"/>
                </a:cubicBezTo>
                <a:cubicBezTo>
                  <a:pt x="124" y="30"/>
                  <a:pt x="119" y="35"/>
                  <a:pt x="112" y="35"/>
                </a:cubicBezTo>
                <a:moveTo>
                  <a:pt x="116" y="0"/>
                </a:moveTo>
                <a:cubicBezTo>
                  <a:pt x="108" y="0"/>
                  <a:pt x="108" y="0"/>
                  <a:pt x="108" y="0"/>
                </a:cubicBezTo>
                <a:cubicBezTo>
                  <a:pt x="108" y="4"/>
                  <a:pt x="108" y="4"/>
                  <a:pt x="108" y="4"/>
                </a:cubicBezTo>
                <a:cubicBezTo>
                  <a:pt x="106" y="4"/>
                  <a:pt x="103" y="6"/>
                  <a:pt x="101" y="7"/>
                </a:cubicBezTo>
                <a:cubicBezTo>
                  <a:pt x="98" y="4"/>
                  <a:pt x="98" y="4"/>
                  <a:pt x="98" y="4"/>
                </a:cubicBezTo>
                <a:cubicBezTo>
                  <a:pt x="93" y="9"/>
                  <a:pt x="93" y="9"/>
                  <a:pt x="93" y="9"/>
                </a:cubicBezTo>
                <a:cubicBezTo>
                  <a:pt x="96" y="12"/>
                  <a:pt x="96" y="12"/>
                  <a:pt x="96" y="12"/>
                </a:cubicBezTo>
                <a:cubicBezTo>
                  <a:pt x="94" y="14"/>
                  <a:pt x="93" y="17"/>
                  <a:pt x="93" y="20"/>
                </a:cubicBezTo>
                <a:cubicBezTo>
                  <a:pt x="88" y="20"/>
                  <a:pt x="88" y="20"/>
                  <a:pt x="88" y="20"/>
                </a:cubicBezTo>
                <a:cubicBezTo>
                  <a:pt x="88" y="27"/>
                  <a:pt x="88" y="27"/>
                  <a:pt x="88" y="27"/>
                </a:cubicBezTo>
                <a:cubicBezTo>
                  <a:pt x="93" y="27"/>
                  <a:pt x="93" y="27"/>
                  <a:pt x="93" y="27"/>
                </a:cubicBezTo>
                <a:cubicBezTo>
                  <a:pt x="93" y="30"/>
                  <a:pt x="94" y="32"/>
                  <a:pt x="96" y="34"/>
                </a:cubicBezTo>
                <a:cubicBezTo>
                  <a:pt x="93" y="37"/>
                  <a:pt x="93" y="37"/>
                  <a:pt x="93" y="37"/>
                </a:cubicBezTo>
                <a:cubicBezTo>
                  <a:pt x="98" y="43"/>
                  <a:pt x="98" y="43"/>
                  <a:pt x="98" y="43"/>
                </a:cubicBezTo>
                <a:cubicBezTo>
                  <a:pt x="101" y="39"/>
                  <a:pt x="101" y="39"/>
                  <a:pt x="101" y="39"/>
                </a:cubicBezTo>
                <a:cubicBezTo>
                  <a:pt x="103" y="41"/>
                  <a:pt x="106" y="42"/>
                  <a:pt x="108" y="42"/>
                </a:cubicBezTo>
                <a:cubicBezTo>
                  <a:pt x="108" y="47"/>
                  <a:pt x="108" y="47"/>
                  <a:pt x="108" y="47"/>
                </a:cubicBezTo>
                <a:cubicBezTo>
                  <a:pt x="116" y="47"/>
                  <a:pt x="116" y="47"/>
                  <a:pt x="116" y="47"/>
                </a:cubicBezTo>
                <a:cubicBezTo>
                  <a:pt x="116" y="42"/>
                  <a:pt x="116" y="42"/>
                  <a:pt x="116" y="42"/>
                </a:cubicBezTo>
                <a:cubicBezTo>
                  <a:pt x="118" y="42"/>
                  <a:pt x="121" y="41"/>
                  <a:pt x="123" y="39"/>
                </a:cubicBezTo>
                <a:cubicBezTo>
                  <a:pt x="126" y="43"/>
                  <a:pt x="126" y="43"/>
                  <a:pt x="126" y="43"/>
                </a:cubicBezTo>
                <a:cubicBezTo>
                  <a:pt x="131" y="37"/>
                  <a:pt x="131" y="37"/>
                  <a:pt x="131" y="37"/>
                </a:cubicBezTo>
                <a:cubicBezTo>
                  <a:pt x="128" y="34"/>
                  <a:pt x="128" y="34"/>
                  <a:pt x="128" y="34"/>
                </a:cubicBezTo>
                <a:cubicBezTo>
                  <a:pt x="130" y="32"/>
                  <a:pt x="131" y="30"/>
                  <a:pt x="131" y="27"/>
                </a:cubicBezTo>
                <a:cubicBezTo>
                  <a:pt x="136" y="27"/>
                  <a:pt x="136" y="27"/>
                  <a:pt x="136" y="27"/>
                </a:cubicBezTo>
                <a:cubicBezTo>
                  <a:pt x="136" y="20"/>
                  <a:pt x="136" y="20"/>
                  <a:pt x="136" y="20"/>
                </a:cubicBezTo>
                <a:cubicBezTo>
                  <a:pt x="131" y="20"/>
                  <a:pt x="131" y="20"/>
                  <a:pt x="131" y="20"/>
                </a:cubicBezTo>
                <a:cubicBezTo>
                  <a:pt x="131" y="17"/>
                  <a:pt x="130" y="14"/>
                  <a:pt x="128" y="12"/>
                </a:cubicBezTo>
                <a:cubicBezTo>
                  <a:pt x="131" y="9"/>
                  <a:pt x="131" y="9"/>
                  <a:pt x="131" y="9"/>
                </a:cubicBezTo>
                <a:cubicBezTo>
                  <a:pt x="126" y="4"/>
                  <a:pt x="126" y="4"/>
                  <a:pt x="126" y="4"/>
                </a:cubicBezTo>
                <a:cubicBezTo>
                  <a:pt x="123" y="7"/>
                  <a:pt x="123" y="7"/>
                  <a:pt x="123" y="7"/>
                </a:cubicBezTo>
                <a:cubicBezTo>
                  <a:pt x="121" y="6"/>
                  <a:pt x="118" y="4"/>
                  <a:pt x="116" y="4"/>
                </a:cubicBezTo>
                <a:cubicBezTo>
                  <a:pt x="116" y="0"/>
                  <a:pt x="116" y="0"/>
                  <a:pt x="116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164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2461846" y="1209822"/>
            <a:ext cx="9730154" cy="3953021"/>
          </a:xfrm>
          <a:prstGeom prst="rect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039874" y="1816387"/>
            <a:ext cx="395427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kern="0" dirty="0">
                <a:solidFill>
                  <a:prstClr val="white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本模板的所有素材和逻辑图表，均可自由编辑替换和移动。本模板的所有素材和逻辑图表，均可自由编辑替换和移动。</a:t>
            </a:r>
            <a:endParaRPr lang="zh-CN" altLang="en-US" sz="1400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642315" y="1816386"/>
            <a:ext cx="395427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kern="0" dirty="0">
                <a:solidFill>
                  <a:prstClr val="white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本模板的所有素材和逻辑图表，均可自由编辑替换和移动。本模板的所有素材和逻辑图表，均可自由编辑替换和移动。</a:t>
            </a:r>
            <a:endParaRPr lang="zh-CN" altLang="en-US" sz="1400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642315" y="3367421"/>
            <a:ext cx="395427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kern="0" dirty="0">
                <a:solidFill>
                  <a:prstClr val="white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本模板的所有素材和逻辑图表，均可自由编辑替换和移动。本模板的所有素材和逻辑图表，均可自由编辑替换和移动。</a:t>
            </a:r>
            <a:endParaRPr lang="zh-CN" altLang="en-US" sz="1400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2623" y="2985937"/>
            <a:ext cx="3630605" cy="3675362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0" y="404078"/>
            <a:ext cx="2872341" cy="461665"/>
            <a:chOff x="0" y="91440"/>
            <a:chExt cx="3829788" cy="615555"/>
          </a:xfrm>
        </p:grpSpPr>
        <p:sp>
          <p:nvSpPr>
            <p:cNvPr id="13" name="文本框 12"/>
            <p:cNvSpPr txBox="1"/>
            <p:nvPr/>
          </p:nvSpPr>
          <p:spPr>
            <a:xfrm>
              <a:off x="454152" y="91440"/>
              <a:ext cx="3375636" cy="615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研究结论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2412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8"/>
          <a:stretch/>
        </p:blipFill>
        <p:spPr>
          <a:xfrm>
            <a:off x="0" y="1962149"/>
            <a:ext cx="4627036" cy="3098735"/>
          </a:xfrm>
          <a:prstGeom prst="rect">
            <a:avLst/>
          </a:prstGeom>
        </p:spPr>
      </p:pic>
      <p:sp>
        <p:nvSpPr>
          <p:cNvPr id="2" name="Rectangle 16"/>
          <p:cNvSpPr/>
          <p:nvPr/>
        </p:nvSpPr>
        <p:spPr>
          <a:xfrm>
            <a:off x="4665705" y="1973105"/>
            <a:ext cx="7526294" cy="3087781"/>
          </a:xfrm>
          <a:prstGeom prst="rect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61939" y="2925832"/>
            <a:ext cx="7030036" cy="4951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1216817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单击此处编辑您要的内容，建议您在展示时采用微软雅黑字体，本模版所有图形线条及其相应素材均可自由编辑、改色、替换。更多使用说明和作品请详阅模版最末的使用手册。</a:t>
            </a:r>
            <a:endParaRPr lang="en-US" altLang="zh-CN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61939" y="3678307"/>
            <a:ext cx="7030036" cy="4951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1216817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单击此处编辑您要的内容，建议您在展示时采用微软雅黑字体，本模版所有图形线条及其相应素材均可自由编辑、改色、替换。更多使用说明和作品请详阅模版最末的使用手册。</a:t>
            </a:r>
            <a:endParaRPr lang="en-US" altLang="zh-CN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0" y="404078"/>
            <a:ext cx="2872341" cy="461665"/>
            <a:chOff x="0" y="91440"/>
            <a:chExt cx="3829788" cy="615555"/>
          </a:xfrm>
        </p:grpSpPr>
        <p:sp>
          <p:nvSpPr>
            <p:cNvPr id="17" name="文本框 16"/>
            <p:cNvSpPr txBox="1"/>
            <p:nvPr/>
          </p:nvSpPr>
          <p:spPr>
            <a:xfrm>
              <a:off x="454152" y="91440"/>
              <a:ext cx="3375636" cy="615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研究结论</a:t>
              </a: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56845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2097" y="1082845"/>
            <a:ext cx="4032448" cy="604866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746750" y="2886254"/>
            <a:ext cx="5283199" cy="2588369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6B8A84"/>
            </a:solidFill>
            <a:prstDash val="solid"/>
          </a:ln>
          <a:effectLst/>
        </p:spPr>
        <p:txBody>
          <a:bodyPr rtlCol="0" anchor="ctr"/>
          <a:lstStyle/>
          <a:p>
            <a:pPr algn="ctr" defTabSz="1217586">
              <a:defRPr/>
            </a:pPr>
            <a:endParaRPr lang="zh-CN" altLang="en-US" sz="3190" ker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73746" y="2644433"/>
            <a:ext cx="3064042" cy="481263"/>
          </a:xfrm>
          <a:prstGeom prst="rect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748040" y="2734170"/>
            <a:ext cx="2189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6817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单击编辑标题</a:t>
            </a:r>
            <a:endParaRPr lang="en-US" altLang="zh-CN" sz="16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24567" y="3663373"/>
            <a:ext cx="3962399" cy="129266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817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单击此处编辑您要的内容，建议您在展示时采用微软雅黑字体，本模版所有图形线条及其相应素材均可自由编辑、改色、替换。更多使用说明和作品请详阅模版最末的使用手册。更多模板：亮亮图文旗舰店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https://liangliangtuwen.tmall.com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0" y="404078"/>
            <a:ext cx="2872341" cy="461665"/>
            <a:chOff x="0" y="91440"/>
            <a:chExt cx="3829788" cy="615555"/>
          </a:xfrm>
        </p:grpSpPr>
        <p:sp>
          <p:nvSpPr>
            <p:cNvPr id="18" name="文本框 17"/>
            <p:cNvSpPr txBox="1"/>
            <p:nvPr/>
          </p:nvSpPr>
          <p:spPr>
            <a:xfrm>
              <a:off x="454152" y="91440"/>
              <a:ext cx="3375636" cy="615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研究结论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459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13" y="1772755"/>
            <a:ext cx="6810430" cy="42590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683195" y="1772754"/>
            <a:ext cx="3454705" cy="4260456"/>
          </a:xfrm>
          <a:prstGeom prst="rect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prstClr val="white"/>
              </a:solidFill>
            </a:endParaRPr>
          </a:p>
        </p:txBody>
      </p:sp>
      <p:sp>
        <p:nvSpPr>
          <p:cNvPr id="15" name="Isosceles Triangle 14"/>
          <p:cNvSpPr/>
          <p:nvPr/>
        </p:nvSpPr>
        <p:spPr>
          <a:xfrm rot="16200000">
            <a:off x="7058852" y="3651870"/>
            <a:ext cx="823400" cy="450686"/>
          </a:xfrm>
          <a:prstGeom prst="triangle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prstClr val="white"/>
              </a:solidFill>
            </a:endParaRPr>
          </a:p>
        </p:txBody>
      </p:sp>
      <p:sp>
        <p:nvSpPr>
          <p:cNvPr id="23" name="TextBox 26"/>
          <p:cNvSpPr txBox="1"/>
          <p:nvPr/>
        </p:nvSpPr>
        <p:spPr>
          <a:xfrm>
            <a:off x="7965073" y="2975715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单击添加标题</a:t>
            </a:r>
            <a:endParaRPr lang="id-ID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8"/>
          <p:cNvSpPr txBox="1"/>
          <p:nvPr/>
        </p:nvSpPr>
        <p:spPr>
          <a:xfrm>
            <a:off x="7965073" y="3465512"/>
            <a:ext cx="289094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极致无岸，向天而歌。向天歌</a:t>
            </a:r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，是集</a:t>
            </a:r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模板开发、</a:t>
            </a:r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设计定制、</a:t>
            </a:r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培训于一体的专业</a:t>
            </a:r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服务提供商。向天歌由多位</a:t>
            </a:r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领域的资深设计师创立，致力于为客户奉献最用心的</a:t>
            </a:r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作品、最实用的</a:t>
            </a:r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培训和最贴心的</a:t>
            </a:r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0" y="404078"/>
            <a:ext cx="2872341" cy="461665"/>
            <a:chOff x="0" y="91440"/>
            <a:chExt cx="3829788" cy="615555"/>
          </a:xfrm>
        </p:grpSpPr>
        <p:sp>
          <p:nvSpPr>
            <p:cNvPr id="14" name="文本框 13"/>
            <p:cNvSpPr txBox="1"/>
            <p:nvPr/>
          </p:nvSpPr>
          <p:spPr>
            <a:xfrm>
              <a:off x="454152" y="91440"/>
              <a:ext cx="3375636" cy="615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研究结论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317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4" r="1856" b="8455"/>
          <a:stretch/>
        </p:blipFill>
        <p:spPr>
          <a:xfrm>
            <a:off x="1" y="2132294"/>
            <a:ext cx="6191249" cy="41148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312646" y="2126751"/>
            <a:ext cx="975394" cy="1036308"/>
          </a:xfrm>
          <a:prstGeom prst="rect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12646" y="3116410"/>
            <a:ext cx="975394" cy="10363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12646" y="4182269"/>
            <a:ext cx="975394" cy="1036308"/>
          </a:xfrm>
          <a:prstGeom prst="rect">
            <a:avLst/>
          </a:prstGeom>
          <a:solidFill>
            <a:srgbClr val="6B8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12646" y="5210027"/>
            <a:ext cx="975394" cy="10363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980" y="4402706"/>
            <a:ext cx="593294" cy="59329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9263" y="5360788"/>
            <a:ext cx="770135" cy="7717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2223" y="3399331"/>
            <a:ext cx="568900" cy="56719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980" y="2363023"/>
            <a:ext cx="562725" cy="56376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675349" y="2285494"/>
            <a:ext cx="1674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单击此处添加标题</a:t>
            </a:r>
          </a:p>
        </p:txBody>
      </p:sp>
      <p:sp>
        <p:nvSpPr>
          <p:cNvPr id="12" name="矩形 11"/>
          <p:cNvSpPr/>
          <p:nvPr/>
        </p:nvSpPr>
        <p:spPr>
          <a:xfrm>
            <a:off x="7675349" y="2568898"/>
            <a:ext cx="350700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模板的发布，课件及汇报</a:t>
            </a:r>
            <a:r>
              <a:rPr lang="en-US" altLang="zh-C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的美化，并为您提供专业的</a:t>
            </a:r>
            <a:r>
              <a:rPr lang="en-US" altLang="zh-C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个性定制服务。</a:t>
            </a:r>
            <a:endParaRPr lang="en-US" altLang="zh-CN" sz="11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75349" y="3320998"/>
            <a:ext cx="1674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单击此处添加标题</a:t>
            </a:r>
          </a:p>
        </p:txBody>
      </p:sp>
      <p:sp>
        <p:nvSpPr>
          <p:cNvPr id="14" name="矩形 13"/>
          <p:cNvSpPr/>
          <p:nvPr/>
        </p:nvSpPr>
        <p:spPr>
          <a:xfrm>
            <a:off x="7675349" y="3604402"/>
            <a:ext cx="350700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模板的发布，课件及汇报</a:t>
            </a:r>
            <a:r>
              <a:rPr lang="en-US" altLang="zh-C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的美化，并为您提供专业的</a:t>
            </a:r>
            <a:r>
              <a:rPr lang="en-US" altLang="zh-C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个性定制服务。</a:t>
            </a:r>
            <a:endParaRPr lang="en-US" altLang="zh-CN" sz="11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75349" y="4397664"/>
            <a:ext cx="1674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单击此处添加标题</a:t>
            </a:r>
          </a:p>
        </p:txBody>
      </p:sp>
      <p:sp>
        <p:nvSpPr>
          <p:cNvPr id="16" name="矩形 15"/>
          <p:cNvSpPr/>
          <p:nvPr/>
        </p:nvSpPr>
        <p:spPr>
          <a:xfrm>
            <a:off x="7675349" y="4681068"/>
            <a:ext cx="350700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更多模板：亮亮图文旗舰店</a:t>
            </a:r>
            <a:r>
              <a:rPr lang="en-US" altLang="zh-C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 </a:t>
            </a:r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1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75349" y="5418264"/>
            <a:ext cx="1674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7675349" y="5701668"/>
            <a:ext cx="350700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我们工作室致力于专业</a:t>
            </a:r>
            <a:r>
              <a:rPr lang="en-US" altLang="zh-C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模板的发布，课件及汇报</a:t>
            </a:r>
            <a:r>
              <a:rPr lang="en-US" altLang="zh-C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的美化，并为您提供专业的</a:t>
            </a:r>
            <a:r>
              <a:rPr lang="en-US" altLang="zh-C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个性定制服务。</a:t>
            </a:r>
            <a:endParaRPr lang="en-US" altLang="zh-CN" sz="11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15"/>
          <a:stretch/>
        </p:blipFill>
        <p:spPr>
          <a:xfrm>
            <a:off x="1" y="2133049"/>
            <a:ext cx="6172199" cy="4113286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0" y="404078"/>
            <a:ext cx="2872341" cy="461665"/>
            <a:chOff x="0" y="91440"/>
            <a:chExt cx="3829788" cy="615555"/>
          </a:xfrm>
        </p:grpSpPr>
        <p:sp>
          <p:nvSpPr>
            <p:cNvPr id="31" name="文本框 30"/>
            <p:cNvSpPr txBox="1"/>
            <p:nvPr/>
          </p:nvSpPr>
          <p:spPr>
            <a:xfrm>
              <a:off x="454152" y="91440"/>
              <a:ext cx="3375636" cy="615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6B8A8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研究结论</a:t>
              </a: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0" y="91440"/>
              <a:ext cx="454152" cy="521208"/>
              <a:chOff x="0" y="91440"/>
              <a:chExt cx="454152" cy="521208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0" y="91440"/>
                <a:ext cx="301752" cy="521208"/>
              </a:xfrm>
              <a:prstGeom prst="rect">
                <a:avLst/>
              </a:prstGeom>
              <a:solidFill>
                <a:srgbClr val="6B8A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301752" y="91440"/>
                <a:ext cx="152400" cy="52120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135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25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825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5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65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975"/>
                            </p:stCondLst>
                            <p:childTnLst>
                              <p:par>
                                <p:cTn id="6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475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800"/>
                            </p:stCondLst>
                            <p:childTnLst>
                              <p:par>
                                <p:cTn id="7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1" b="5000"/>
          <a:stretch/>
        </p:blipFill>
        <p:spPr>
          <a:xfrm>
            <a:off x="-19050" y="-57150"/>
            <a:ext cx="12211050" cy="691515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3150326" y="492664"/>
            <a:ext cx="5826033" cy="5826033"/>
          </a:xfrm>
          <a:prstGeom prst="ellipse">
            <a:avLst/>
          </a:prstGeom>
          <a:solidFill>
            <a:srgbClr val="6B8A8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17906" y="3641150"/>
            <a:ext cx="4756186" cy="59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80494" y="2656691"/>
            <a:ext cx="3765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跪谢师恩</a:t>
            </a:r>
          </a:p>
        </p:txBody>
      </p:sp>
      <p:sp>
        <p:nvSpPr>
          <p:cNvPr id="9" name="椭圆 8"/>
          <p:cNvSpPr/>
          <p:nvPr/>
        </p:nvSpPr>
        <p:spPr>
          <a:xfrm>
            <a:off x="5649390" y="1420966"/>
            <a:ext cx="847136" cy="847136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65223" y="1738284"/>
            <a:ext cx="130628" cy="1387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165181" y="1738284"/>
            <a:ext cx="130628" cy="1387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空心弧 10"/>
          <p:cNvSpPr/>
          <p:nvPr/>
        </p:nvSpPr>
        <p:spPr>
          <a:xfrm rot="11023433">
            <a:off x="5857697" y="1794085"/>
            <a:ext cx="476605" cy="435970"/>
          </a:xfrm>
          <a:prstGeom prst="blockArc">
            <a:avLst>
              <a:gd name="adj1" fmla="val 10800000"/>
              <a:gd name="adj2" fmla="val 20801539"/>
              <a:gd name="adj3" fmla="val 134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19825" y="3836023"/>
            <a:ext cx="4424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小北</a:t>
            </a:r>
            <a:endParaRPr lang="en-US" altLang="zh-CN" sz="1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839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1632</Words>
  <Application>Microsoft Office PowerPoint</Application>
  <PresentationFormat>宽屏</PresentationFormat>
  <Paragraphs>158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zhitech001@163.com</cp:lastModifiedBy>
  <cp:revision>8</cp:revision>
  <dcterms:created xsi:type="dcterms:W3CDTF">2016-04-28T23:28:43Z</dcterms:created>
  <dcterms:modified xsi:type="dcterms:W3CDTF">2019-08-26T03:53:39Z</dcterms:modified>
</cp:coreProperties>
</file>