
<file path=[Content_Types].xml><?xml version="1.0" encoding="utf-8"?>
<Types xmlns="http://schemas.openxmlformats.org/package/2006/content-types">
  <Default Extension="jpeg" ContentType="image/jpeg"/>
  <Default Extension="mp3" ContentType="audio/m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handoutMasterIdLst>
    <p:handoutMasterId r:id="rId21"/>
  </p:handoutMasterIdLst>
  <p:sldIdLst>
    <p:sldId id="257" r:id="rId2"/>
    <p:sldId id="259" r:id="rId3"/>
    <p:sldId id="271" r:id="rId4"/>
    <p:sldId id="272" r:id="rId5"/>
    <p:sldId id="281" r:id="rId6"/>
    <p:sldId id="273" r:id="rId7"/>
    <p:sldId id="260" r:id="rId8"/>
    <p:sldId id="274" r:id="rId9"/>
    <p:sldId id="263" r:id="rId10"/>
    <p:sldId id="276" r:id="rId11"/>
    <p:sldId id="264" r:id="rId12"/>
    <p:sldId id="265" r:id="rId13"/>
    <p:sldId id="266" r:id="rId14"/>
    <p:sldId id="268" r:id="rId15"/>
    <p:sldId id="279" r:id="rId16"/>
    <p:sldId id="267" r:id="rId17"/>
    <p:sldId id="280" r:id="rId18"/>
    <p:sldId id="283" r:id="rId1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9B0AB"/>
    <a:srgbClr val="ED683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90" d="100"/>
          <a:sy n="90" d="100"/>
        </p:scale>
        <p:origin x="630" y="10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2019/8/26</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37900150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D37CFE-1446-4324-969E-80972FFA2F67}" type="datetimeFigureOut">
              <a:rPr lang="zh-CN" altLang="en-US" smtClean="0"/>
              <a:t>2019/8/26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E211DA-847C-4EF8-81E8-5F8B1426393B}" type="slidenum">
              <a:rPr lang="zh-CN" altLang="en-US" smtClean="0"/>
              <a:t>‹#›</a:t>
            </a:fld>
            <a:endParaRPr lang="zh-CN" altLang="en-US"/>
          </a:p>
        </p:txBody>
      </p:sp>
    </p:spTree>
    <p:extLst>
      <p:ext uri="{BB962C8B-B14F-4D97-AF65-F5344CB8AC3E}">
        <p14:creationId xmlns:p14="http://schemas.microsoft.com/office/powerpoint/2010/main" val="31738384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8E211DA-847C-4EF8-81E8-5F8B1426393B}" type="slidenum">
              <a:rPr lang="zh-CN" altLang="en-US" smtClean="0"/>
              <a:t>1</a:t>
            </a:fld>
            <a:endParaRPr lang="zh-CN" altLang="en-US"/>
          </a:p>
        </p:txBody>
      </p:sp>
    </p:spTree>
    <p:extLst>
      <p:ext uri="{BB962C8B-B14F-4D97-AF65-F5344CB8AC3E}">
        <p14:creationId xmlns:p14="http://schemas.microsoft.com/office/powerpoint/2010/main" val="994062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8E211DA-847C-4EF8-81E8-5F8B1426393B}" type="slidenum">
              <a:rPr lang="zh-CN" altLang="en-US" smtClean="0"/>
              <a:t>2</a:t>
            </a:fld>
            <a:endParaRPr lang="zh-CN" altLang="en-US"/>
          </a:p>
        </p:txBody>
      </p:sp>
    </p:spTree>
    <p:extLst>
      <p:ext uri="{BB962C8B-B14F-4D97-AF65-F5344CB8AC3E}">
        <p14:creationId xmlns:p14="http://schemas.microsoft.com/office/powerpoint/2010/main" val="4189111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8E211DA-847C-4EF8-81E8-5F8B1426393B}" type="slidenum">
              <a:rPr lang="zh-CN" altLang="en-US" smtClean="0"/>
              <a:t>3</a:t>
            </a:fld>
            <a:endParaRPr lang="zh-CN" altLang="en-US"/>
          </a:p>
        </p:txBody>
      </p:sp>
    </p:spTree>
    <p:extLst>
      <p:ext uri="{BB962C8B-B14F-4D97-AF65-F5344CB8AC3E}">
        <p14:creationId xmlns:p14="http://schemas.microsoft.com/office/powerpoint/2010/main" val="16537260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8E211DA-847C-4EF8-81E8-5F8B1426393B}" type="slidenum">
              <a:rPr lang="zh-CN" altLang="en-US" smtClean="0"/>
              <a:t>4</a:t>
            </a:fld>
            <a:endParaRPr lang="zh-CN" altLang="en-US"/>
          </a:p>
        </p:txBody>
      </p:sp>
    </p:spTree>
    <p:extLst>
      <p:ext uri="{BB962C8B-B14F-4D97-AF65-F5344CB8AC3E}">
        <p14:creationId xmlns:p14="http://schemas.microsoft.com/office/powerpoint/2010/main" val="6223416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8E211DA-847C-4EF8-81E8-5F8B1426393B}" type="slidenum">
              <a:rPr lang="zh-CN" altLang="en-US" smtClean="0"/>
              <a:t>5</a:t>
            </a:fld>
            <a:endParaRPr lang="zh-CN" altLang="en-US"/>
          </a:p>
        </p:txBody>
      </p:sp>
    </p:spTree>
    <p:extLst>
      <p:ext uri="{BB962C8B-B14F-4D97-AF65-F5344CB8AC3E}">
        <p14:creationId xmlns:p14="http://schemas.microsoft.com/office/powerpoint/2010/main" val="16275369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8E211DA-847C-4EF8-81E8-5F8B1426393B}" type="slidenum">
              <a:rPr lang="zh-CN" altLang="en-US" smtClean="0"/>
              <a:t>6</a:t>
            </a:fld>
            <a:endParaRPr lang="zh-CN" altLang="en-US"/>
          </a:p>
        </p:txBody>
      </p:sp>
    </p:spTree>
    <p:extLst>
      <p:ext uri="{BB962C8B-B14F-4D97-AF65-F5344CB8AC3E}">
        <p14:creationId xmlns:p14="http://schemas.microsoft.com/office/powerpoint/2010/main" val="18428012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8E211DA-847C-4EF8-81E8-5F8B1426393B}" type="slidenum">
              <a:rPr lang="zh-CN" altLang="en-US" smtClean="0"/>
              <a:t>7</a:t>
            </a:fld>
            <a:endParaRPr lang="zh-CN" altLang="en-US"/>
          </a:p>
        </p:txBody>
      </p:sp>
    </p:spTree>
    <p:extLst>
      <p:ext uri="{BB962C8B-B14F-4D97-AF65-F5344CB8AC3E}">
        <p14:creationId xmlns:p14="http://schemas.microsoft.com/office/powerpoint/2010/main" val="20850543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8E211DA-847C-4EF8-81E8-5F8B1426393B}" type="slidenum">
              <a:rPr lang="zh-CN" altLang="en-US" smtClean="0"/>
              <a:t>8</a:t>
            </a:fld>
            <a:endParaRPr lang="zh-CN" altLang="en-US"/>
          </a:p>
        </p:txBody>
      </p:sp>
    </p:spTree>
    <p:extLst>
      <p:ext uri="{BB962C8B-B14F-4D97-AF65-F5344CB8AC3E}">
        <p14:creationId xmlns:p14="http://schemas.microsoft.com/office/powerpoint/2010/main" val="40450540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8E211DA-847C-4EF8-81E8-5F8B1426393B}" type="slidenum">
              <a:rPr lang="zh-CN" altLang="en-US" smtClean="0"/>
              <a:t>9</a:t>
            </a:fld>
            <a:endParaRPr lang="zh-CN" altLang="en-US"/>
          </a:p>
        </p:txBody>
      </p:sp>
    </p:spTree>
    <p:extLst>
      <p:ext uri="{BB962C8B-B14F-4D97-AF65-F5344CB8AC3E}">
        <p14:creationId xmlns:p14="http://schemas.microsoft.com/office/powerpoint/2010/main" val="15378495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8E211DA-847C-4EF8-81E8-5F8B1426393B}" type="slidenum">
              <a:rPr lang="zh-CN" altLang="en-US" smtClean="0"/>
              <a:t>10</a:t>
            </a:fld>
            <a:endParaRPr lang="zh-CN" altLang="en-US"/>
          </a:p>
        </p:txBody>
      </p:sp>
    </p:spTree>
    <p:extLst>
      <p:ext uri="{BB962C8B-B14F-4D97-AF65-F5344CB8AC3E}">
        <p14:creationId xmlns:p14="http://schemas.microsoft.com/office/powerpoint/2010/main" val="42366849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8E211DA-847C-4EF8-81E8-5F8B1426393B}" type="slidenum">
              <a:rPr lang="zh-CN" altLang="en-US" smtClean="0"/>
              <a:t>11</a:t>
            </a:fld>
            <a:endParaRPr lang="zh-CN" altLang="en-US"/>
          </a:p>
        </p:txBody>
      </p:sp>
    </p:spTree>
    <p:extLst>
      <p:ext uri="{BB962C8B-B14F-4D97-AF65-F5344CB8AC3E}">
        <p14:creationId xmlns:p14="http://schemas.microsoft.com/office/powerpoint/2010/main" val="13699467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8E211DA-847C-4EF8-81E8-5F8B1426393B}" type="slidenum">
              <a:rPr lang="zh-CN" altLang="en-US" smtClean="0"/>
              <a:t>12</a:t>
            </a:fld>
            <a:endParaRPr lang="zh-CN" altLang="en-US"/>
          </a:p>
        </p:txBody>
      </p:sp>
    </p:spTree>
    <p:extLst>
      <p:ext uri="{BB962C8B-B14F-4D97-AF65-F5344CB8AC3E}">
        <p14:creationId xmlns:p14="http://schemas.microsoft.com/office/powerpoint/2010/main" val="17852165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8E211DA-847C-4EF8-81E8-5F8B1426393B}" type="slidenum">
              <a:rPr lang="zh-CN" altLang="en-US" smtClean="0"/>
              <a:t>13</a:t>
            </a:fld>
            <a:endParaRPr lang="zh-CN" altLang="en-US"/>
          </a:p>
        </p:txBody>
      </p:sp>
    </p:spTree>
    <p:extLst>
      <p:ext uri="{BB962C8B-B14F-4D97-AF65-F5344CB8AC3E}">
        <p14:creationId xmlns:p14="http://schemas.microsoft.com/office/powerpoint/2010/main" val="13082362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8E211DA-847C-4EF8-81E8-5F8B1426393B}" type="slidenum">
              <a:rPr lang="zh-CN" altLang="en-US" smtClean="0"/>
              <a:t>14</a:t>
            </a:fld>
            <a:endParaRPr lang="zh-CN" altLang="en-US"/>
          </a:p>
        </p:txBody>
      </p:sp>
    </p:spTree>
    <p:extLst>
      <p:ext uri="{BB962C8B-B14F-4D97-AF65-F5344CB8AC3E}">
        <p14:creationId xmlns:p14="http://schemas.microsoft.com/office/powerpoint/2010/main" val="1898752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8E211DA-847C-4EF8-81E8-5F8B1426393B}" type="slidenum">
              <a:rPr lang="zh-CN" altLang="en-US" smtClean="0"/>
              <a:t>15</a:t>
            </a:fld>
            <a:endParaRPr lang="zh-CN" altLang="en-US"/>
          </a:p>
        </p:txBody>
      </p:sp>
    </p:spTree>
    <p:extLst>
      <p:ext uri="{BB962C8B-B14F-4D97-AF65-F5344CB8AC3E}">
        <p14:creationId xmlns:p14="http://schemas.microsoft.com/office/powerpoint/2010/main" val="7679139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8E211DA-847C-4EF8-81E8-5F8B1426393B}" type="slidenum">
              <a:rPr lang="zh-CN" altLang="en-US" smtClean="0"/>
              <a:t>16</a:t>
            </a:fld>
            <a:endParaRPr lang="zh-CN" altLang="en-US"/>
          </a:p>
        </p:txBody>
      </p:sp>
    </p:spTree>
    <p:extLst>
      <p:ext uri="{BB962C8B-B14F-4D97-AF65-F5344CB8AC3E}">
        <p14:creationId xmlns:p14="http://schemas.microsoft.com/office/powerpoint/2010/main" val="37513792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8E211DA-847C-4EF8-81E8-5F8B1426393B}" type="slidenum">
              <a:rPr lang="zh-CN" altLang="en-US" smtClean="0"/>
              <a:t>17</a:t>
            </a:fld>
            <a:endParaRPr lang="zh-CN" altLang="en-US"/>
          </a:p>
        </p:txBody>
      </p:sp>
    </p:spTree>
    <p:extLst>
      <p:ext uri="{BB962C8B-B14F-4D97-AF65-F5344CB8AC3E}">
        <p14:creationId xmlns:p14="http://schemas.microsoft.com/office/powerpoint/2010/main" val="6608888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8E211DA-847C-4EF8-81E8-5F8B1426393B}" type="slidenum">
              <a:rPr lang="zh-CN" altLang="en-US" smtClean="0"/>
              <a:t>18</a:t>
            </a:fld>
            <a:endParaRPr lang="zh-CN" altLang="en-US"/>
          </a:p>
        </p:txBody>
      </p:sp>
    </p:spTree>
    <p:extLst>
      <p:ext uri="{BB962C8B-B14F-4D97-AF65-F5344CB8AC3E}">
        <p14:creationId xmlns:p14="http://schemas.microsoft.com/office/powerpoint/2010/main" val="6644541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2BDD7450-3372-4968-A164-EF2B9420B763}" type="datetimeFigureOut">
              <a:rPr lang="zh-CN" altLang="en-US" smtClean="0"/>
              <a:t>2019/8/26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2F6D007-7E2E-400A-B5D6-55A113DA691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2BDD7450-3372-4968-A164-EF2B9420B763}" type="datetimeFigureOut">
              <a:rPr lang="zh-CN" altLang="en-US" smtClean="0"/>
              <a:t>2019/8/26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2F6D007-7E2E-400A-B5D6-55A113DA691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2BDD7450-3372-4968-A164-EF2B9420B763}" type="datetimeFigureOut">
              <a:rPr lang="zh-CN" altLang="en-US" smtClean="0"/>
              <a:t>2019/8/26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2F6D007-7E2E-400A-B5D6-55A113DA691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2BDD7450-3372-4968-A164-EF2B9420B763}" type="datetimeFigureOut">
              <a:rPr lang="zh-CN" altLang="en-US" smtClean="0"/>
              <a:t>2019/8/26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2F6D007-7E2E-400A-B5D6-55A113DA691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2BDD7450-3372-4968-A164-EF2B9420B763}" type="datetimeFigureOut">
              <a:rPr lang="zh-CN" altLang="en-US" smtClean="0"/>
              <a:t>2019/8/26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32F6D007-7E2E-400A-B5D6-55A113DA691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2BDD7450-3372-4968-A164-EF2B9420B763}" type="datetimeFigureOut">
              <a:rPr lang="zh-CN" altLang="en-US" smtClean="0"/>
              <a:t>2019/8/26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32F6D007-7E2E-400A-B5D6-55A113DA691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BDD7450-3372-4968-A164-EF2B9420B763}" type="datetimeFigureOut">
              <a:rPr lang="zh-CN" altLang="en-US" smtClean="0"/>
              <a:t>2019/8/26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32F6D007-7E2E-400A-B5D6-55A113DA691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2BDD7450-3372-4968-A164-EF2B9420B763}" type="datetimeFigureOut">
              <a:rPr lang="zh-CN" altLang="en-US" smtClean="0"/>
              <a:t>2019/8/26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2F6D007-7E2E-400A-B5D6-55A113DA691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2BDD7450-3372-4968-A164-EF2B9420B763}" type="datetimeFigureOut">
              <a:rPr lang="zh-CN" altLang="en-US" smtClean="0"/>
              <a:t>2019/8/26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2F6D007-7E2E-400A-B5D6-55A113DA691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2BDD7450-3372-4968-A164-EF2B9420B763}" type="datetimeFigureOut">
              <a:rPr lang="zh-CN" altLang="en-US" smtClean="0"/>
              <a:t>2019/8/26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2F6D007-7E2E-400A-B5D6-55A113DA691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2BDD7450-3372-4968-A164-EF2B9420B763}" type="datetimeFigureOut">
              <a:rPr lang="zh-CN" altLang="en-US" smtClean="0"/>
              <a:t>2019/8/26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2F6D007-7E2E-400A-B5D6-55A113DA691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BDD7450-3372-4968-A164-EF2B9420B763}" type="datetimeFigureOut">
              <a:rPr lang="zh-CN" altLang="en-US" smtClean="0"/>
              <a:t>2019/8/26</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2F6D007-7E2E-400A-B5D6-55A113DA691E}"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media1.mp3"/><Relationship Id="rId7" Type="http://schemas.openxmlformats.org/officeDocument/2006/relationships/image" Target="../media/image2.jpeg"/><Relationship Id="rId2" Type="http://schemas.microsoft.com/office/2007/relationships/media" Target="../media/media1.mp3"/><Relationship Id="rId1" Type="http://schemas.openxmlformats.org/officeDocument/2006/relationships/themeOverride" Target="../theme/themeOverride1.xml"/><Relationship Id="rId6" Type="http://schemas.openxmlformats.org/officeDocument/2006/relationships/image" Target="../media/image1.png"/><Relationship Id="rId5" Type="http://schemas.openxmlformats.org/officeDocument/2006/relationships/notesSlide" Target="../notesSlides/notesSlide1.xml"/><Relationship Id="rId4"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0.jpeg"/></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3.jpeg"/></Relationships>
</file>

<file path=ppt/slides/_rels/slide1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17.jpeg"/><Relationship Id="rId4" Type="http://schemas.openxmlformats.org/officeDocument/2006/relationships/image" Target="../media/image16.jpeg"/></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mp3"/><Relationship Id="rId1" Type="http://schemas.microsoft.com/office/2007/relationships/media" Target="../media/media1.mp3"/><Relationship Id="rId6" Type="http://schemas.openxmlformats.org/officeDocument/2006/relationships/image" Target="../media/image2.jpeg"/><Relationship Id="rId5" Type="http://schemas.openxmlformats.org/officeDocument/2006/relationships/image" Target="../media/image1.png"/><Relationship Id="rId4"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53927" y="-226"/>
            <a:ext cx="12192000" cy="6858000"/>
          </a:xfrm>
          <a:prstGeom prst="rect">
            <a:avLst/>
          </a:prstGeom>
          <a:solidFill>
            <a:srgbClr val="79B0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1243774" y="1907688"/>
            <a:ext cx="6429772" cy="1754326"/>
          </a:xfrm>
          <a:prstGeom prst="rect">
            <a:avLst/>
          </a:prstGeom>
          <a:noFill/>
        </p:spPr>
        <p:txBody>
          <a:bodyPr wrap="square" rtlCol="0">
            <a:spAutoFit/>
          </a:bodyPr>
          <a:lstStyle/>
          <a:p>
            <a:r>
              <a:rPr lang="zh-CN" altLang="en-US" sz="6000" b="1" dirty="0">
                <a:solidFill>
                  <a:schemeClr val="bg2"/>
                </a:solidFill>
              </a:rPr>
              <a:t>对外经济贸易大学</a:t>
            </a:r>
            <a:endParaRPr lang="en-US" altLang="zh-CN" sz="6000" b="1" dirty="0">
              <a:solidFill>
                <a:schemeClr val="bg2"/>
              </a:solidFill>
            </a:endParaRPr>
          </a:p>
          <a:p>
            <a:pPr algn="ctr"/>
            <a:r>
              <a:rPr lang="zh-CN" altLang="en-US" sz="4400" b="1" dirty="0">
                <a:solidFill>
                  <a:schemeClr val="bg2"/>
                </a:solidFill>
              </a:rPr>
              <a:t>作品集</a:t>
            </a:r>
            <a:endParaRPr lang="en-US" altLang="zh-CN" sz="4400" b="1" dirty="0">
              <a:solidFill>
                <a:schemeClr val="bg2"/>
              </a:solidFill>
            </a:endParaRPr>
          </a:p>
        </p:txBody>
      </p:sp>
      <p:pic>
        <p:nvPicPr>
          <p:cNvPr id="9" name="Jacoo - Crossing Winds (Original)">
            <a:hlinkClick r:id="" action="ppaction://media"/>
          </p:cNvPr>
          <p:cNvPicPr>
            <a:picLocks noChangeAspect="1"/>
          </p:cNvPicPr>
          <p:nvPr>
            <a:audioFile r:link="rId3"/>
            <p:extLst>
              <p:ext uri="{DAA4B4D4-6D71-4841-9C94-3DE7FCFB9230}">
                <p14:media xmlns:p14="http://schemas.microsoft.com/office/powerpoint/2010/main" r:embed="rId2"/>
              </p:ext>
            </p:extLst>
          </p:nvPr>
        </p:nvPicPr>
        <p:blipFill>
          <a:blip r:embed="rId6"/>
          <a:stretch>
            <a:fillRect/>
          </a:stretch>
        </p:blipFill>
        <p:spPr>
          <a:xfrm>
            <a:off x="-976980" y="-406400"/>
            <a:ext cx="812800" cy="812800"/>
          </a:xfrm>
          <a:prstGeom prst="rect">
            <a:avLst/>
          </a:prstGeom>
        </p:spPr>
      </p:pic>
      <p:sp>
        <p:nvSpPr>
          <p:cNvPr id="13" name="矩形 12"/>
          <p:cNvSpPr/>
          <p:nvPr/>
        </p:nvSpPr>
        <p:spPr>
          <a:xfrm>
            <a:off x="534572" y="406400"/>
            <a:ext cx="11015003" cy="6106942"/>
          </a:xfrm>
          <a:prstGeom prst="rect">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平行四边形 1"/>
          <p:cNvSpPr/>
          <p:nvPr/>
        </p:nvSpPr>
        <p:spPr>
          <a:xfrm>
            <a:off x="7508201" y="1"/>
            <a:ext cx="4766653" cy="6858000"/>
          </a:xfrm>
          <a:custGeom>
            <a:avLst/>
            <a:gdLst>
              <a:gd name="connsiteX0" fmla="*/ 0 w 3935895"/>
              <a:gd name="connsiteY0" fmla="*/ 6858000 h 6858000"/>
              <a:gd name="connsiteX1" fmla="*/ 983974 w 3935895"/>
              <a:gd name="connsiteY1" fmla="*/ 0 h 6858000"/>
              <a:gd name="connsiteX2" fmla="*/ 3935895 w 3935895"/>
              <a:gd name="connsiteY2" fmla="*/ 0 h 6858000"/>
              <a:gd name="connsiteX3" fmla="*/ 2951921 w 3935895"/>
              <a:gd name="connsiteY3" fmla="*/ 6858000 h 6858000"/>
              <a:gd name="connsiteX4" fmla="*/ 0 w 3935895"/>
              <a:gd name="connsiteY4" fmla="*/ 6858000 h 6858000"/>
              <a:gd name="connsiteX0-1" fmla="*/ 0 w 3936659"/>
              <a:gd name="connsiteY0-2" fmla="*/ 6858000 h 6858000"/>
              <a:gd name="connsiteX1-3" fmla="*/ 983974 w 3936659"/>
              <a:gd name="connsiteY1-4" fmla="*/ 0 h 6858000"/>
              <a:gd name="connsiteX2-5" fmla="*/ 3935895 w 3936659"/>
              <a:gd name="connsiteY2-6" fmla="*/ 0 h 6858000"/>
              <a:gd name="connsiteX3-7" fmla="*/ 3936659 w 3936659"/>
              <a:gd name="connsiteY3-8" fmla="*/ 6858000 h 6858000"/>
              <a:gd name="connsiteX4-9" fmla="*/ 0 w 3936659"/>
              <a:gd name="connsiteY4-10" fmla="*/ 6858000 h 6858000"/>
              <a:gd name="connsiteX0-11" fmla="*/ 0 w 4766653"/>
              <a:gd name="connsiteY0-12" fmla="*/ 6843932 h 6858000"/>
              <a:gd name="connsiteX1-13" fmla="*/ 1813968 w 4766653"/>
              <a:gd name="connsiteY1-14" fmla="*/ 0 h 6858000"/>
              <a:gd name="connsiteX2-15" fmla="*/ 4765889 w 4766653"/>
              <a:gd name="connsiteY2-16" fmla="*/ 0 h 6858000"/>
              <a:gd name="connsiteX3-17" fmla="*/ 4766653 w 4766653"/>
              <a:gd name="connsiteY3-18" fmla="*/ 6858000 h 6858000"/>
              <a:gd name="connsiteX4-19" fmla="*/ 0 w 4766653"/>
              <a:gd name="connsiteY4-20" fmla="*/ 6843932 h 6858000"/>
              <a:gd name="connsiteX0-21" fmla="*/ 0 w 4766653"/>
              <a:gd name="connsiteY0-22" fmla="*/ 6843932 h 6858000"/>
              <a:gd name="connsiteX1-23" fmla="*/ 1420072 w 4766653"/>
              <a:gd name="connsiteY1-24" fmla="*/ 0 h 6858000"/>
              <a:gd name="connsiteX2-25" fmla="*/ 4765889 w 4766653"/>
              <a:gd name="connsiteY2-26" fmla="*/ 0 h 6858000"/>
              <a:gd name="connsiteX3-27" fmla="*/ 4766653 w 4766653"/>
              <a:gd name="connsiteY3-28" fmla="*/ 6858000 h 6858000"/>
              <a:gd name="connsiteX4-29" fmla="*/ 0 w 4766653"/>
              <a:gd name="connsiteY4-30" fmla="*/ 6843932 h 6858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4766653" h="6858000">
                <a:moveTo>
                  <a:pt x="0" y="6843932"/>
                </a:moveTo>
                <a:lnTo>
                  <a:pt x="1420072" y="0"/>
                </a:lnTo>
                <a:lnTo>
                  <a:pt x="4765889" y="0"/>
                </a:lnTo>
                <a:cubicBezTo>
                  <a:pt x="4766144" y="2286000"/>
                  <a:pt x="4766398" y="4572000"/>
                  <a:pt x="4766653" y="6858000"/>
                </a:cubicBezTo>
                <a:lnTo>
                  <a:pt x="0" y="6843932"/>
                </a:lnTo>
                <a:close/>
              </a:path>
            </a:pathLst>
          </a:custGeom>
          <a:blipFill dpi="0" rotWithShape="0">
            <a:blip r:embed="rId7"/>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1972823" y="4210164"/>
            <a:ext cx="4701860" cy="400110"/>
          </a:xfrm>
          <a:prstGeom prst="rect">
            <a:avLst/>
          </a:prstGeom>
          <a:noFill/>
        </p:spPr>
        <p:txBody>
          <a:bodyPr wrap="square" rtlCol="0">
            <a:spAutoFit/>
          </a:bodyPr>
          <a:lstStyle/>
          <a:p>
            <a:pPr algn="ctr"/>
            <a:r>
              <a:rPr lang="zh-CN" altLang="en-US" sz="2000" b="1" dirty="0">
                <a:solidFill>
                  <a:schemeClr val="bg2"/>
                </a:solidFill>
              </a:rPr>
              <a:t>小北</a:t>
            </a:r>
            <a:endParaRPr lang="en-US" altLang="zh-CN" sz="2000" b="1" dirty="0">
              <a:solidFill>
                <a:schemeClr val="bg2"/>
              </a:solidFill>
            </a:endParaRPr>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9"/>
                                        </p:tgtEl>
                                      </p:cBhvr>
                                    </p:cmd>
                                  </p:childTnLst>
                                </p:cTn>
                              </p:par>
                            </p:childTnLst>
                          </p:cTn>
                        </p:par>
                        <p:par>
                          <p:cTn id="7" fill="hold">
                            <p:stCondLst>
                              <p:cond delay="0"/>
                            </p:stCondLst>
                            <p:childTnLst>
                              <p:par>
                                <p:cTn id="8" presetID="10" presetClass="entr" presetSubtype="0" fill="hold" grpId="0" nodeType="after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childTnLst>
                          </p:cTn>
                        </p:par>
                        <p:par>
                          <p:cTn id="11" fill="hold">
                            <p:stCondLst>
                              <p:cond delay="500"/>
                            </p:stCondLst>
                            <p:childTnLst>
                              <p:par>
                                <p:cTn id="12" presetID="22" presetClass="entr" presetSubtype="2" fill="hold" grpId="0" nodeType="after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wipe(right)">
                                      <p:cBhvr>
                                        <p:cTn id="14" dur="500"/>
                                        <p:tgtEl>
                                          <p:spTgt spid="13"/>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numSld="999" showWhenStopped="0">
                <p:cTn id="21" repeatCount="indefinite" fill="remove" display="0">
                  <p:stCondLst>
                    <p:cond delay="indefinite"/>
                  </p:stCondLst>
                  <p:endCondLst>
                    <p:cond evt="onStopAudio" delay="0">
                      <p:tgtEl>
                        <p:sldTgt/>
                      </p:tgtEl>
                    </p:cond>
                  </p:endCondLst>
                </p:cTn>
                <p:tgtEl>
                  <p:spTgt spid="9"/>
                </p:tgtEl>
              </p:cMediaNode>
            </p:audio>
          </p:childTnLst>
        </p:cTn>
      </p:par>
    </p:tnLst>
    <p:bldLst>
      <p:bldP spid="8" grpId="0"/>
      <p:bldP spid="13" grpId="0" animBg="1"/>
      <p:bldP spid="2" grpId="0" animBg="1"/>
      <p:bldP spid="10"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rot="5400000">
            <a:off x="-1371125" y="3032799"/>
            <a:ext cx="4701860" cy="1015663"/>
          </a:xfrm>
          <a:prstGeom prst="rect">
            <a:avLst/>
          </a:prstGeom>
          <a:noFill/>
        </p:spPr>
        <p:txBody>
          <a:bodyPr wrap="square" rtlCol="0">
            <a:spAutoFit/>
          </a:bodyPr>
          <a:lstStyle/>
          <a:p>
            <a:r>
              <a:rPr lang="en-US" altLang="zh-CN" sz="2000" b="1" dirty="0">
                <a:solidFill>
                  <a:srgbClr val="79B0AB"/>
                </a:solidFill>
              </a:rPr>
              <a:t>You ask me if I love you</a:t>
            </a:r>
            <a:r>
              <a:rPr lang="zh-CN" altLang="en-US" sz="2000" b="1" dirty="0">
                <a:solidFill>
                  <a:srgbClr val="79B0AB"/>
                </a:solidFill>
              </a:rPr>
              <a:t>，</a:t>
            </a:r>
            <a:r>
              <a:rPr lang="en-US" altLang="zh-CN" sz="2000" b="1" dirty="0">
                <a:solidFill>
                  <a:srgbClr val="79B0AB"/>
                </a:solidFill>
              </a:rPr>
              <a:t>And I choke on my reply </a:t>
            </a:r>
            <a:r>
              <a:rPr lang="zh-CN" altLang="en-US" sz="2000" b="1" dirty="0">
                <a:solidFill>
                  <a:srgbClr val="79B0AB"/>
                </a:solidFill>
              </a:rPr>
              <a:t>，</a:t>
            </a:r>
            <a:r>
              <a:rPr lang="en-US" altLang="zh-CN" sz="2000" b="1" dirty="0">
                <a:solidFill>
                  <a:srgbClr val="79B0AB"/>
                </a:solidFill>
              </a:rPr>
              <a:t>I'd rather hurt you honestly </a:t>
            </a:r>
          </a:p>
        </p:txBody>
      </p:sp>
      <p:sp>
        <p:nvSpPr>
          <p:cNvPr id="8" name="TextBox 11"/>
          <p:cNvSpPr txBox="1"/>
          <p:nvPr/>
        </p:nvSpPr>
        <p:spPr>
          <a:xfrm>
            <a:off x="6445250" y="2862580"/>
            <a:ext cx="4719955" cy="2245360"/>
          </a:xfrm>
          <a:prstGeom prst="rect">
            <a:avLst/>
          </a:prstGeom>
          <a:noFill/>
        </p:spPr>
        <p:txBody>
          <a:bodyPr wrap="square" rtlCol="0">
            <a:spAutoFit/>
          </a:bodyPr>
          <a:lstStyle/>
          <a:p>
            <a:pPr algn="l">
              <a:lnSpc>
                <a:spcPct val="200000"/>
              </a:lnSpc>
            </a:pPr>
            <a:r>
              <a:rPr lang="zh-CN" altLang="en-US" sz="1000" dirty="0">
                <a:latin typeface="华文黑体" panose="02010600040101010101" charset="-122"/>
                <a:ea typeface="华文黑体" panose="02010600040101010101" charset="-122"/>
                <a:sym typeface="+mn-ea"/>
              </a:rPr>
              <a:t>I love you more than I've ever loved any woman. And I've waited longer for you than I've waited for any woman.</a:t>
            </a:r>
            <a:endParaRPr lang="zh-CN" altLang="en-US" sz="1000" dirty="0">
              <a:solidFill>
                <a:schemeClr val="tx1"/>
              </a:solidFill>
              <a:latin typeface="华文黑体" panose="02010600040101010101" charset="-122"/>
              <a:ea typeface="华文黑体" panose="02010600040101010101" charset="-122"/>
              <a:sym typeface="+mn-ea"/>
            </a:endParaRPr>
          </a:p>
          <a:p>
            <a:pPr algn="l">
              <a:lnSpc>
                <a:spcPct val="200000"/>
              </a:lnSpc>
            </a:pPr>
            <a:endParaRPr lang="zh-CN" altLang="en-US" sz="1000" dirty="0">
              <a:solidFill>
                <a:schemeClr val="tx1"/>
              </a:solidFill>
              <a:latin typeface="华文黑体" panose="02010600040101010101" charset="-122"/>
              <a:ea typeface="华文黑体" panose="02010600040101010101" charset="-122"/>
              <a:sym typeface="+mn-ea"/>
            </a:endParaRPr>
          </a:p>
          <a:p>
            <a:pPr algn="l">
              <a:lnSpc>
                <a:spcPct val="200000"/>
              </a:lnSpc>
            </a:pPr>
            <a:r>
              <a:rPr lang="zh-CN" altLang="en-US" sz="1000" dirty="0">
                <a:latin typeface="华文黑体" panose="02010600040101010101" charset="-122"/>
                <a:ea typeface="华文黑体" panose="02010600040101010101" charset="-122"/>
                <a:sym typeface="+mn-ea"/>
              </a:rPr>
              <a:t>I love you more than I've ever loved any woman. And I've waited longer for you than I've waited for any woman.I love you more than I've ever loved any woman. And I've waited longer for you than I've waited for any woman.</a:t>
            </a:r>
            <a:endParaRPr lang="en-US" altLang="zh-CN" sz="1600" dirty="0">
              <a:solidFill>
                <a:schemeClr val="tx1">
                  <a:lumMod val="65000"/>
                  <a:lumOff val="35000"/>
                </a:schemeClr>
              </a:solidFill>
              <a:latin typeface="+mn-ea"/>
            </a:endParaRPr>
          </a:p>
        </p:txBody>
      </p:sp>
      <p:sp>
        <p:nvSpPr>
          <p:cNvPr id="9" name="矩形 8"/>
          <p:cNvSpPr/>
          <p:nvPr/>
        </p:nvSpPr>
        <p:spPr>
          <a:xfrm>
            <a:off x="6445250" y="1831975"/>
            <a:ext cx="3481705" cy="395045"/>
          </a:xfrm>
          <a:prstGeom prst="rect">
            <a:avLst/>
          </a:prstGeom>
          <a:noFill/>
        </p:spPr>
        <p:txBody>
          <a:bodyPr wrap="square" rtlCol="0">
            <a:spAutoFit/>
          </a:bodyPr>
          <a:lstStyle/>
          <a:p>
            <a:pPr algn="l">
              <a:lnSpc>
                <a:spcPct val="120000"/>
              </a:lnSpc>
            </a:pPr>
            <a:r>
              <a:rPr lang="zh-CN" altLang="en-US" dirty="0">
                <a:solidFill>
                  <a:schemeClr val="accent4">
                    <a:lumMod val="40000"/>
                    <a:lumOff val="60000"/>
                  </a:schemeClr>
                </a:solidFill>
                <a:latin typeface="华文黑体" panose="02010600040101010101" charset="-122"/>
                <a:ea typeface="华文黑体" panose="02010600040101010101" charset="-122"/>
                <a:sym typeface="+mn-ea"/>
              </a:rPr>
              <a:t>Click here to add your title</a:t>
            </a:r>
          </a:p>
        </p:txBody>
      </p:sp>
      <p:grpSp>
        <p:nvGrpSpPr>
          <p:cNvPr id="10" name="组合 9"/>
          <p:cNvGrpSpPr/>
          <p:nvPr/>
        </p:nvGrpSpPr>
        <p:grpSpPr>
          <a:xfrm>
            <a:off x="6521450" y="2489200"/>
            <a:ext cx="4641850" cy="45720"/>
            <a:chOff x="10270" y="3296"/>
            <a:chExt cx="7310" cy="72"/>
          </a:xfrm>
        </p:grpSpPr>
        <p:cxnSp>
          <p:nvCxnSpPr>
            <p:cNvPr id="12" name="直接连接符 11"/>
            <p:cNvCxnSpPr/>
            <p:nvPr/>
          </p:nvCxnSpPr>
          <p:spPr>
            <a:xfrm>
              <a:off x="10270" y="3351"/>
              <a:ext cx="7311" cy="3"/>
            </a:xfrm>
            <a:prstGeom prst="line">
              <a:avLst/>
            </a:prstGeom>
            <a:solidFill>
              <a:schemeClr val="accent6">
                <a:lumMod val="75000"/>
              </a:schemeClr>
            </a:solidFill>
            <a:ln w="25400">
              <a:solidFill>
                <a:srgbClr val="79B0AB"/>
              </a:solidFill>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10279" y="3296"/>
              <a:ext cx="4589" cy="72"/>
            </a:xfrm>
            <a:prstGeom prst="rect">
              <a:avLst/>
            </a:prstGeom>
            <a:solidFill>
              <a:srgbClr val="79B0AB"/>
            </a:solidFill>
            <a:ln w="25400">
              <a:solidFill>
                <a:srgbClr val="79B0AB"/>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p:nvSpPr>
          <p:cNvPr id="7" name="矩形 6"/>
          <p:cNvSpPr/>
          <p:nvPr/>
        </p:nvSpPr>
        <p:spPr>
          <a:xfrm>
            <a:off x="1761272" y="1143400"/>
            <a:ext cx="4392212" cy="4797995"/>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left)">
                                      <p:cBhvr>
                                        <p:cTn id="11" dur="500"/>
                                        <p:tgtEl>
                                          <p:spTgt spid="10"/>
                                        </p:tgtEl>
                                      </p:cBhvr>
                                    </p:animEffect>
                                  </p:childTnLst>
                                </p:cTn>
                              </p:par>
                            </p:childTnLst>
                          </p:cTn>
                        </p:par>
                        <p:par>
                          <p:cTn id="12" fill="hold">
                            <p:stCondLst>
                              <p:cond delay="1000"/>
                            </p:stCondLst>
                            <p:childTnLst>
                              <p:par>
                                <p:cTn id="13" presetID="14" presetClass="entr" presetSubtype="5"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randombar(vertical)">
                                      <p:cBhvr>
                                        <p:cTn id="1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618978" y="1956680"/>
            <a:ext cx="6977576" cy="3754804"/>
          </a:xfrm>
          <a:prstGeom prst="rect">
            <a:avLst/>
          </a:prstGeom>
          <a:solidFill>
            <a:srgbClr val="79B0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6515101" y="1111557"/>
            <a:ext cx="4101515" cy="400110"/>
          </a:xfrm>
          <a:prstGeom prst="rect">
            <a:avLst/>
          </a:prstGeom>
          <a:noFill/>
        </p:spPr>
        <p:txBody>
          <a:bodyPr wrap="square" rtlCol="0">
            <a:spAutoFit/>
          </a:bodyPr>
          <a:lstStyle/>
          <a:p>
            <a:r>
              <a:rPr lang="en-US" altLang="zh-CN" sz="2000" b="1" dirty="0">
                <a:solidFill>
                  <a:srgbClr val="79B0AB"/>
                </a:solidFill>
                <a:latin typeface="Indie Flower" panose="02000000000000000000" pitchFamily="2" charset="0"/>
              </a:rPr>
              <a:t>A secret makes a woman </a:t>
            </a:r>
            <a:r>
              <a:rPr lang="en-US" altLang="zh-CN" sz="2000" b="1" dirty="0" err="1">
                <a:solidFill>
                  <a:srgbClr val="79B0AB"/>
                </a:solidFill>
                <a:latin typeface="Indie Flower" panose="02000000000000000000" pitchFamily="2" charset="0"/>
              </a:rPr>
              <a:t>woman</a:t>
            </a:r>
            <a:endParaRPr lang="zh-CN" altLang="en-US" sz="2000" b="1" dirty="0">
              <a:solidFill>
                <a:srgbClr val="79B0AB"/>
              </a:solidFill>
              <a:latin typeface="Indie Flower" panose="02000000000000000000" pitchFamily="2" charset="0"/>
            </a:endParaRPr>
          </a:p>
        </p:txBody>
      </p:sp>
      <p:sp>
        <p:nvSpPr>
          <p:cNvPr id="4" name="文本框 3"/>
          <p:cNvSpPr txBox="1"/>
          <p:nvPr/>
        </p:nvSpPr>
        <p:spPr>
          <a:xfrm>
            <a:off x="1122094" y="2863508"/>
            <a:ext cx="4326890" cy="224536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fontAlgn="auto">
              <a:lnSpc>
                <a:spcPct val="200000"/>
              </a:lnSpc>
            </a:pPr>
            <a:r>
              <a:rPr lang="zh-CN" altLang="en-US" sz="1000" dirty="0">
                <a:solidFill>
                  <a:schemeClr val="bg1"/>
                </a:solidFill>
                <a:latin typeface="华文黑体" panose="02010600040101010101" charset="-122"/>
                <a:ea typeface="华文黑体" panose="02010600040101010101" charset="-122"/>
                <a:sym typeface="+mn-ea"/>
              </a:rPr>
              <a:t>I love you more than I've ever loved any woman. And I've waited longer for you than I've waited for any woman.</a:t>
            </a:r>
          </a:p>
          <a:p>
            <a:pPr algn="l" fontAlgn="auto">
              <a:lnSpc>
                <a:spcPct val="200000"/>
              </a:lnSpc>
            </a:pPr>
            <a:endParaRPr lang="zh-CN" altLang="en-US" sz="1000" dirty="0">
              <a:solidFill>
                <a:schemeClr val="bg1"/>
              </a:solidFill>
              <a:latin typeface="华文黑体" panose="02010600040101010101" charset="-122"/>
              <a:ea typeface="华文黑体" panose="02010600040101010101" charset="-122"/>
              <a:sym typeface="+mn-ea"/>
            </a:endParaRPr>
          </a:p>
          <a:p>
            <a:pPr algn="l" fontAlgn="auto">
              <a:lnSpc>
                <a:spcPct val="200000"/>
              </a:lnSpc>
            </a:pPr>
            <a:r>
              <a:rPr lang="zh-CN" altLang="en-US" sz="1000" dirty="0">
                <a:solidFill>
                  <a:schemeClr val="bg1"/>
                </a:solidFill>
                <a:latin typeface="华文黑体" panose="02010600040101010101" charset="-122"/>
                <a:ea typeface="华文黑体" panose="02010600040101010101" charset="-122"/>
                <a:sym typeface="+mn-ea"/>
              </a:rPr>
              <a:t>I love you more than I've ever loved any woman. And I've waited longer for you than I've waited for any woman.I love you more than I've ever loved any woman. And I've waited longer for you than I've waited for any woman.</a:t>
            </a:r>
          </a:p>
        </p:txBody>
      </p:sp>
      <p:sp>
        <p:nvSpPr>
          <p:cNvPr id="5" name="文本框 4"/>
          <p:cNvSpPr txBox="1"/>
          <p:nvPr/>
        </p:nvSpPr>
        <p:spPr>
          <a:xfrm>
            <a:off x="1122094" y="2264068"/>
            <a:ext cx="3319780" cy="39504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zh-CN" altLang="en-US" dirty="0">
                <a:solidFill>
                  <a:schemeClr val="accent4">
                    <a:lumMod val="20000"/>
                    <a:lumOff val="80000"/>
                  </a:schemeClr>
                </a:solidFill>
                <a:latin typeface="华文黑体" panose="02010600040101010101" charset="-122"/>
                <a:ea typeface="华文黑体" panose="02010600040101010101" charset="-122"/>
                <a:sym typeface="+mn-ea"/>
              </a:rPr>
              <a:t>Click here to add your title</a:t>
            </a:r>
          </a:p>
        </p:txBody>
      </p:sp>
      <p:sp>
        <p:nvSpPr>
          <p:cNvPr id="10" name="矩形 9"/>
          <p:cNvSpPr/>
          <p:nvPr/>
        </p:nvSpPr>
        <p:spPr>
          <a:xfrm>
            <a:off x="6515101" y="1581419"/>
            <a:ext cx="5317587" cy="4505325"/>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par>
                          <p:cTn id="8" fill="hold">
                            <p:stCondLst>
                              <p:cond delay="500"/>
                            </p:stCondLst>
                            <p:childTnLst>
                              <p:par>
                                <p:cTn id="9" presetID="14" presetClass="entr" presetSubtype="5" fill="hold" grpId="1"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randombar(vertical)">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6418579" y="2662799"/>
            <a:ext cx="4658995" cy="224536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fontAlgn="auto">
              <a:lnSpc>
                <a:spcPct val="200000"/>
              </a:lnSpc>
            </a:pPr>
            <a:r>
              <a:rPr lang="zh-CN" altLang="en-US" sz="1000">
                <a:solidFill>
                  <a:schemeClr val="tx1"/>
                </a:solidFill>
                <a:latin typeface="华文黑体" panose="02010600040101010101" charset="-122"/>
                <a:ea typeface="华文黑体" panose="02010600040101010101" charset="-122"/>
                <a:sym typeface="+mn-ea"/>
              </a:rPr>
              <a:t>I love you more than I've ever loved any woman. And I've waited longer for you than I've waited for any woman.</a:t>
            </a:r>
          </a:p>
          <a:p>
            <a:pPr algn="l" fontAlgn="auto">
              <a:lnSpc>
                <a:spcPct val="200000"/>
              </a:lnSpc>
            </a:pPr>
            <a:endParaRPr lang="zh-CN" altLang="en-US" sz="1000" dirty="0">
              <a:solidFill>
                <a:schemeClr val="tx1"/>
              </a:solidFill>
              <a:latin typeface="华文黑体" panose="02010600040101010101" charset="-122"/>
              <a:ea typeface="华文黑体" panose="02010600040101010101" charset="-122"/>
              <a:sym typeface="+mn-ea"/>
            </a:endParaRPr>
          </a:p>
          <a:p>
            <a:pPr algn="l" fontAlgn="auto">
              <a:lnSpc>
                <a:spcPct val="200000"/>
              </a:lnSpc>
            </a:pPr>
            <a:r>
              <a:rPr lang="zh-CN" altLang="en-US" sz="1000">
                <a:solidFill>
                  <a:schemeClr val="tx1"/>
                </a:solidFill>
                <a:latin typeface="华文黑体" panose="02010600040101010101" charset="-122"/>
                <a:ea typeface="华文黑体" panose="02010600040101010101" charset="-122"/>
                <a:sym typeface="+mn-ea"/>
              </a:rPr>
              <a:t>I love you more than I've ever loved any woman. And I've waited longer for you than I've waited for any woman.I love you more than I've ever loved any woman. And I've waited longer for you than I've waited for any woman.</a:t>
            </a:r>
            <a:endParaRPr lang="zh-CN" altLang="en-US" sz="1000" dirty="0">
              <a:solidFill>
                <a:schemeClr val="tx1"/>
              </a:solidFill>
              <a:latin typeface="华文黑体" panose="02010600040101010101" charset="-122"/>
              <a:ea typeface="华文黑体" panose="02010600040101010101" charset="-122"/>
              <a:sym typeface="+mn-ea"/>
            </a:endParaRPr>
          </a:p>
        </p:txBody>
      </p:sp>
      <p:sp>
        <p:nvSpPr>
          <p:cNvPr id="4" name="文本框 3"/>
          <p:cNvSpPr txBox="1"/>
          <p:nvPr/>
        </p:nvSpPr>
        <p:spPr>
          <a:xfrm>
            <a:off x="6418579" y="2020814"/>
            <a:ext cx="3677285" cy="4603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zh-CN" altLang="en-US" sz="2000" dirty="0">
                <a:solidFill>
                  <a:schemeClr val="tx1"/>
                </a:solidFill>
                <a:latin typeface="华文黑体" panose="02010600040101010101" charset="-122"/>
                <a:ea typeface="华文黑体" panose="02010600040101010101" charset="-122"/>
                <a:sym typeface="+mn-ea"/>
              </a:rPr>
              <a:t>Click here to add your title</a:t>
            </a:r>
          </a:p>
        </p:txBody>
      </p:sp>
      <p:sp>
        <p:nvSpPr>
          <p:cNvPr id="6" name="矩形 5"/>
          <p:cNvSpPr/>
          <p:nvPr/>
        </p:nvSpPr>
        <p:spPr>
          <a:xfrm>
            <a:off x="-1906" y="0"/>
            <a:ext cx="480207" cy="6872068"/>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8301" y="19343"/>
            <a:ext cx="3859003" cy="6858000"/>
          </a:xfrm>
          <a:prstGeom prst="rect">
            <a:avLst/>
          </a:prstGeom>
        </p:spPr>
      </p:pic>
      <p:sp>
        <p:nvSpPr>
          <p:cNvPr id="8" name="矩形 7"/>
          <p:cNvSpPr/>
          <p:nvPr/>
        </p:nvSpPr>
        <p:spPr>
          <a:xfrm>
            <a:off x="5627076" y="1111348"/>
            <a:ext cx="6006905" cy="4811151"/>
          </a:xfrm>
          <a:prstGeom prst="rect">
            <a:avLst/>
          </a:prstGeom>
          <a:noFill/>
          <a:ln w="38100">
            <a:solidFill>
              <a:srgbClr val="79B0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14" presetClass="entr" presetSubtype="5" fill="hold" grpId="1"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randombar(vertical)">
                                      <p:cBhvr>
                                        <p:cTn id="11" dur="500"/>
                                        <p:tgtEl>
                                          <p:spTgt spid="3"/>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up)">
                                      <p:cBhvr>
                                        <p:cTn id="1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4" grpId="0"/>
      <p:bldP spid="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3345845" y="651505"/>
            <a:ext cx="2546252" cy="5534500"/>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617785" y="651505"/>
            <a:ext cx="1491176" cy="5548568"/>
          </a:xfrm>
          <a:prstGeom prst="rect">
            <a:avLst/>
          </a:prstGeom>
          <a:solidFill>
            <a:srgbClr val="79B0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7479482" y="1021044"/>
            <a:ext cx="3487420" cy="9772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20000"/>
              </a:lnSpc>
            </a:pPr>
            <a:r>
              <a:rPr lang="zh-CN" altLang="en-US" sz="2400" b="1" dirty="0">
                <a:solidFill>
                  <a:srgbClr val="79B0AB"/>
                </a:solidFill>
                <a:latin typeface="Poppins SemiBold" panose="02000000000000000000" charset="0"/>
                <a:ea typeface="华文黑体" panose="02010600040101010101" charset="-122"/>
                <a:sym typeface="+mn-ea"/>
              </a:rPr>
              <a:t>ALL OR NOTHING</a:t>
            </a:r>
          </a:p>
          <a:p>
            <a:pPr algn="r">
              <a:lnSpc>
                <a:spcPct val="120000"/>
              </a:lnSpc>
            </a:pPr>
            <a:r>
              <a:rPr lang="zh-CN" altLang="en-US" sz="2400" b="1" dirty="0">
                <a:solidFill>
                  <a:srgbClr val="79B0AB"/>
                </a:solidFill>
                <a:latin typeface="Poppins SemiBold" panose="02000000000000000000" charset="0"/>
                <a:ea typeface="华文黑体" panose="02010600040101010101" charset="-122"/>
                <a:sym typeface="+mn-ea"/>
              </a:rPr>
              <a:t>NOW OR NEVER</a:t>
            </a:r>
          </a:p>
        </p:txBody>
      </p:sp>
      <p:sp>
        <p:nvSpPr>
          <p:cNvPr id="3" name="文本框 2"/>
          <p:cNvSpPr txBox="1"/>
          <p:nvPr/>
        </p:nvSpPr>
        <p:spPr>
          <a:xfrm>
            <a:off x="6996701" y="3425789"/>
            <a:ext cx="3970201" cy="2585323"/>
          </a:xfrm>
          <a:prstGeom prst="rect">
            <a:avLst/>
          </a:prstGeom>
          <a:noFill/>
        </p:spPr>
        <p:txBody>
          <a:bodyPr wrap="square" rtlCol="0">
            <a:spAutoFit/>
          </a:bodyPr>
          <a:lstStyle/>
          <a:p>
            <a:pPr algn="r" fontAlgn="auto">
              <a:lnSpc>
                <a:spcPct val="180000"/>
              </a:lnSpc>
            </a:pPr>
            <a:r>
              <a:rPr lang="zh-CN" altLang="en-US" sz="1000" dirty="0">
                <a:solidFill>
                  <a:schemeClr val="tx1"/>
                </a:solidFill>
                <a:latin typeface="Lora" panose="02000503000000020004" charset="0"/>
                <a:ea typeface="华文黑体" panose="02010600040101010101" charset="-122"/>
                <a:sym typeface="+mn-ea"/>
              </a:rPr>
              <a:t>I love you more than I've ever loved any woman. And I've waited longer for you than I've waited for any woman.I love you more than I've ever loved any woman. And I've waited longer for you than I've waited for any woman.</a:t>
            </a:r>
          </a:p>
          <a:p>
            <a:pPr algn="r" fontAlgn="auto">
              <a:lnSpc>
                <a:spcPct val="180000"/>
              </a:lnSpc>
            </a:pPr>
            <a:endParaRPr lang="zh-CN" altLang="en-US" sz="1000" dirty="0">
              <a:solidFill>
                <a:schemeClr val="tx1"/>
              </a:solidFill>
              <a:latin typeface="Lora" panose="02000503000000020004" charset="0"/>
              <a:ea typeface="华文黑体" panose="02010600040101010101" charset="-122"/>
              <a:sym typeface="+mn-ea"/>
            </a:endParaRPr>
          </a:p>
          <a:p>
            <a:pPr algn="r" fontAlgn="auto">
              <a:lnSpc>
                <a:spcPct val="180000"/>
              </a:lnSpc>
            </a:pPr>
            <a:r>
              <a:rPr lang="zh-CN" altLang="en-US" sz="1000" dirty="0">
                <a:solidFill>
                  <a:schemeClr val="tx1"/>
                </a:solidFill>
                <a:latin typeface="Lora" panose="02000503000000020004" charset="0"/>
                <a:ea typeface="华文黑体" panose="02010600040101010101" charset="-122"/>
                <a:sym typeface="+mn-ea"/>
              </a:rPr>
              <a:t>I love you more than I've ever loved any woman. And I've waited longer for you than I've waited for any woman.I love you more than I've ever loved any woman. And I've waited longer for you than I've waited for any woman.</a:t>
            </a:r>
          </a:p>
        </p:txBody>
      </p:sp>
      <p:cxnSp>
        <p:nvCxnSpPr>
          <p:cNvPr id="4" name="直接连接符 3"/>
          <p:cNvCxnSpPr/>
          <p:nvPr/>
        </p:nvCxnSpPr>
        <p:spPr>
          <a:xfrm>
            <a:off x="10037262" y="2398359"/>
            <a:ext cx="822960" cy="0"/>
          </a:xfrm>
          <a:prstGeom prst="line">
            <a:avLst/>
          </a:prstGeom>
          <a:ln w="57150" cmpd="sng">
            <a:solidFill>
              <a:srgbClr val="79B0AB"/>
            </a:solidFill>
            <a:prstDash val="solid"/>
          </a:ln>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a:xfrm>
            <a:off x="8164012" y="2843494"/>
            <a:ext cx="2802890" cy="38608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20000"/>
              </a:lnSpc>
            </a:pPr>
            <a:r>
              <a:rPr lang="zh-CN" altLang="en-US" sz="1600" b="1" dirty="0">
                <a:solidFill>
                  <a:schemeClr val="accent4">
                    <a:lumMod val="40000"/>
                    <a:lumOff val="60000"/>
                  </a:schemeClr>
                </a:solidFill>
                <a:latin typeface="Lora" panose="02000503000000020004" charset="0"/>
                <a:ea typeface="华文黑体" panose="02010600040101010101" charset="-122"/>
                <a:sym typeface="+mn-ea"/>
              </a:rPr>
              <a:t>Click here to add your title</a:t>
            </a:r>
          </a:p>
        </p:txBody>
      </p:sp>
      <p:sp>
        <p:nvSpPr>
          <p:cNvPr id="6" name="平行四边形 5"/>
          <p:cNvSpPr/>
          <p:nvPr/>
        </p:nvSpPr>
        <p:spPr>
          <a:xfrm>
            <a:off x="1617785" y="651505"/>
            <a:ext cx="4276578" cy="5548568"/>
          </a:xfrm>
          <a:prstGeom prst="parallelogram">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right)">
                                      <p:cBhvr>
                                        <p:cTn id="7" dur="500"/>
                                        <p:tgtEl>
                                          <p:spTgt spid="2"/>
                                        </p:tgtEl>
                                      </p:cBhvr>
                                    </p:animEffect>
                                  </p:childTnLst>
                                </p:cTn>
                              </p:par>
                            </p:childTnLst>
                          </p:cTn>
                        </p:par>
                        <p:par>
                          <p:cTn id="8" fill="hold">
                            <p:stCondLst>
                              <p:cond delay="500"/>
                            </p:stCondLst>
                            <p:childTnLst>
                              <p:par>
                                <p:cTn id="9" presetID="22" presetClass="entr" presetSubtype="2"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right)">
                                      <p:cBhvr>
                                        <p:cTn id="11" dur="500"/>
                                        <p:tgtEl>
                                          <p:spTgt spid="4"/>
                                        </p:tgtEl>
                                      </p:cBhvr>
                                    </p:animEffect>
                                  </p:childTnLst>
                                </p:cTn>
                              </p:par>
                            </p:childTnLst>
                          </p:cTn>
                        </p:par>
                        <p:par>
                          <p:cTn id="12" fill="hold">
                            <p:stCondLst>
                              <p:cond delay="1000"/>
                            </p:stCondLst>
                            <p:childTnLst>
                              <p:par>
                                <p:cTn id="13" presetID="22" presetClass="entr" presetSubtype="2" fill="hold" grpId="0"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right)">
                                      <p:cBhvr>
                                        <p:cTn id="15" dur="500"/>
                                        <p:tgtEl>
                                          <p:spTgt spid="5"/>
                                        </p:tgtEl>
                                      </p:cBhvr>
                                    </p:animEffect>
                                  </p:childTnLst>
                                </p:cTn>
                              </p:par>
                            </p:childTnLst>
                          </p:cTn>
                        </p:par>
                        <p:par>
                          <p:cTn id="16" fill="hold">
                            <p:stCondLst>
                              <p:cond delay="1500"/>
                            </p:stCondLst>
                            <p:childTnLst>
                              <p:par>
                                <p:cTn id="17" presetID="14" presetClass="entr" presetSubtype="5" fill="hold" grpId="1" nodeType="after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randombar(vertical)">
                                      <p:cBhvr>
                                        <p:cTn id="1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3" grpId="1"/>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93895" y="844062"/>
            <a:ext cx="7167685" cy="512064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6096000" y="1737360"/>
            <a:ext cx="5288280" cy="777240"/>
          </a:xfrm>
          <a:prstGeom prst="rect">
            <a:avLst/>
          </a:prstGeom>
          <a:solidFill>
            <a:srgbClr val="79B0AB">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4" name="文本框 3"/>
          <p:cNvSpPr txBox="1"/>
          <p:nvPr/>
        </p:nvSpPr>
        <p:spPr>
          <a:xfrm>
            <a:off x="7561580" y="1895475"/>
            <a:ext cx="3677285" cy="428643"/>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20000"/>
              </a:lnSpc>
            </a:pPr>
            <a:r>
              <a:rPr lang="zh-CN" altLang="en-US" sz="2000" dirty="0">
                <a:solidFill>
                  <a:schemeClr val="accent4">
                    <a:lumMod val="40000"/>
                    <a:lumOff val="60000"/>
                  </a:schemeClr>
                </a:solidFill>
                <a:latin typeface="华文黑体" panose="02010600040101010101" charset="-122"/>
                <a:ea typeface="华文黑体" panose="02010600040101010101" charset="-122"/>
                <a:sym typeface="+mn-ea"/>
              </a:rPr>
              <a:t>Click here to add your title</a:t>
            </a:r>
          </a:p>
        </p:txBody>
      </p:sp>
      <p:sp>
        <p:nvSpPr>
          <p:cNvPr id="5" name="文本框 4"/>
          <p:cNvSpPr txBox="1"/>
          <p:nvPr/>
        </p:nvSpPr>
        <p:spPr>
          <a:xfrm>
            <a:off x="7791450" y="2978150"/>
            <a:ext cx="3851910" cy="224536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fontAlgn="auto">
              <a:lnSpc>
                <a:spcPct val="200000"/>
              </a:lnSpc>
            </a:pPr>
            <a:r>
              <a:rPr lang="zh-CN" altLang="en-US" sz="1000" dirty="0">
                <a:solidFill>
                  <a:schemeClr val="tx1"/>
                </a:solidFill>
                <a:latin typeface="华文黑体" panose="02010600040101010101" charset="-122"/>
                <a:ea typeface="华文黑体" panose="02010600040101010101" charset="-122"/>
                <a:sym typeface="+mn-ea"/>
              </a:rPr>
              <a:t>I love you more than I've ever loved any woman. And I've waited longer for you than I've waited for any woman.</a:t>
            </a:r>
          </a:p>
          <a:p>
            <a:pPr algn="l" fontAlgn="auto">
              <a:lnSpc>
                <a:spcPct val="200000"/>
              </a:lnSpc>
            </a:pPr>
            <a:endParaRPr lang="zh-CN" altLang="en-US" sz="1000" dirty="0">
              <a:solidFill>
                <a:schemeClr val="tx1"/>
              </a:solidFill>
              <a:latin typeface="华文黑体" panose="02010600040101010101" charset="-122"/>
              <a:ea typeface="华文黑体" panose="02010600040101010101" charset="-122"/>
              <a:sym typeface="+mn-ea"/>
            </a:endParaRPr>
          </a:p>
          <a:p>
            <a:pPr algn="l" fontAlgn="auto">
              <a:lnSpc>
                <a:spcPct val="200000"/>
              </a:lnSpc>
            </a:pPr>
            <a:r>
              <a:rPr lang="zh-CN" altLang="en-US" sz="1000" dirty="0">
                <a:solidFill>
                  <a:schemeClr val="tx1"/>
                </a:solidFill>
                <a:latin typeface="华文黑体" panose="02010600040101010101" charset="-122"/>
                <a:ea typeface="华文黑体" panose="02010600040101010101" charset="-122"/>
                <a:sym typeface="+mn-ea"/>
              </a:rPr>
              <a:t>I love you more than I've ever loved any woman. And I've waited longer for you than I've waited for any woman.I love you more than I've ever loved any woman. And I've waited longer for you than I've waited for any woman.</a:t>
            </a:r>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par>
                          <p:cTn id="8" fill="hold">
                            <p:stCondLst>
                              <p:cond delay="500"/>
                            </p:stCondLst>
                            <p:childTnLst>
                              <p:par>
                                <p:cTn id="9" presetID="12" presetClass="entr" presetSubtype="2"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p:tgtEl>
                                          <p:spTgt spid="4"/>
                                        </p:tgtEl>
                                        <p:attrNameLst>
                                          <p:attrName>ppt_x</p:attrName>
                                        </p:attrNameLst>
                                      </p:cBhvr>
                                      <p:tavLst>
                                        <p:tav tm="0">
                                          <p:val>
                                            <p:strVal val="#ppt_x+#ppt_w*1.125000"/>
                                          </p:val>
                                        </p:tav>
                                        <p:tav tm="100000">
                                          <p:val>
                                            <p:strVal val="#ppt_x"/>
                                          </p:val>
                                        </p:tav>
                                      </p:tavLst>
                                    </p:anim>
                                    <p:animEffect transition="in" filter="wipe(left)">
                                      <p:cBhvr>
                                        <p:cTn id="12" dur="500"/>
                                        <p:tgtEl>
                                          <p:spTgt spid="4"/>
                                        </p:tgtEl>
                                      </p:cBhvr>
                                    </p:animEffect>
                                  </p:childTnLst>
                                </p:cTn>
                              </p:par>
                            </p:childTnLst>
                          </p:cTn>
                        </p:par>
                        <p:par>
                          <p:cTn id="13" fill="hold">
                            <p:stCondLst>
                              <p:cond delay="1000"/>
                            </p:stCondLst>
                            <p:childTnLst>
                              <p:par>
                                <p:cTn id="14" presetID="14" presetClass="entr" presetSubtype="5" fill="hold" grpId="1"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randombar(vertical)">
                                      <p:cBhvr>
                                        <p:cTn id="1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5" grpId="0"/>
      <p:bldP spid="5" grpId="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422031" y="717452"/>
            <a:ext cx="7076049" cy="5359791"/>
          </a:xfrm>
          <a:prstGeom prst="rect">
            <a:avLst/>
          </a:prstGeom>
          <a:noFill/>
          <a:ln w="25400">
            <a:solidFill>
              <a:schemeClr val="accent4">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a:off x="6580107" y="498557"/>
            <a:ext cx="5064369" cy="5972581"/>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8243611" y="2808986"/>
            <a:ext cx="1737360" cy="1510546"/>
          </a:xfrm>
          <a:prstGeom prst="rect">
            <a:avLst/>
          </a:prstGeom>
          <a:solidFill>
            <a:srgbClr val="79B0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18"/>
          <p:cNvSpPr txBox="1"/>
          <p:nvPr/>
        </p:nvSpPr>
        <p:spPr>
          <a:xfrm>
            <a:off x="8308840" y="3347725"/>
            <a:ext cx="1669256" cy="461665"/>
          </a:xfrm>
          <a:prstGeom prst="rect">
            <a:avLst/>
          </a:prstGeom>
          <a:noFill/>
        </p:spPr>
        <p:txBody>
          <a:bodyPr wrap="square" rtlCol="0">
            <a:spAutoFit/>
          </a:bodyPr>
          <a:lstStyle/>
          <a:p>
            <a:pPr algn="ctr"/>
            <a:r>
              <a:rPr lang="en-US" altLang="zh-CN" sz="2400" b="1" dirty="0">
                <a:solidFill>
                  <a:schemeClr val="bg1"/>
                </a:solidFill>
              </a:rPr>
              <a:t>FASHION</a:t>
            </a:r>
          </a:p>
        </p:txBody>
      </p:sp>
      <p:sp>
        <p:nvSpPr>
          <p:cNvPr id="18" name="文本框 17"/>
          <p:cNvSpPr txBox="1"/>
          <p:nvPr/>
        </p:nvSpPr>
        <p:spPr>
          <a:xfrm>
            <a:off x="2367341" y="1064531"/>
            <a:ext cx="3801110" cy="1383665"/>
          </a:xfrm>
          <a:prstGeom prst="rect">
            <a:avLst/>
          </a:prstGeom>
          <a:noFill/>
        </p:spPr>
        <p:txBody>
          <a:bodyPr wrap="square" rtlCol="0">
            <a:spAutoFit/>
          </a:bodyPr>
          <a:lstStyle/>
          <a:p>
            <a:pPr algn="r">
              <a:lnSpc>
                <a:spcPct val="150000"/>
              </a:lnSpc>
            </a:pPr>
            <a:r>
              <a:rPr lang="en-US" altLang="zh-CN" sz="2800" dirty="0">
                <a:solidFill>
                  <a:srgbClr val="79B0AB"/>
                </a:solidFill>
                <a:latin typeface="华文黑体" panose="02010600040101010101" charset="-122"/>
                <a:ea typeface="华文黑体" panose="02010600040101010101" charset="-122"/>
              </a:rPr>
              <a:t>ALL OR NOTHING</a:t>
            </a:r>
          </a:p>
          <a:p>
            <a:pPr algn="r">
              <a:lnSpc>
                <a:spcPct val="150000"/>
              </a:lnSpc>
            </a:pPr>
            <a:r>
              <a:rPr lang="en-US" altLang="zh-CN" sz="2800" dirty="0">
                <a:solidFill>
                  <a:srgbClr val="79B0AB"/>
                </a:solidFill>
                <a:latin typeface="华文黑体" panose="02010600040101010101" charset="-122"/>
                <a:ea typeface="华文黑体" panose="02010600040101010101" charset="-122"/>
              </a:rPr>
              <a:t>NOW OR NEVER</a:t>
            </a:r>
            <a:endParaRPr lang="zh-CN" altLang="en-US" sz="2800" dirty="0">
              <a:solidFill>
                <a:srgbClr val="79B0AB"/>
              </a:solidFill>
              <a:latin typeface="华文黑体" panose="02010600040101010101" charset="-122"/>
              <a:ea typeface="华文黑体" panose="02010600040101010101" charset="-122"/>
            </a:endParaRPr>
          </a:p>
        </p:txBody>
      </p:sp>
      <p:sp>
        <p:nvSpPr>
          <p:cNvPr id="21" name="文本框 20"/>
          <p:cNvSpPr txBox="1"/>
          <p:nvPr/>
        </p:nvSpPr>
        <p:spPr>
          <a:xfrm>
            <a:off x="1721864" y="3196852"/>
            <a:ext cx="4384675" cy="224536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fontAlgn="auto">
              <a:lnSpc>
                <a:spcPct val="200000"/>
              </a:lnSpc>
            </a:pPr>
            <a:r>
              <a:rPr lang="zh-CN" altLang="en-US" sz="1000" dirty="0">
                <a:solidFill>
                  <a:schemeClr val="tx1"/>
                </a:solidFill>
                <a:latin typeface="华文黑体" panose="02010600040101010101" charset="-122"/>
                <a:ea typeface="华文黑体" panose="02010600040101010101" charset="-122"/>
                <a:sym typeface="+mn-ea"/>
              </a:rPr>
              <a:t>I love you more than I've ever loved any woman. And I've waited longer for you than I've waited for any woman.</a:t>
            </a:r>
          </a:p>
          <a:p>
            <a:pPr algn="r" fontAlgn="auto">
              <a:lnSpc>
                <a:spcPct val="200000"/>
              </a:lnSpc>
            </a:pPr>
            <a:endParaRPr lang="zh-CN" altLang="en-US" sz="1000" dirty="0">
              <a:solidFill>
                <a:schemeClr val="tx1"/>
              </a:solidFill>
              <a:latin typeface="华文黑体" panose="02010600040101010101" charset="-122"/>
              <a:ea typeface="华文黑体" panose="02010600040101010101" charset="-122"/>
              <a:sym typeface="+mn-ea"/>
            </a:endParaRPr>
          </a:p>
          <a:p>
            <a:pPr algn="r" fontAlgn="auto">
              <a:lnSpc>
                <a:spcPct val="200000"/>
              </a:lnSpc>
            </a:pPr>
            <a:r>
              <a:rPr lang="zh-CN" altLang="en-US" sz="1000" dirty="0">
                <a:solidFill>
                  <a:schemeClr val="tx1"/>
                </a:solidFill>
                <a:latin typeface="华文黑体" panose="02010600040101010101" charset="-122"/>
                <a:ea typeface="华文黑体" panose="02010600040101010101" charset="-122"/>
                <a:sym typeface="+mn-ea"/>
              </a:rPr>
              <a:t>I love you more than I've ever loved any woman. And I've waited longer for you than I've waited for any woman.I love you more than I've ever loved any woman. And I've waited longer for you than I've waited for any woman.</a:t>
            </a:r>
          </a:p>
        </p:txBody>
      </p:sp>
      <p:sp>
        <p:nvSpPr>
          <p:cNvPr id="22" name="文本框 21"/>
          <p:cNvSpPr txBox="1"/>
          <p:nvPr/>
        </p:nvSpPr>
        <p:spPr>
          <a:xfrm>
            <a:off x="2429254" y="2554867"/>
            <a:ext cx="3677285" cy="428643"/>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20000"/>
              </a:lnSpc>
            </a:pPr>
            <a:r>
              <a:rPr lang="zh-CN" altLang="en-US" sz="2000" dirty="0">
                <a:solidFill>
                  <a:schemeClr val="accent4">
                    <a:lumMod val="40000"/>
                    <a:lumOff val="60000"/>
                  </a:schemeClr>
                </a:solidFill>
                <a:latin typeface="华文黑体" panose="02010600040101010101" charset="-122"/>
                <a:ea typeface="华文黑体" panose="02010600040101010101" charset="-122"/>
                <a:sym typeface="+mn-ea"/>
              </a:rPr>
              <a:t>Click here to add your title</a:t>
            </a:r>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2"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strips(downRight)">
                                      <p:cBhvr>
                                        <p:cTn id="7" dur="500"/>
                                        <p:tgtEl>
                                          <p:spTgt spid="18"/>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wipe(left)">
                                      <p:cBhvr>
                                        <p:cTn id="11" dur="500"/>
                                        <p:tgtEl>
                                          <p:spTgt spid="22"/>
                                        </p:tgtEl>
                                      </p:cBhvr>
                                    </p:animEffect>
                                  </p:childTnLst>
                                </p:cTn>
                              </p:par>
                            </p:childTnLst>
                          </p:cTn>
                        </p:par>
                        <p:par>
                          <p:cTn id="12" fill="hold">
                            <p:stCondLst>
                              <p:cond delay="1000"/>
                            </p:stCondLst>
                            <p:childTnLst>
                              <p:par>
                                <p:cTn id="13" presetID="14" presetClass="entr" presetSubtype="5" fill="hold" grpId="1"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randombar(vertical)">
                                      <p:cBhvr>
                                        <p:cTn id="15"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8" grpId="1"/>
      <p:bldP spid="18" grpId="2"/>
      <p:bldP spid="21" grpId="0"/>
      <p:bldP spid="21" grpId="1"/>
      <p:bldP spid="2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57" y="708767"/>
            <a:ext cx="7680960" cy="5261317"/>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323557" y="6100796"/>
            <a:ext cx="4493456" cy="400110"/>
          </a:xfrm>
          <a:prstGeom prst="rect">
            <a:avLst/>
          </a:prstGeom>
          <a:noFill/>
        </p:spPr>
        <p:txBody>
          <a:bodyPr wrap="square" rtlCol="0">
            <a:spAutoFit/>
          </a:bodyPr>
          <a:lstStyle/>
          <a:p>
            <a:r>
              <a:rPr lang="en-US" altLang="zh-CN" sz="2000" b="1" dirty="0">
                <a:solidFill>
                  <a:srgbClr val="79B0AB"/>
                </a:solidFill>
                <a:latin typeface="Indie Flower" panose="02000000000000000000" pitchFamily="2" charset="0"/>
              </a:rPr>
              <a:t>A secret makes a woman </a:t>
            </a:r>
            <a:r>
              <a:rPr lang="en-US" altLang="zh-CN" sz="2000" b="1" dirty="0" err="1">
                <a:solidFill>
                  <a:srgbClr val="79B0AB"/>
                </a:solidFill>
                <a:latin typeface="Indie Flower" panose="02000000000000000000" pitchFamily="2" charset="0"/>
              </a:rPr>
              <a:t>woman</a:t>
            </a:r>
            <a:endParaRPr lang="zh-CN" altLang="en-US" sz="2000" b="1" dirty="0">
              <a:solidFill>
                <a:srgbClr val="79B0AB"/>
              </a:solidFill>
              <a:latin typeface="Indie Flower" panose="02000000000000000000" pitchFamily="2" charset="0"/>
            </a:endParaRPr>
          </a:p>
        </p:txBody>
      </p:sp>
      <p:sp>
        <p:nvSpPr>
          <p:cNvPr id="6" name="矩形 5"/>
          <p:cNvSpPr/>
          <p:nvPr/>
        </p:nvSpPr>
        <p:spPr>
          <a:xfrm>
            <a:off x="6858635" y="1905000"/>
            <a:ext cx="4375300" cy="3048000"/>
          </a:xfrm>
          <a:prstGeom prst="rect">
            <a:avLst/>
          </a:prstGeom>
          <a:solidFill>
            <a:srgbClr val="79B0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65000"/>
                  <a:lumOff val="35000"/>
                </a:schemeClr>
              </a:solidFill>
            </a:endParaRPr>
          </a:p>
        </p:txBody>
      </p:sp>
      <p:sp>
        <p:nvSpPr>
          <p:cNvPr id="7" name="矩形 47"/>
          <p:cNvSpPr>
            <a:spLocks noChangeArrowheads="1"/>
          </p:cNvSpPr>
          <p:nvPr/>
        </p:nvSpPr>
        <p:spPr bwMode="auto">
          <a:xfrm>
            <a:off x="7187409" y="2645085"/>
            <a:ext cx="3785392" cy="1706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l" fontAlgn="auto">
              <a:lnSpc>
                <a:spcPct val="150000"/>
              </a:lnSpc>
            </a:pPr>
            <a:r>
              <a:rPr lang="zh-CN" altLang="en-US" sz="1000" dirty="0">
                <a:solidFill>
                  <a:schemeClr val="bg1"/>
                </a:solidFill>
                <a:latin typeface="Lora" panose="02000503000000020004" charset="0"/>
                <a:ea typeface="华文黑体" panose="02010600040101010101" charset="-122"/>
                <a:sym typeface="+mn-ea"/>
              </a:rPr>
              <a:t>I love you more than I've ever loved any woman. And I've waited longer for you than I've waited for any woman.</a:t>
            </a:r>
          </a:p>
          <a:p>
            <a:pPr algn="l" fontAlgn="auto">
              <a:lnSpc>
                <a:spcPct val="150000"/>
              </a:lnSpc>
            </a:pPr>
            <a:endParaRPr lang="zh-CN" altLang="en-US" sz="1000" dirty="0">
              <a:solidFill>
                <a:schemeClr val="bg1"/>
              </a:solidFill>
              <a:latin typeface="Lora" panose="02000503000000020004" charset="0"/>
              <a:ea typeface="华文黑体" panose="02010600040101010101" charset="-122"/>
              <a:sym typeface="+mn-ea"/>
            </a:endParaRPr>
          </a:p>
          <a:p>
            <a:pPr algn="l" fontAlgn="auto">
              <a:lnSpc>
                <a:spcPct val="150000"/>
              </a:lnSpc>
            </a:pPr>
            <a:r>
              <a:rPr lang="zh-CN" altLang="en-US" sz="1000" dirty="0">
                <a:solidFill>
                  <a:schemeClr val="bg1"/>
                </a:solidFill>
                <a:latin typeface="Lora" panose="02000503000000020004" charset="0"/>
                <a:ea typeface="华文黑体" panose="02010600040101010101" charset="-122"/>
                <a:sym typeface="+mn-ea"/>
              </a:rPr>
              <a:t>I love you more than I've ever loved any woman. And I've waited longer for you than I've waited for any woman.I love you more than I've ever loved any woman. And I've waited longer for you than I've waited for any woman.</a:t>
            </a:r>
            <a:endParaRPr lang="zh-CN" altLang="en-US" sz="1000" dirty="0">
              <a:solidFill>
                <a:schemeClr val="bg1"/>
              </a:solidFill>
              <a:latin typeface="Lora" panose="02000503000000020004" charset="0"/>
              <a:ea typeface="华文黑体" panose="02010600040101010101" charset="-122"/>
              <a:cs typeface="Arial" panose="020B0604020202020204" pitchFamily="34" charset="0"/>
              <a:sym typeface="+mn-ea"/>
            </a:endParaRPr>
          </a:p>
        </p:txBody>
      </p:sp>
      <p:sp>
        <p:nvSpPr>
          <p:cNvPr id="8" name="文本框 7"/>
          <p:cNvSpPr txBox="1"/>
          <p:nvPr/>
        </p:nvSpPr>
        <p:spPr>
          <a:xfrm>
            <a:off x="3980549" y="6100796"/>
            <a:ext cx="6992252" cy="369332"/>
          </a:xfrm>
          <a:prstGeom prst="rect">
            <a:avLst/>
          </a:prstGeom>
          <a:noFill/>
        </p:spPr>
        <p:txBody>
          <a:bodyPr wrap="square" rtlCol="0">
            <a:spAutoFit/>
          </a:bodyPr>
          <a:lstStyle/>
          <a:p>
            <a:pPr algn="l" fontAlgn="auto">
              <a:lnSpc>
                <a:spcPct val="180000"/>
              </a:lnSpc>
            </a:pPr>
            <a:r>
              <a:rPr lang="zh-CN" altLang="en-US" sz="1000" dirty="0">
                <a:solidFill>
                  <a:schemeClr val="tx1"/>
                </a:solidFill>
                <a:latin typeface="Lora" panose="02000503000000020004" charset="0"/>
                <a:ea typeface="华文黑体" panose="02010600040101010101" charset="-122"/>
                <a:sym typeface="+mn-ea"/>
              </a:rPr>
              <a:t>I love you more than I've ever loved any woman. And I've waited longer for you than I've waited for any woman.</a:t>
            </a:r>
          </a:p>
        </p:txBody>
      </p:sp>
      <p:sp>
        <p:nvSpPr>
          <p:cNvPr id="9" name="文本框 8"/>
          <p:cNvSpPr txBox="1"/>
          <p:nvPr/>
        </p:nvSpPr>
        <p:spPr>
          <a:xfrm>
            <a:off x="7723190" y="2038985"/>
            <a:ext cx="2802890" cy="387798"/>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zh-CN" altLang="en-US" sz="1600" b="1" dirty="0">
                <a:solidFill>
                  <a:schemeClr val="accent4">
                    <a:lumMod val="20000"/>
                    <a:lumOff val="80000"/>
                  </a:schemeClr>
                </a:solidFill>
                <a:latin typeface="Lora" panose="02000503000000020004" charset="0"/>
                <a:ea typeface="华文黑体" panose="02010600040101010101" charset="-122"/>
                <a:sym typeface="+mn-ea"/>
              </a:rPr>
              <a:t>Click here to add your title</a:t>
            </a:r>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par>
                          <p:cTn id="10" fill="hold">
                            <p:stCondLst>
                              <p:cond delay="500"/>
                            </p:stCondLst>
                            <p:childTnLst>
                              <p:par>
                                <p:cTn id="11" presetID="12" presetClass="entr" presetSubtype="4" fill="hold" grpId="0" nodeType="after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p:tgtEl>
                                          <p:spTgt spid="7"/>
                                        </p:tgtEl>
                                        <p:attrNameLst>
                                          <p:attrName>ppt_y</p:attrName>
                                        </p:attrNameLst>
                                      </p:cBhvr>
                                      <p:tavLst>
                                        <p:tav tm="0">
                                          <p:val>
                                            <p:strVal val="#ppt_y+#ppt_h*1.125000"/>
                                          </p:val>
                                        </p:tav>
                                        <p:tav tm="100000">
                                          <p:val>
                                            <p:strVal val="#ppt_y"/>
                                          </p:val>
                                        </p:tav>
                                      </p:tavLst>
                                    </p:anim>
                                    <p:animEffect transition="in" filter="wipe(up)">
                                      <p:cBhvr>
                                        <p:cTn id="14" dur="500"/>
                                        <p:tgtEl>
                                          <p:spTgt spid="7"/>
                                        </p:tgtEl>
                                      </p:cBhvr>
                                    </p:animEffect>
                                  </p:childTnLst>
                                </p:cTn>
                              </p:par>
                            </p:childTnLst>
                          </p:cTn>
                        </p:par>
                        <p:par>
                          <p:cTn id="15" fill="hold">
                            <p:stCondLst>
                              <p:cond delay="1000"/>
                            </p:stCondLst>
                            <p:childTnLst>
                              <p:par>
                                <p:cTn id="16" presetID="22" presetClass="entr" presetSubtype="8" fill="hold" grpId="0" nodeType="after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wipe(left)">
                                      <p:cBhvr>
                                        <p:cTn id="18" dur="500"/>
                                        <p:tgtEl>
                                          <p:spTgt spid="9"/>
                                        </p:tgtEl>
                                      </p:cBhvr>
                                    </p:animEffect>
                                  </p:childTnLst>
                                </p:cTn>
                              </p:par>
                            </p:childTnLst>
                          </p:cTn>
                        </p:par>
                        <p:par>
                          <p:cTn id="19" fill="hold">
                            <p:stCondLst>
                              <p:cond delay="1500"/>
                            </p:stCondLst>
                            <p:childTnLst>
                              <p:par>
                                <p:cTn id="20" presetID="14" presetClass="entr" presetSubtype="5" fill="hold" grpId="1" nodeType="after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randombar(vertical)">
                                      <p:cBhvr>
                                        <p:cTn id="2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7" grpId="0"/>
      <p:bldP spid="8" grpId="0"/>
      <p:bldP spid="8" grpId="1"/>
      <p:bldP spid="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6200725" y="323557"/>
            <a:ext cx="5204017" cy="2448560"/>
          </a:xfrm>
          <a:prstGeom prst="rect">
            <a:avLst/>
          </a:prstGeom>
          <a:solidFill>
            <a:srgbClr val="79B0AB">
              <a:alpha val="6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矩形 8"/>
          <p:cNvSpPr/>
          <p:nvPr/>
        </p:nvSpPr>
        <p:spPr>
          <a:xfrm>
            <a:off x="3176563" y="5716172"/>
            <a:ext cx="2992120" cy="566896"/>
          </a:xfrm>
          <a:prstGeom prst="rect">
            <a:avLst/>
          </a:prstGeom>
          <a:solidFill>
            <a:srgbClr val="79B0AB">
              <a:alpha val="6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p:cNvSpPr txBox="1"/>
          <p:nvPr/>
        </p:nvSpPr>
        <p:spPr>
          <a:xfrm>
            <a:off x="1091564" y="1459312"/>
            <a:ext cx="4384675" cy="193899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fontAlgn="auto">
              <a:lnSpc>
                <a:spcPct val="200000"/>
              </a:lnSpc>
            </a:pPr>
            <a:r>
              <a:rPr lang="zh-CN" altLang="en-US" sz="1000" dirty="0">
                <a:solidFill>
                  <a:schemeClr val="tx1"/>
                </a:solidFill>
                <a:latin typeface="华文黑体" panose="02010600040101010101" charset="-122"/>
                <a:ea typeface="华文黑体" panose="02010600040101010101" charset="-122"/>
                <a:sym typeface="+mn-ea"/>
              </a:rPr>
              <a:t>I love you more than I've ever loved any woman. And I've waited longer for you than I've waited for any woman.</a:t>
            </a:r>
          </a:p>
          <a:p>
            <a:pPr algn="r" fontAlgn="auto">
              <a:lnSpc>
                <a:spcPct val="200000"/>
              </a:lnSpc>
            </a:pPr>
            <a:endParaRPr lang="zh-CN" altLang="en-US" sz="1000" dirty="0">
              <a:solidFill>
                <a:schemeClr val="tx1"/>
              </a:solidFill>
              <a:latin typeface="华文黑体" panose="02010600040101010101" charset="-122"/>
              <a:ea typeface="华文黑体" panose="02010600040101010101" charset="-122"/>
              <a:sym typeface="+mn-ea"/>
            </a:endParaRPr>
          </a:p>
          <a:p>
            <a:pPr algn="r" fontAlgn="auto">
              <a:lnSpc>
                <a:spcPct val="200000"/>
              </a:lnSpc>
            </a:pPr>
            <a:r>
              <a:rPr lang="zh-CN" altLang="en-US" sz="1000" dirty="0">
                <a:solidFill>
                  <a:schemeClr val="tx1"/>
                </a:solidFill>
                <a:latin typeface="华文黑体" panose="02010600040101010101" charset="-122"/>
                <a:ea typeface="华文黑体" panose="02010600040101010101" charset="-122"/>
                <a:sym typeface="+mn-ea"/>
              </a:rPr>
              <a:t>I love you more than I've ever loved any woman. And I've waited longer for you than I've waited for any woman.I love you more than I've ever loved any woman. </a:t>
            </a:r>
          </a:p>
        </p:txBody>
      </p:sp>
      <p:sp>
        <p:nvSpPr>
          <p:cNvPr id="24" name="文本框 23"/>
          <p:cNvSpPr txBox="1"/>
          <p:nvPr/>
        </p:nvSpPr>
        <p:spPr>
          <a:xfrm>
            <a:off x="1798954" y="817327"/>
            <a:ext cx="3677285" cy="4603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20000"/>
              </a:lnSpc>
            </a:pPr>
            <a:r>
              <a:rPr lang="zh-CN" altLang="en-US" sz="2000" dirty="0">
                <a:solidFill>
                  <a:schemeClr val="accent4">
                    <a:lumMod val="40000"/>
                    <a:lumOff val="60000"/>
                  </a:schemeClr>
                </a:solidFill>
                <a:latin typeface="华文黑体" panose="02010600040101010101" charset="-122"/>
                <a:ea typeface="华文黑体" panose="02010600040101010101" charset="-122"/>
                <a:sym typeface="+mn-ea"/>
              </a:rPr>
              <a:t>Click here to add your title</a:t>
            </a:r>
          </a:p>
        </p:txBody>
      </p:sp>
      <p:sp>
        <p:nvSpPr>
          <p:cNvPr id="25" name="文本框 24"/>
          <p:cNvSpPr txBox="1"/>
          <p:nvPr/>
        </p:nvSpPr>
        <p:spPr>
          <a:xfrm>
            <a:off x="6668086" y="5591975"/>
            <a:ext cx="3896751" cy="1015663"/>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lnSpc>
                <a:spcPct val="200000"/>
              </a:lnSpc>
            </a:pPr>
            <a:r>
              <a:rPr lang="zh-CN" altLang="en-US" sz="1000" dirty="0">
                <a:solidFill>
                  <a:schemeClr val="tx1"/>
                </a:solidFill>
                <a:latin typeface="华文黑体" panose="02010600040101010101" charset="-122"/>
                <a:ea typeface="华文黑体" panose="02010600040101010101" charset="-122"/>
                <a:sym typeface="+mn-ea"/>
              </a:rPr>
              <a:t>I love you more than I've ever loved any woman. And I've waited longer for you than I've waited for any woman.</a:t>
            </a:r>
          </a:p>
          <a:p>
            <a:pPr fontAlgn="auto">
              <a:lnSpc>
                <a:spcPct val="200000"/>
              </a:lnSpc>
            </a:pPr>
            <a:endParaRPr lang="zh-CN" altLang="en-US" sz="1000" dirty="0">
              <a:solidFill>
                <a:schemeClr val="tx1"/>
              </a:solidFill>
              <a:latin typeface="华文黑体" panose="02010600040101010101" charset="-122"/>
              <a:ea typeface="华文黑体" panose="02010600040101010101" charset="-122"/>
              <a:sym typeface="+mn-ea"/>
            </a:endParaRPr>
          </a:p>
        </p:txBody>
      </p:sp>
      <p:sp>
        <p:nvSpPr>
          <p:cNvPr id="2" name="矩形 1"/>
          <p:cNvSpPr/>
          <p:nvPr/>
        </p:nvSpPr>
        <p:spPr>
          <a:xfrm>
            <a:off x="633046" y="4318000"/>
            <a:ext cx="5036234" cy="1979136"/>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6668086" y="323557"/>
            <a:ext cx="5219114" cy="4712677"/>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left)">
                                      <p:cBhvr>
                                        <p:cTn id="7" dur="500"/>
                                        <p:tgtEl>
                                          <p:spTgt spid="24"/>
                                        </p:tgtEl>
                                      </p:cBhvr>
                                    </p:animEffect>
                                  </p:childTnLst>
                                </p:cTn>
                              </p:par>
                            </p:childTnLst>
                          </p:cTn>
                        </p:par>
                        <p:par>
                          <p:cTn id="8" fill="hold">
                            <p:stCondLst>
                              <p:cond delay="500"/>
                            </p:stCondLst>
                            <p:childTnLst>
                              <p:par>
                                <p:cTn id="9" presetID="14" presetClass="entr" presetSubtype="5" fill="hold" grpId="1" nodeType="after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randombar(vertical)">
                                      <p:cBhvr>
                                        <p:cTn id="11" dur="500"/>
                                        <p:tgtEl>
                                          <p:spTgt spid="23"/>
                                        </p:tgtEl>
                                      </p:cBhvr>
                                    </p:animEffect>
                                  </p:childTnLst>
                                </p:cTn>
                              </p:par>
                            </p:childTnLst>
                          </p:cTn>
                        </p:par>
                        <p:par>
                          <p:cTn id="12" fill="hold">
                            <p:stCondLst>
                              <p:cond delay="1000"/>
                            </p:stCondLst>
                            <p:childTnLst>
                              <p:par>
                                <p:cTn id="13" presetID="14" presetClass="entr" presetSubtype="5" fill="hold" grpId="1" nodeType="after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randombar(vertical)">
                                      <p:cBhvr>
                                        <p:cTn id="15"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3" grpId="1"/>
      <p:bldP spid="24" grpId="0"/>
      <p:bldP spid="25" grpId="0"/>
      <p:bldP spid="25" grpId="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6"/>
          <p:cNvSpPr/>
          <p:nvPr/>
        </p:nvSpPr>
        <p:spPr bwMode="auto">
          <a:xfrm flipH="1">
            <a:off x="11482476" y="1631910"/>
            <a:ext cx="76200" cy="3977005"/>
          </a:xfrm>
          <a:prstGeom prst="rect">
            <a:avLst/>
          </a:prstGeom>
          <a:solidFill>
            <a:schemeClr val="accent4">
              <a:lumMod val="20000"/>
              <a:lumOff val="80000"/>
            </a:schemeClr>
          </a:solidFill>
          <a:ln w="25400" cap="flat">
            <a:noFill/>
            <a:prstDash val="solid"/>
            <a:miter lim="800000"/>
            <a:headEnd type="none" w="med" len="med"/>
            <a:tailEnd type="none" w="med" len="med"/>
          </a:ln>
        </p:spPr>
        <p:txBody>
          <a:bodyPr lIns="0" tIns="0" rIns="0" bIns="0"/>
          <a:lstStyle/>
          <a:p>
            <a:endParaRPr lang="id-ID" sz="900">
              <a:latin typeface="+mn-ea"/>
            </a:endParaRPr>
          </a:p>
        </p:txBody>
      </p:sp>
      <p:sp>
        <p:nvSpPr>
          <p:cNvPr id="15" name="文本框 14"/>
          <p:cNvSpPr txBox="1"/>
          <p:nvPr/>
        </p:nvSpPr>
        <p:spPr>
          <a:xfrm>
            <a:off x="6612118" y="1477069"/>
            <a:ext cx="4485005" cy="1323439"/>
          </a:xfrm>
          <a:prstGeom prst="rect">
            <a:avLst/>
          </a:prstGeom>
          <a:noFill/>
        </p:spPr>
        <p:txBody>
          <a:bodyPr wrap="square" rtlCol="0">
            <a:spAutoFit/>
          </a:bodyPr>
          <a:lstStyle/>
          <a:p>
            <a:pPr algn="l">
              <a:lnSpc>
                <a:spcPct val="200000"/>
              </a:lnSpc>
            </a:pPr>
            <a:r>
              <a:rPr lang="zh-CN" altLang="en-US" sz="1000" dirty="0">
                <a:latin typeface="华文黑体" panose="02010600040101010101" charset="-122"/>
                <a:ea typeface="华文黑体" panose="02010600040101010101" charset="-122"/>
                <a:sym typeface="+mn-ea"/>
              </a:rPr>
              <a:t>I love you more than I've ever loved any woman. And I've waited longer for you than I've waited for any woman.I love you more than I've ever loved any woman. And I've waited longer for you than I've waited for any woman.</a:t>
            </a:r>
            <a:endParaRPr lang="en-US" altLang="zh-CN" sz="1050" dirty="0">
              <a:latin typeface="微软雅黑" panose="020B0503020204020204" pitchFamily="34" charset="-122"/>
              <a:ea typeface="微软雅黑" panose="020B0503020204020204" pitchFamily="34" charset="-122"/>
            </a:endParaRPr>
          </a:p>
        </p:txBody>
      </p:sp>
      <p:sp>
        <p:nvSpPr>
          <p:cNvPr id="16" name="文本框 15"/>
          <p:cNvSpPr txBox="1"/>
          <p:nvPr/>
        </p:nvSpPr>
        <p:spPr>
          <a:xfrm>
            <a:off x="6612118" y="763985"/>
            <a:ext cx="3312160" cy="4247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zh-CN" altLang="en-US" b="1" dirty="0">
                <a:solidFill>
                  <a:srgbClr val="79B0AB"/>
                </a:solidFill>
                <a:latin typeface="华文黑体" panose="02010600040101010101" charset="-122"/>
                <a:ea typeface="华文黑体" panose="02010600040101010101" charset="-122"/>
                <a:sym typeface="+mn-ea"/>
              </a:rPr>
              <a:t>Click here to add your title</a:t>
            </a:r>
          </a:p>
        </p:txBody>
      </p:sp>
      <p:sp>
        <p:nvSpPr>
          <p:cNvPr id="17" name="文本框 16"/>
          <p:cNvSpPr txBox="1"/>
          <p:nvPr/>
        </p:nvSpPr>
        <p:spPr>
          <a:xfrm>
            <a:off x="6612118" y="3046516"/>
            <a:ext cx="4485005" cy="1323439"/>
          </a:xfrm>
          <a:prstGeom prst="rect">
            <a:avLst/>
          </a:prstGeom>
          <a:noFill/>
        </p:spPr>
        <p:txBody>
          <a:bodyPr wrap="square" rtlCol="0">
            <a:spAutoFit/>
          </a:bodyPr>
          <a:lstStyle/>
          <a:p>
            <a:pPr algn="l">
              <a:lnSpc>
                <a:spcPct val="200000"/>
              </a:lnSpc>
            </a:pPr>
            <a:r>
              <a:rPr lang="zh-CN" altLang="en-US" sz="1000" dirty="0">
                <a:latin typeface="华文黑体" panose="02010600040101010101" charset="-122"/>
                <a:ea typeface="华文黑体" panose="02010600040101010101" charset="-122"/>
                <a:sym typeface="+mn-ea"/>
              </a:rPr>
              <a:t>I love you more than I've ever loved any woman. And I've waited longer for you than I've waited for any woman.I love you more than I've ever loved any woman. And I've waited longer for you than I've waited for any woman.</a:t>
            </a:r>
            <a:endParaRPr lang="en-US" altLang="zh-CN" sz="1050" dirty="0">
              <a:latin typeface="微软雅黑" panose="020B0503020204020204" pitchFamily="34" charset="-122"/>
              <a:ea typeface="微软雅黑" panose="020B0503020204020204" pitchFamily="34" charset="-122"/>
            </a:endParaRPr>
          </a:p>
        </p:txBody>
      </p:sp>
      <p:sp>
        <p:nvSpPr>
          <p:cNvPr id="18" name="文本框 17"/>
          <p:cNvSpPr txBox="1"/>
          <p:nvPr/>
        </p:nvSpPr>
        <p:spPr>
          <a:xfrm>
            <a:off x="6674393" y="4514693"/>
            <a:ext cx="4485005" cy="1323439"/>
          </a:xfrm>
          <a:prstGeom prst="rect">
            <a:avLst/>
          </a:prstGeom>
          <a:noFill/>
        </p:spPr>
        <p:txBody>
          <a:bodyPr wrap="square" rtlCol="0">
            <a:spAutoFit/>
          </a:bodyPr>
          <a:lstStyle/>
          <a:p>
            <a:pPr algn="l">
              <a:lnSpc>
                <a:spcPct val="200000"/>
              </a:lnSpc>
            </a:pPr>
            <a:r>
              <a:rPr lang="zh-CN" altLang="en-US" sz="1000" dirty="0">
                <a:latin typeface="华文黑体" panose="02010600040101010101" charset="-122"/>
                <a:ea typeface="华文黑体" panose="02010600040101010101" charset="-122"/>
                <a:sym typeface="+mn-ea"/>
              </a:rPr>
              <a:t>I love you more than I've ever loved any woman. And I've waited longer for you than I've waited for any woman.I love you more than I've ever loved any woman. And I've waited longer for you than I've waited for any woman.</a:t>
            </a:r>
            <a:endParaRPr lang="en-US" altLang="zh-CN" sz="1050" dirty="0">
              <a:latin typeface="微软雅黑" panose="020B0503020204020204" pitchFamily="34" charset="-122"/>
              <a:ea typeface="微软雅黑" panose="020B0503020204020204" pitchFamily="34" charset="-122"/>
            </a:endParaRPr>
          </a:p>
        </p:txBody>
      </p:sp>
      <p:sp>
        <p:nvSpPr>
          <p:cNvPr id="20" name="文本框 19"/>
          <p:cNvSpPr txBox="1"/>
          <p:nvPr/>
        </p:nvSpPr>
        <p:spPr>
          <a:xfrm>
            <a:off x="571817" y="4968098"/>
            <a:ext cx="4485005" cy="1323439"/>
          </a:xfrm>
          <a:prstGeom prst="rect">
            <a:avLst/>
          </a:prstGeom>
          <a:noFill/>
        </p:spPr>
        <p:txBody>
          <a:bodyPr wrap="square" rtlCol="0">
            <a:spAutoFit/>
          </a:bodyPr>
          <a:lstStyle/>
          <a:p>
            <a:pPr algn="l">
              <a:lnSpc>
                <a:spcPct val="200000"/>
              </a:lnSpc>
            </a:pPr>
            <a:r>
              <a:rPr lang="zh-CN" altLang="en-US" sz="1000" dirty="0">
                <a:latin typeface="华文黑体" panose="02010600040101010101" charset="-122"/>
                <a:ea typeface="华文黑体" panose="02010600040101010101" charset="-122"/>
                <a:sym typeface="+mn-ea"/>
              </a:rPr>
              <a:t>I love you more than I've ever loved any woman. And I've waited longer for you than I've waited for any woman.I love you more than I've ever loved any woman. And I've waited longer for you than I've waited for any woman.</a:t>
            </a:r>
            <a:endParaRPr lang="en-US" altLang="zh-CN" sz="1050" dirty="0">
              <a:latin typeface="微软雅黑" panose="020B0503020204020204" pitchFamily="34" charset="-122"/>
              <a:ea typeface="微软雅黑" panose="020B0503020204020204" pitchFamily="34" charset="-122"/>
            </a:endParaRPr>
          </a:p>
        </p:txBody>
      </p:sp>
      <p:sp>
        <p:nvSpPr>
          <p:cNvPr id="2" name="矩形 1"/>
          <p:cNvSpPr/>
          <p:nvPr/>
        </p:nvSpPr>
        <p:spPr>
          <a:xfrm>
            <a:off x="0" y="0"/>
            <a:ext cx="6330462" cy="3995225"/>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0" y="3995225"/>
            <a:ext cx="6330462" cy="618978"/>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up)">
                                      <p:cBhvr>
                                        <p:cTn id="7" dur="500"/>
                                        <p:tgtEl>
                                          <p:spTgt spid="14"/>
                                        </p:tgtEl>
                                      </p:cBhvr>
                                    </p:animEffect>
                                  </p:childTnLst>
                                </p:cTn>
                              </p:par>
                            </p:childTnLst>
                          </p:cTn>
                        </p:par>
                        <p:par>
                          <p:cTn id="8" fill="hold">
                            <p:stCondLst>
                              <p:cond delay="500"/>
                            </p:stCondLst>
                            <p:childTnLst>
                              <p:par>
                                <p:cTn id="9" presetID="18" presetClass="entr" presetSubtype="6" fill="hold" grpId="0"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strips(downRight)">
                                      <p:cBhvr>
                                        <p:cTn id="11" dur="500"/>
                                        <p:tgtEl>
                                          <p:spTgt spid="16"/>
                                        </p:tgtEl>
                                      </p:cBhvr>
                                    </p:animEffect>
                                  </p:childTnLst>
                                </p:cTn>
                              </p:par>
                            </p:childTnLst>
                          </p:cTn>
                        </p:par>
                        <p:par>
                          <p:cTn id="12" fill="hold">
                            <p:stCondLst>
                              <p:cond delay="1000"/>
                            </p:stCondLst>
                            <p:childTnLst>
                              <p:par>
                                <p:cTn id="13" presetID="14" presetClass="entr" presetSubtype="5" fill="hold" grpId="0" nodeType="afterEffect">
                                  <p:stCondLst>
                                    <p:cond delay="500"/>
                                  </p:stCondLst>
                                  <p:childTnLst>
                                    <p:set>
                                      <p:cBhvr>
                                        <p:cTn id="14" dur="1" fill="hold">
                                          <p:stCondLst>
                                            <p:cond delay="0"/>
                                          </p:stCondLst>
                                        </p:cTn>
                                        <p:tgtEl>
                                          <p:spTgt spid="15"/>
                                        </p:tgtEl>
                                        <p:attrNameLst>
                                          <p:attrName>style.visibility</p:attrName>
                                        </p:attrNameLst>
                                      </p:cBhvr>
                                      <p:to>
                                        <p:strVal val="visible"/>
                                      </p:to>
                                    </p:set>
                                    <p:animEffect transition="in" filter="randombar(vertical)">
                                      <p:cBhvr>
                                        <p:cTn id="15" dur="500"/>
                                        <p:tgtEl>
                                          <p:spTgt spid="15"/>
                                        </p:tgtEl>
                                      </p:cBhvr>
                                    </p:animEffect>
                                  </p:childTnLst>
                                </p:cTn>
                              </p:par>
                            </p:childTnLst>
                          </p:cTn>
                        </p:par>
                        <p:par>
                          <p:cTn id="16" fill="hold">
                            <p:stCondLst>
                              <p:cond delay="2000"/>
                            </p:stCondLst>
                            <p:childTnLst>
                              <p:par>
                                <p:cTn id="17" presetID="14" presetClass="entr" presetSubtype="5" fill="hold" grpId="0" nodeType="afterEffect">
                                  <p:stCondLst>
                                    <p:cond delay="500"/>
                                  </p:stCondLst>
                                  <p:childTnLst>
                                    <p:set>
                                      <p:cBhvr>
                                        <p:cTn id="18" dur="1" fill="hold">
                                          <p:stCondLst>
                                            <p:cond delay="0"/>
                                          </p:stCondLst>
                                        </p:cTn>
                                        <p:tgtEl>
                                          <p:spTgt spid="17"/>
                                        </p:tgtEl>
                                        <p:attrNameLst>
                                          <p:attrName>style.visibility</p:attrName>
                                        </p:attrNameLst>
                                      </p:cBhvr>
                                      <p:to>
                                        <p:strVal val="visible"/>
                                      </p:to>
                                    </p:set>
                                    <p:animEffect transition="in" filter="randombar(vertical)">
                                      <p:cBhvr>
                                        <p:cTn id="19" dur="500"/>
                                        <p:tgtEl>
                                          <p:spTgt spid="17"/>
                                        </p:tgtEl>
                                      </p:cBhvr>
                                    </p:animEffect>
                                  </p:childTnLst>
                                </p:cTn>
                              </p:par>
                            </p:childTnLst>
                          </p:cTn>
                        </p:par>
                        <p:par>
                          <p:cTn id="20" fill="hold">
                            <p:stCondLst>
                              <p:cond delay="3000"/>
                            </p:stCondLst>
                            <p:childTnLst>
                              <p:par>
                                <p:cTn id="21" presetID="14" presetClass="entr" presetSubtype="5" fill="hold" grpId="0" nodeType="afterEffect">
                                  <p:stCondLst>
                                    <p:cond delay="500"/>
                                  </p:stCondLst>
                                  <p:childTnLst>
                                    <p:set>
                                      <p:cBhvr>
                                        <p:cTn id="22" dur="1" fill="hold">
                                          <p:stCondLst>
                                            <p:cond delay="0"/>
                                          </p:stCondLst>
                                        </p:cTn>
                                        <p:tgtEl>
                                          <p:spTgt spid="18"/>
                                        </p:tgtEl>
                                        <p:attrNameLst>
                                          <p:attrName>style.visibility</p:attrName>
                                        </p:attrNameLst>
                                      </p:cBhvr>
                                      <p:to>
                                        <p:strVal val="visible"/>
                                      </p:to>
                                    </p:set>
                                    <p:animEffect transition="in" filter="randombar(vertical)">
                                      <p:cBhvr>
                                        <p:cTn id="23" dur="500"/>
                                        <p:tgtEl>
                                          <p:spTgt spid="18"/>
                                        </p:tgtEl>
                                      </p:cBhvr>
                                    </p:animEffect>
                                  </p:childTnLst>
                                </p:cTn>
                              </p:par>
                            </p:childTnLst>
                          </p:cTn>
                        </p:par>
                        <p:par>
                          <p:cTn id="24" fill="hold">
                            <p:stCondLst>
                              <p:cond delay="4000"/>
                            </p:stCondLst>
                            <p:childTnLst>
                              <p:par>
                                <p:cTn id="25" presetID="14" presetClass="entr" presetSubtype="5" fill="hold" grpId="0" nodeType="afterEffect">
                                  <p:stCondLst>
                                    <p:cond delay="500"/>
                                  </p:stCondLst>
                                  <p:childTnLst>
                                    <p:set>
                                      <p:cBhvr>
                                        <p:cTn id="26" dur="1" fill="hold">
                                          <p:stCondLst>
                                            <p:cond delay="0"/>
                                          </p:stCondLst>
                                        </p:cTn>
                                        <p:tgtEl>
                                          <p:spTgt spid="20"/>
                                        </p:tgtEl>
                                        <p:attrNameLst>
                                          <p:attrName>style.visibility</p:attrName>
                                        </p:attrNameLst>
                                      </p:cBhvr>
                                      <p:to>
                                        <p:strVal val="visible"/>
                                      </p:to>
                                    </p:set>
                                    <p:animEffect transition="in" filter="randombar(vertical)">
                                      <p:cBhvr>
                                        <p:cTn id="2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p:bldP spid="16" grpId="0"/>
      <p:bldP spid="17" grpId="0"/>
      <p:bldP spid="18" grpId="0"/>
      <p:bldP spid="2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503085" y="483841"/>
            <a:ext cx="7160456" cy="5852160"/>
          </a:xfrm>
          <a:prstGeom prst="rect">
            <a:avLst/>
          </a:prstGeom>
          <a:solidFill>
            <a:srgbClr val="79B0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6699655" y="715558"/>
            <a:ext cx="2270310" cy="600164"/>
          </a:xfrm>
          <a:prstGeom prst="rect">
            <a:avLst/>
          </a:prstGeom>
          <a:noFill/>
        </p:spPr>
        <p:txBody>
          <a:bodyPr wrap="square" rtlCol="0">
            <a:spAutoFit/>
          </a:bodyPr>
          <a:lstStyle/>
          <a:p>
            <a:r>
              <a:rPr lang="en-US" altLang="zh-CN" sz="1100" dirty="0">
                <a:latin typeface="Indie Flower" panose="02000000000000000000" pitchFamily="2" charset="0"/>
              </a:rPr>
              <a:t>You ask me if I love you</a:t>
            </a:r>
            <a:r>
              <a:rPr lang="zh-CN" altLang="en-US" sz="1100" dirty="0">
                <a:latin typeface="Indie Flower" panose="02000000000000000000" pitchFamily="2" charset="0"/>
              </a:rPr>
              <a:t>，</a:t>
            </a:r>
            <a:r>
              <a:rPr lang="en-US" altLang="zh-CN" sz="1100" dirty="0">
                <a:latin typeface="Indie Flower" panose="02000000000000000000" pitchFamily="2" charset="0"/>
              </a:rPr>
              <a:t>And I choke on my reply </a:t>
            </a:r>
            <a:r>
              <a:rPr lang="zh-CN" altLang="en-US" sz="1100" dirty="0">
                <a:latin typeface="Indie Flower" panose="02000000000000000000" pitchFamily="2" charset="0"/>
              </a:rPr>
              <a:t>，</a:t>
            </a:r>
            <a:r>
              <a:rPr lang="en-US" altLang="zh-CN" sz="1100" dirty="0">
                <a:latin typeface="Indie Flower" panose="02000000000000000000" pitchFamily="2" charset="0"/>
              </a:rPr>
              <a:t>I'd rather hurt you honestly.</a:t>
            </a:r>
          </a:p>
        </p:txBody>
      </p:sp>
      <p:sp>
        <p:nvSpPr>
          <p:cNvPr id="17" name="文本框 16"/>
          <p:cNvSpPr txBox="1"/>
          <p:nvPr/>
        </p:nvSpPr>
        <p:spPr>
          <a:xfrm>
            <a:off x="8627427" y="6120558"/>
            <a:ext cx="3089955" cy="430887"/>
          </a:xfrm>
          <a:prstGeom prst="rect">
            <a:avLst/>
          </a:prstGeom>
          <a:noFill/>
        </p:spPr>
        <p:txBody>
          <a:bodyPr wrap="square" rtlCol="0">
            <a:spAutoFit/>
          </a:bodyPr>
          <a:lstStyle/>
          <a:p>
            <a:r>
              <a:rPr lang="en-US" altLang="zh-CN" sz="1100" dirty="0">
                <a:latin typeface="Indie Flower" panose="02000000000000000000" pitchFamily="2" charset="0"/>
              </a:rPr>
              <a:t>You ask me if I love you</a:t>
            </a:r>
            <a:r>
              <a:rPr lang="zh-CN" altLang="en-US" sz="1100" dirty="0">
                <a:latin typeface="Indie Flower" panose="02000000000000000000" pitchFamily="2" charset="0"/>
              </a:rPr>
              <a:t>，</a:t>
            </a:r>
            <a:r>
              <a:rPr lang="en-US" altLang="zh-CN" sz="1100" dirty="0">
                <a:latin typeface="Indie Flower" panose="02000000000000000000" pitchFamily="2" charset="0"/>
              </a:rPr>
              <a:t>And I choke on my reply </a:t>
            </a:r>
            <a:r>
              <a:rPr lang="zh-CN" altLang="en-US" sz="1100" dirty="0">
                <a:latin typeface="Indie Flower" panose="02000000000000000000" pitchFamily="2" charset="0"/>
              </a:rPr>
              <a:t>，</a:t>
            </a:r>
            <a:r>
              <a:rPr lang="en-US" altLang="zh-CN" sz="1100" dirty="0">
                <a:latin typeface="Indie Flower" panose="02000000000000000000" pitchFamily="2" charset="0"/>
              </a:rPr>
              <a:t>I'd rather hurt you honestly.</a:t>
            </a:r>
          </a:p>
        </p:txBody>
      </p:sp>
      <p:sp>
        <p:nvSpPr>
          <p:cNvPr id="23" name="矩形 22"/>
          <p:cNvSpPr/>
          <p:nvPr/>
        </p:nvSpPr>
        <p:spPr>
          <a:xfrm>
            <a:off x="949610" y="2818741"/>
            <a:ext cx="5303520" cy="2399665"/>
          </a:xfrm>
          <a:prstGeom prst="rect">
            <a:avLst/>
          </a:prstGeom>
        </p:spPr>
        <p:txBody>
          <a:bodyPr wrap="square">
            <a:spAutoFit/>
          </a:bodyPr>
          <a:lstStyle/>
          <a:p>
            <a:pPr algn="r" fontAlgn="auto">
              <a:lnSpc>
                <a:spcPct val="150000"/>
              </a:lnSpc>
            </a:pPr>
            <a:r>
              <a:rPr lang="zh-CN" altLang="en-US" sz="1000" dirty="0">
                <a:solidFill>
                  <a:schemeClr val="bg1"/>
                </a:solidFill>
                <a:latin typeface="Lora" panose="02000503000000020004" charset="0"/>
                <a:ea typeface="微软雅黑" panose="020B0503020204020204" pitchFamily="34" charset="-122"/>
                <a:sym typeface="+mn-ea"/>
              </a:rPr>
              <a:t>I love you more than I've ever loved any woman. And I've waited longer for you than I've waited for any woman.</a:t>
            </a:r>
          </a:p>
          <a:p>
            <a:pPr algn="r" fontAlgn="auto">
              <a:lnSpc>
                <a:spcPct val="150000"/>
              </a:lnSpc>
            </a:pPr>
            <a:endParaRPr lang="zh-CN" altLang="en-US" sz="1000" dirty="0">
              <a:solidFill>
                <a:schemeClr val="bg1"/>
              </a:solidFill>
              <a:latin typeface="Lora" panose="02000503000000020004" charset="0"/>
              <a:ea typeface="微软雅黑" panose="020B0503020204020204" pitchFamily="34" charset="-122"/>
              <a:sym typeface="+mn-ea"/>
            </a:endParaRPr>
          </a:p>
          <a:p>
            <a:pPr algn="r" fontAlgn="auto">
              <a:lnSpc>
                <a:spcPct val="150000"/>
              </a:lnSpc>
            </a:pPr>
            <a:r>
              <a:rPr lang="zh-CN" altLang="en-US" sz="1000" dirty="0">
                <a:solidFill>
                  <a:schemeClr val="bg1"/>
                </a:solidFill>
                <a:latin typeface="Lora" panose="02000503000000020004" charset="0"/>
                <a:ea typeface="微软雅黑" panose="020B0503020204020204" pitchFamily="34" charset="-122"/>
                <a:sym typeface="+mn-ea"/>
              </a:rPr>
              <a:t>I love you more than I've ever loved any woman. And I've waited longer for you than I've waited for any woman.I love you more than I've ever loved any woman. And I've waited longer for you than I've waited for any woman.</a:t>
            </a:r>
          </a:p>
          <a:p>
            <a:pPr algn="r" fontAlgn="auto">
              <a:lnSpc>
                <a:spcPct val="150000"/>
              </a:lnSpc>
            </a:pPr>
            <a:endParaRPr lang="zh-CN" altLang="en-US" sz="1000" dirty="0">
              <a:solidFill>
                <a:schemeClr val="bg1"/>
              </a:solidFill>
              <a:latin typeface="Lora" panose="02000503000000020004" charset="0"/>
              <a:ea typeface="微软雅黑" panose="020B0503020204020204" pitchFamily="34" charset="-122"/>
              <a:sym typeface="+mn-ea"/>
            </a:endParaRPr>
          </a:p>
          <a:p>
            <a:pPr algn="r" fontAlgn="auto">
              <a:lnSpc>
                <a:spcPct val="150000"/>
              </a:lnSpc>
            </a:pPr>
            <a:r>
              <a:rPr lang="zh-CN" altLang="en-US" sz="1000" dirty="0">
                <a:solidFill>
                  <a:schemeClr val="bg1"/>
                </a:solidFill>
                <a:latin typeface="Lora" panose="02000503000000020004" charset="0"/>
                <a:ea typeface="微软雅黑" panose="020B0503020204020204" pitchFamily="34" charset="-122"/>
                <a:sym typeface="+mn-ea"/>
              </a:rPr>
              <a:t>I love you more than I've ever loved any woman. And I've waited longer for you than I've waited for any woman.I love you more than I've ever loved any woman. And I've waited longer for you than I've waited for any woman.</a:t>
            </a:r>
          </a:p>
        </p:txBody>
      </p:sp>
      <p:sp>
        <p:nvSpPr>
          <p:cNvPr id="24" name="文本框 23"/>
          <p:cNvSpPr txBox="1"/>
          <p:nvPr/>
        </p:nvSpPr>
        <p:spPr>
          <a:xfrm>
            <a:off x="2560355" y="631086"/>
            <a:ext cx="3535645" cy="50597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20000"/>
              </a:lnSpc>
            </a:pPr>
            <a:r>
              <a:rPr lang="zh-CN" altLang="en-US" sz="2400" b="1" dirty="0">
                <a:solidFill>
                  <a:srgbClr val="79B0AB"/>
                </a:solidFill>
                <a:latin typeface="Lora" panose="02000503000000020004" charset="0"/>
                <a:ea typeface="华文黑体" panose="02010600040101010101" charset="-122"/>
                <a:sym typeface="+mn-ea"/>
              </a:rPr>
              <a:t>Click here to add your title</a:t>
            </a:r>
          </a:p>
        </p:txBody>
      </p:sp>
      <p:sp>
        <p:nvSpPr>
          <p:cNvPr id="26" name="矩形 25"/>
          <p:cNvSpPr/>
          <p:nvPr/>
        </p:nvSpPr>
        <p:spPr>
          <a:xfrm>
            <a:off x="949610" y="1496988"/>
            <a:ext cx="5303520" cy="1246495"/>
          </a:xfrm>
          <a:prstGeom prst="rect">
            <a:avLst/>
          </a:prstGeom>
        </p:spPr>
        <p:txBody>
          <a:bodyPr wrap="square">
            <a:spAutoFit/>
          </a:bodyPr>
          <a:lstStyle/>
          <a:p>
            <a:pPr algn="r" fontAlgn="auto">
              <a:lnSpc>
                <a:spcPct val="150000"/>
              </a:lnSpc>
            </a:pPr>
            <a:r>
              <a:rPr lang="zh-CN" altLang="en-US" sz="1000" dirty="0">
                <a:solidFill>
                  <a:schemeClr val="bg1"/>
                </a:solidFill>
                <a:latin typeface="Lora" panose="02000503000000020004" charset="0"/>
                <a:ea typeface="微软雅黑" panose="020B0503020204020204" pitchFamily="34" charset="-122"/>
                <a:sym typeface="+mn-ea"/>
              </a:rPr>
              <a:t>I love you more than I've ever loved any woman. And I've waited longer for you than I've waited for any woman.</a:t>
            </a:r>
          </a:p>
          <a:p>
            <a:pPr algn="r" fontAlgn="auto">
              <a:lnSpc>
                <a:spcPct val="150000"/>
              </a:lnSpc>
            </a:pPr>
            <a:endParaRPr lang="zh-CN" altLang="en-US" sz="1000" dirty="0">
              <a:solidFill>
                <a:schemeClr val="bg1"/>
              </a:solidFill>
              <a:latin typeface="Lora" panose="02000503000000020004" charset="0"/>
              <a:ea typeface="微软雅黑" panose="020B0503020204020204" pitchFamily="34" charset="-122"/>
              <a:sym typeface="+mn-ea"/>
            </a:endParaRPr>
          </a:p>
          <a:p>
            <a:pPr algn="r" fontAlgn="auto">
              <a:lnSpc>
                <a:spcPct val="150000"/>
              </a:lnSpc>
            </a:pPr>
            <a:r>
              <a:rPr lang="zh-CN" altLang="en-US" sz="1000" dirty="0">
                <a:solidFill>
                  <a:schemeClr val="bg1"/>
                </a:solidFill>
                <a:latin typeface="Lora" panose="02000503000000020004" charset="0"/>
                <a:ea typeface="微软雅黑" panose="020B0503020204020204" pitchFamily="34" charset="-122"/>
                <a:sym typeface="+mn-ea"/>
              </a:rPr>
              <a:t>I love you more than I've ever loved any woman. And I've waited longer for you than I've waited for any woman.I love you more than I've ever loved any woman. .</a:t>
            </a:r>
          </a:p>
        </p:txBody>
      </p:sp>
      <p:sp>
        <p:nvSpPr>
          <p:cNvPr id="2" name="矩形 1"/>
          <p:cNvSpPr/>
          <p:nvPr/>
        </p:nvSpPr>
        <p:spPr>
          <a:xfrm>
            <a:off x="6699655" y="0"/>
            <a:ext cx="5492345" cy="6752492"/>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right)">
                                      <p:cBhvr>
                                        <p:cTn id="7" dur="500"/>
                                        <p:tgtEl>
                                          <p:spTgt spid="24"/>
                                        </p:tgtEl>
                                      </p:cBhvr>
                                    </p:animEffect>
                                  </p:childTnLst>
                                </p:cTn>
                              </p:par>
                            </p:childTnLst>
                          </p:cTn>
                        </p:par>
                        <p:par>
                          <p:cTn id="8" fill="hold">
                            <p:stCondLst>
                              <p:cond delay="500"/>
                            </p:stCondLst>
                            <p:childTnLst>
                              <p:par>
                                <p:cTn id="9" presetID="22" presetClass="entr" presetSubtype="2" fill="hold" grpId="1" nodeType="after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wipe(right)">
                                      <p:cBhvr>
                                        <p:cTn id="11" dur="500"/>
                                        <p:tgtEl>
                                          <p:spTgt spid="23"/>
                                        </p:tgtEl>
                                      </p:cBhvr>
                                    </p:animEffect>
                                  </p:childTnLst>
                                </p:cTn>
                              </p:par>
                            </p:childTnLst>
                          </p:cTn>
                        </p:par>
                        <p:par>
                          <p:cTn id="12" fill="hold">
                            <p:stCondLst>
                              <p:cond delay="1000"/>
                            </p:stCondLst>
                            <p:childTnLst>
                              <p:par>
                                <p:cTn id="13" presetID="22" presetClass="entr" presetSubtype="2" fill="hold" grpId="1" nodeType="after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wipe(right)">
                                      <p:cBhvr>
                                        <p:cTn id="15"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3" grpId="1"/>
      <p:bldP spid="24" grpId="0"/>
      <p:bldP spid="26" grpId="0"/>
      <p:bldP spid="26" grpId="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rot="16200000">
            <a:off x="-404614" y="3112254"/>
            <a:ext cx="1178560" cy="369332"/>
          </a:xfrm>
          <a:prstGeom prst="rect">
            <a:avLst/>
          </a:prstGeom>
          <a:noFill/>
        </p:spPr>
        <p:txBody>
          <a:bodyPr wrap="square" rtlCol="0">
            <a:spAutoFit/>
          </a:bodyPr>
          <a:lstStyle/>
          <a:p>
            <a:r>
              <a:rPr lang="en-US" altLang="zh-CN" b="1" dirty="0">
                <a:solidFill>
                  <a:schemeClr val="bg1"/>
                </a:solidFill>
                <a:latin typeface="Indie Flower" panose="02000000000000000000" pitchFamily="2" charset="0"/>
              </a:rPr>
              <a:t>SECRET</a:t>
            </a:r>
            <a:endParaRPr lang="zh-CN" altLang="en-US" b="1" dirty="0">
              <a:solidFill>
                <a:schemeClr val="bg1"/>
              </a:solidFill>
              <a:latin typeface="Indie Flower" panose="02000000000000000000" pitchFamily="2" charset="0"/>
            </a:endParaRPr>
          </a:p>
        </p:txBody>
      </p:sp>
      <p:sp>
        <p:nvSpPr>
          <p:cNvPr id="4" name="矩形 3"/>
          <p:cNvSpPr/>
          <p:nvPr/>
        </p:nvSpPr>
        <p:spPr>
          <a:xfrm>
            <a:off x="7321174" y="367638"/>
            <a:ext cx="4336869" cy="3734033"/>
          </a:xfrm>
          <a:prstGeom prst="rect">
            <a:avLst/>
          </a:prstGeom>
          <a:solidFill>
            <a:srgbClr val="79B0AB">
              <a:alpha val="6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flipV="1">
            <a:off x="0" y="4698082"/>
            <a:ext cx="1502229" cy="45719"/>
          </a:xfrm>
          <a:prstGeom prst="rect">
            <a:avLst/>
          </a:prstGeom>
          <a:solidFill>
            <a:srgbClr val="79B0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151953" y="5033036"/>
            <a:ext cx="4277360" cy="954107"/>
          </a:xfrm>
          <a:prstGeom prst="rect">
            <a:avLst/>
          </a:prstGeom>
          <a:noFill/>
        </p:spPr>
        <p:txBody>
          <a:bodyPr wrap="square" rtlCol="0">
            <a:spAutoFit/>
          </a:bodyPr>
          <a:lstStyle/>
          <a:p>
            <a:pPr algn="just"/>
            <a:r>
              <a:rPr lang="en-US" altLang="zh-CN" sz="1400" dirty="0">
                <a:latin typeface="Indie Flower" panose="02000000000000000000" pitchFamily="2" charset="0"/>
              </a:rPr>
              <a:t>My house is perfect. By great good fortune I have found a housekeeper no less to my mind, a low-voiced, light-footed woman of discreet age, strong and deft enough to render me</a:t>
            </a:r>
            <a:endParaRPr lang="zh-CN" altLang="en-US" sz="1400" dirty="0">
              <a:latin typeface="Indie Flower" panose="02000000000000000000" pitchFamily="2" charset="0"/>
            </a:endParaRPr>
          </a:p>
        </p:txBody>
      </p:sp>
      <p:sp>
        <p:nvSpPr>
          <p:cNvPr id="28" name="文本框 27"/>
          <p:cNvSpPr txBox="1"/>
          <p:nvPr/>
        </p:nvSpPr>
        <p:spPr>
          <a:xfrm>
            <a:off x="7876137" y="984149"/>
            <a:ext cx="3152934" cy="1015663"/>
          </a:xfrm>
          <a:prstGeom prst="rect">
            <a:avLst/>
          </a:prstGeom>
          <a:noFill/>
        </p:spPr>
        <p:txBody>
          <a:bodyPr wrap="square" rtlCol="0">
            <a:spAutoFit/>
          </a:bodyPr>
          <a:lstStyle/>
          <a:p>
            <a:r>
              <a:rPr lang="en-US" altLang="zh-CN" sz="1200" dirty="0">
                <a:latin typeface="Indie Flower" panose="02000000000000000000" pitchFamily="2" charset="0"/>
              </a:rPr>
              <a:t>You ask me if I love you</a:t>
            </a:r>
            <a:r>
              <a:rPr lang="zh-CN" altLang="en-US" sz="1200" dirty="0">
                <a:latin typeface="Indie Flower" panose="02000000000000000000" pitchFamily="2" charset="0"/>
              </a:rPr>
              <a:t>，</a:t>
            </a:r>
            <a:r>
              <a:rPr lang="en-US" altLang="zh-CN" sz="1200" dirty="0">
                <a:latin typeface="Indie Flower" panose="02000000000000000000" pitchFamily="2" charset="0"/>
              </a:rPr>
              <a:t>And I choke on my reply </a:t>
            </a:r>
            <a:r>
              <a:rPr lang="zh-CN" altLang="en-US" sz="1200" dirty="0">
                <a:latin typeface="Indie Flower" panose="02000000000000000000" pitchFamily="2" charset="0"/>
              </a:rPr>
              <a:t>，</a:t>
            </a:r>
            <a:r>
              <a:rPr lang="en-US" altLang="zh-CN" sz="1200" dirty="0">
                <a:latin typeface="Indie Flower" panose="02000000000000000000" pitchFamily="2" charset="0"/>
              </a:rPr>
              <a:t>I'd rather hurt you honestly.</a:t>
            </a:r>
          </a:p>
          <a:p>
            <a:r>
              <a:rPr lang="en-US" altLang="zh-CN" sz="1200" dirty="0">
                <a:latin typeface="Indie Flower" panose="02000000000000000000" pitchFamily="2" charset="0"/>
              </a:rPr>
              <a:t>Than mislead you with a lie </a:t>
            </a:r>
          </a:p>
          <a:p>
            <a:r>
              <a:rPr lang="en-US" altLang="zh-CN" sz="1200" dirty="0">
                <a:latin typeface="Indie Flower" panose="02000000000000000000" pitchFamily="2" charset="0"/>
              </a:rPr>
              <a:t>For who am I to judge you </a:t>
            </a:r>
          </a:p>
          <a:p>
            <a:r>
              <a:rPr lang="en-US" altLang="zh-CN" sz="1200" dirty="0">
                <a:latin typeface="Indie Flower" panose="02000000000000000000" pitchFamily="2" charset="0"/>
              </a:rPr>
              <a:t>In what you say or do </a:t>
            </a:r>
          </a:p>
        </p:txBody>
      </p:sp>
      <p:sp>
        <p:nvSpPr>
          <p:cNvPr id="29" name="文本框 28"/>
          <p:cNvSpPr txBox="1"/>
          <p:nvPr/>
        </p:nvSpPr>
        <p:spPr>
          <a:xfrm>
            <a:off x="7876137" y="2220041"/>
            <a:ext cx="3152934" cy="1015663"/>
          </a:xfrm>
          <a:prstGeom prst="rect">
            <a:avLst/>
          </a:prstGeom>
          <a:noFill/>
        </p:spPr>
        <p:txBody>
          <a:bodyPr wrap="square" rtlCol="0">
            <a:spAutoFit/>
          </a:bodyPr>
          <a:lstStyle/>
          <a:p>
            <a:r>
              <a:rPr lang="en-US" altLang="zh-CN" sz="1200" dirty="0">
                <a:latin typeface="Indie Flower" panose="02000000000000000000" pitchFamily="2" charset="0"/>
              </a:rPr>
              <a:t>You ask me if I love you</a:t>
            </a:r>
            <a:r>
              <a:rPr lang="zh-CN" altLang="en-US" sz="1200" dirty="0">
                <a:latin typeface="Indie Flower" panose="02000000000000000000" pitchFamily="2" charset="0"/>
              </a:rPr>
              <a:t>，</a:t>
            </a:r>
            <a:r>
              <a:rPr lang="en-US" altLang="zh-CN" sz="1200" dirty="0">
                <a:latin typeface="Indie Flower" panose="02000000000000000000" pitchFamily="2" charset="0"/>
              </a:rPr>
              <a:t>And I choke on my reply </a:t>
            </a:r>
            <a:r>
              <a:rPr lang="zh-CN" altLang="en-US" sz="1200" dirty="0">
                <a:latin typeface="Indie Flower" panose="02000000000000000000" pitchFamily="2" charset="0"/>
              </a:rPr>
              <a:t>，</a:t>
            </a:r>
            <a:r>
              <a:rPr lang="en-US" altLang="zh-CN" sz="1200" dirty="0">
                <a:latin typeface="Indie Flower" panose="02000000000000000000" pitchFamily="2" charset="0"/>
              </a:rPr>
              <a:t>I'd rather hurt you honestly.</a:t>
            </a:r>
          </a:p>
          <a:p>
            <a:r>
              <a:rPr lang="en-US" altLang="zh-CN" sz="1200" dirty="0">
                <a:latin typeface="Indie Flower" panose="02000000000000000000" pitchFamily="2" charset="0"/>
              </a:rPr>
              <a:t>Than mislead you with a lie </a:t>
            </a:r>
          </a:p>
          <a:p>
            <a:r>
              <a:rPr lang="en-US" altLang="zh-CN" sz="1200" dirty="0">
                <a:latin typeface="Indie Flower" panose="02000000000000000000" pitchFamily="2" charset="0"/>
              </a:rPr>
              <a:t>For who am I to judge you </a:t>
            </a:r>
          </a:p>
          <a:p>
            <a:r>
              <a:rPr lang="en-US" altLang="zh-CN" sz="1200" dirty="0">
                <a:latin typeface="Indie Flower" panose="02000000000000000000" pitchFamily="2" charset="0"/>
              </a:rPr>
              <a:t>In what you say or do </a:t>
            </a:r>
          </a:p>
        </p:txBody>
      </p:sp>
      <p:sp>
        <p:nvSpPr>
          <p:cNvPr id="8" name="矩形 7"/>
          <p:cNvSpPr/>
          <p:nvPr/>
        </p:nvSpPr>
        <p:spPr>
          <a:xfrm>
            <a:off x="474282" y="367638"/>
            <a:ext cx="6217920" cy="3734033"/>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7321173" y="4503985"/>
            <a:ext cx="4336869" cy="2012207"/>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grpId="0" nodeType="afterEffect">
                                  <p:stCondLst>
                                    <p:cond delay="0"/>
                                  </p:stCondLst>
                                  <p:childTnLst>
                                    <p:set>
                                      <p:cBhvr>
                                        <p:cTn id="11" dur="1" fill="hold">
                                          <p:stCondLst>
                                            <p:cond delay="0"/>
                                          </p:stCondLst>
                                        </p:cTn>
                                        <p:tgtEl>
                                          <p:spTgt spid="28"/>
                                        </p:tgtEl>
                                        <p:attrNameLst>
                                          <p:attrName>style.visibility</p:attrName>
                                        </p:attrNameLst>
                                      </p:cBhvr>
                                      <p:to>
                                        <p:strVal val="visible"/>
                                      </p:to>
                                    </p:set>
                                    <p:anim calcmode="lin" valueType="num">
                                      <p:cBhvr additive="base">
                                        <p:cTn id="12" dur="500" fill="hold"/>
                                        <p:tgtEl>
                                          <p:spTgt spid="28"/>
                                        </p:tgtEl>
                                        <p:attrNameLst>
                                          <p:attrName>ppt_x</p:attrName>
                                        </p:attrNameLst>
                                      </p:cBhvr>
                                      <p:tavLst>
                                        <p:tav tm="0">
                                          <p:val>
                                            <p:strVal val="1+#ppt_w/2"/>
                                          </p:val>
                                        </p:tav>
                                        <p:tav tm="100000">
                                          <p:val>
                                            <p:strVal val="#ppt_x"/>
                                          </p:val>
                                        </p:tav>
                                      </p:tavLst>
                                    </p:anim>
                                    <p:anim calcmode="lin" valueType="num">
                                      <p:cBhvr additive="base">
                                        <p:cTn id="13" dur="500" fill="hold"/>
                                        <p:tgtEl>
                                          <p:spTgt spid="28"/>
                                        </p:tgtEl>
                                        <p:attrNameLst>
                                          <p:attrName>ppt_y</p:attrName>
                                        </p:attrNameLst>
                                      </p:cBhvr>
                                      <p:tavLst>
                                        <p:tav tm="0">
                                          <p:val>
                                            <p:strVal val="#ppt_y"/>
                                          </p:val>
                                        </p:tav>
                                        <p:tav tm="100000">
                                          <p:val>
                                            <p:strVal val="#ppt_y"/>
                                          </p:val>
                                        </p:tav>
                                      </p:tavLst>
                                    </p:anim>
                                  </p:childTnLst>
                                </p:cTn>
                              </p:par>
                              <p:par>
                                <p:cTn id="14" presetID="2" presetClass="entr" presetSubtype="2" fill="hold" grpId="0" nodeType="withEffect">
                                  <p:stCondLst>
                                    <p:cond delay="0"/>
                                  </p:stCondLst>
                                  <p:childTnLst>
                                    <p:set>
                                      <p:cBhvr>
                                        <p:cTn id="15" dur="1" fill="hold">
                                          <p:stCondLst>
                                            <p:cond delay="0"/>
                                          </p:stCondLst>
                                        </p:cTn>
                                        <p:tgtEl>
                                          <p:spTgt spid="29"/>
                                        </p:tgtEl>
                                        <p:attrNameLst>
                                          <p:attrName>style.visibility</p:attrName>
                                        </p:attrNameLst>
                                      </p:cBhvr>
                                      <p:to>
                                        <p:strVal val="visible"/>
                                      </p:to>
                                    </p:set>
                                    <p:anim calcmode="lin" valueType="num">
                                      <p:cBhvr additive="base">
                                        <p:cTn id="16" dur="500" fill="hold"/>
                                        <p:tgtEl>
                                          <p:spTgt spid="29"/>
                                        </p:tgtEl>
                                        <p:attrNameLst>
                                          <p:attrName>ppt_x</p:attrName>
                                        </p:attrNameLst>
                                      </p:cBhvr>
                                      <p:tavLst>
                                        <p:tav tm="0">
                                          <p:val>
                                            <p:strVal val="1+#ppt_w/2"/>
                                          </p:val>
                                        </p:tav>
                                        <p:tav tm="100000">
                                          <p:val>
                                            <p:strVal val="#ppt_x"/>
                                          </p:val>
                                        </p:tav>
                                      </p:tavLst>
                                    </p:anim>
                                    <p:anim calcmode="lin" valueType="num">
                                      <p:cBhvr additive="base">
                                        <p:cTn id="17" dur="500" fill="hold"/>
                                        <p:tgtEl>
                                          <p:spTgt spid="2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28" grpId="0"/>
      <p:bldP spid="2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18978" y="347485"/>
            <a:ext cx="8117059" cy="6163029"/>
          </a:xfrm>
          <a:prstGeom prst="rect">
            <a:avLst/>
          </a:prstGeom>
          <a:noFill/>
          <a:ln w="25400">
            <a:solidFill>
              <a:srgbClr val="79B0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平行四边形 2"/>
          <p:cNvSpPr/>
          <p:nvPr/>
        </p:nvSpPr>
        <p:spPr>
          <a:xfrm>
            <a:off x="6852208" y="0"/>
            <a:ext cx="4375052" cy="6858000"/>
          </a:xfrm>
          <a:prstGeom prst="parallelogram">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p:cNvSpPr txBox="1"/>
          <p:nvPr/>
        </p:nvSpPr>
        <p:spPr>
          <a:xfrm>
            <a:off x="10355820" y="5944870"/>
            <a:ext cx="1780658" cy="738664"/>
          </a:xfrm>
          <a:prstGeom prst="rect">
            <a:avLst/>
          </a:prstGeom>
          <a:noFill/>
        </p:spPr>
        <p:txBody>
          <a:bodyPr wrap="square" rtlCol="0">
            <a:spAutoFit/>
          </a:bodyPr>
          <a:lstStyle/>
          <a:p>
            <a:r>
              <a:rPr lang="en-US" altLang="zh-CN" sz="1400" dirty="0">
                <a:solidFill>
                  <a:schemeClr val="accent4">
                    <a:lumMod val="40000"/>
                    <a:lumOff val="60000"/>
                  </a:schemeClr>
                </a:solidFill>
                <a:latin typeface="Indie Flower" panose="02000000000000000000" pitchFamily="2" charset="0"/>
              </a:rPr>
              <a:t>You ask me if I love you</a:t>
            </a:r>
            <a:r>
              <a:rPr lang="zh-CN" altLang="en-US" sz="1400" dirty="0">
                <a:solidFill>
                  <a:schemeClr val="accent4">
                    <a:lumMod val="40000"/>
                    <a:lumOff val="60000"/>
                  </a:schemeClr>
                </a:solidFill>
                <a:latin typeface="Indie Flower" panose="02000000000000000000" pitchFamily="2" charset="0"/>
              </a:rPr>
              <a:t>，</a:t>
            </a:r>
            <a:r>
              <a:rPr lang="en-US" altLang="zh-CN" sz="1400" dirty="0">
                <a:solidFill>
                  <a:schemeClr val="accent4">
                    <a:lumMod val="40000"/>
                    <a:lumOff val="60000"/>
                  </a:schemeClr>
                </a:solidFill>
                <a:latin typeface="Indie Flower" panose="02000000000000000000" pitchFamily="2" charset="0"/>
              </a:rPr>
              <a:t>And I choke on my reply</a:t>
            </a:r>
          </a:p>
        </p:txBody>
      </p:sp>
      <p:sp>
        <p:nvSpPr>
          <p:cNvPr id="23" name="文本框 22"/>
          <p:cNvSpPr txBox="1"/>
          <p:nvPr/>
        </p:nvSpPr>
        <p:spPr>
          <a:xfrm>
            <a:off x="1473199" y="1427040"/>
            <a:ext cx="5005705" cy="1014730"/>
          </a:xfrm>
          <a:prstGeom prst="rect">
            <a:avLst/>
          </a:prstGeom>
          <a:noFill/>
        </p:spPr>
        <p:txBody>
          <a:bodyPr wrap="square" rtlCol="0">
            <a:spAutoFit/>
          </a:bodyPr>
          <a:lstStyle/>
          <a:p>
            <a:pPr algn="l">
              <a:lnSpc>
                <a:spcPct val="200000"/>
              </a:lnSpc>
            </a:pPr>
            <a:r>
              <a:rPr lang="zh-CN" altLang="en-US" sz="1000" dirty="0">
                <a:latin typeface="华文黑体" panose="02010600040101010101" charset="-122"/>
                <a:ea typeface="华文黑体" panose="02010600040101010101" charset="-122"/>
                <a:sym typeface="+mn-ea"/>
              </a:rPr>
              <a:t>I love you more than I've ever loved any woman. And I've waited longer for you than I've waited for any woman.I love you more than I've ever loved any woman. And I've waited longer for you than I've waited for any woman.</a:t>
            </a:r>
            <a:endParaRPr lang="en-US" altLang="zh-CN" sz="1050" dirty="0">
              <a:latin typeface="微软雅黑" panose="020B0503020204020204" pitchFamily="34" charset="-122"/>
              <a:ea typeface="微软雅黑" panose="020B0503020204020204" pitchFamily="34" charset="-122"/>
            </a:endParaRPr>
          </a:p>
        </p:txBody>
      </p:sp>
      <p:sp>
        <p:nvSpPr>
          <p:cNvPr id="24" name="文本框 23"/>
          <p:cNvSpPr txBox="1"/>
          <p:nvPr/>
        </p:nvSpPr>
        <p:spPr>
          <a:xfrm>
            <a:off x="1473200" y="1034415"/>
            <a:ext cx="3312160" cy="361446"/>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zh-CN" altLang="en-US" sz="1600" dirty="0">
                <a:solidFill>
                  <a:srgbClr val="79B0AB"/>
                </a:solidFill>
                <a:latin typeface="华文黑体" panose="02010600040101010101" charset="-122"/>
                <a:ea typeface="华文黑体" panose="02010600040101010101" charset="-122"/>
                <a:sym typeface="+mn-ea"/>
              </a:rPr>
              <a:t>Click here to add your title</a:t>
            </a:r>
          </a:p>
        </p:txBody>
      </p:sp>
      <p:sp>
        <p:nvSpPr>
          <p:cNvPr id="25" name="文本框 24"/>
          <p:cNvSpPr txBox="1"/>
          <p:nvPr/>
        </p:nvSpPr>
        <p:spPr>
          <a:xfrm>
            <a:off x="1473200" y="3189605"/>
            <a:ext cx="5005705" cy="1014730"/>
          </a:xfrm>
          <a:prstGeom prst="rect">
            <a:avLst/>
          </a:prstGeom>
          <a:noFill/>
        </p:spPr>
        <p:txBody>
          <a:bodyPr wrap="square" rtlCol="0">
            <a:spAutoFit/>
          </a:bodyPr>
          <a:lstStyle/>
          <a:p>
            <a:pPr algn="l">
              <a:lnSpc>
                <a:spcPct val="200000"/>
              </a:lnSpc>
            </a:pPr>
            <a:r>
              <a:rPr lang="zh-CN" altLang="en-US" sz="1000">
                <a:latin typeface="华文黑体" panose="02010600040101010101" charset="-122"/>
                <a:ea typeface="华文黑体" panose="02010600040101010101" charset="-122"/>
                <a:sym typeface="+mn-ea"/>
              </a:rPr>
              <a:t>I love you more than I've ever loved any woman. And I've waited longer for you than I've waited for any woman.I love you more than I've ever loved any woman. And I've waited longer for you than I've waited for any woman.</a:t>
            </a:r>
            <a:endParaRPr lang="en-US" altLang="zh-CN" sz="1050" dirty="0">
              <a:latin typeface="微软雅黑" panose="020B0503020204020204" pitchFamily="34" charset="-122"/>
              <a:ea typeface="微软雅黑" panose="020B0503020204020204" pitchFamily="34" charset="-122"/>
            </a:endParaRPr>
          </a:p>
        </p:txBody>
      </p:sp>
      <p:sp>
        <p:nvSpPr>
          <p:cNvPr id="26" name="文本框 25"/>
          <p:cNvSpPr txBox="1"/>
          <p:nvPr/>
        </p:nvSpPr>
        <p:spPr>
          <a:xfrm>
            <a:off x="1473200" y="2766060"/>
            <a:ext cx="3312160" cy="38608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zh-CN" altLang="en-US" sz="1600" dirty="0">
                <a:solidFill>
                  <a:srgbClr val="79B0AB"/>
                </a:solidFill>
                <a:latin typeface="华文黑体" panose="02010600040101010101" charset="-122"/>
                <a:ea typeface="华文黑体" panose="02010600040101010101" charset="-122"/>
                <a:sym typeface="+mn-ea"/>
              </a:rPr>
              <a:t>Click here to add your title</a:t>
            </a:r>
          </a:p>
        </p:txBody>
      </p:sp>
      <p:sp>
        <p:nvSpPr>
          <p:cNvPr id="27" name="文本框 26"/>
          <p:cNvSpPr txBox="1"/>
          <p:nvPr/>
        </p:nvSpPr>
        <p:spPr>
          <a:xfrm>
            <a:off x="1473200" y="4930140"/>
            <a:ext cx="5005705" cy="1014730"/>
          </a:xfrm>
          <a:prstGeom prst="rect">
            <a:avLst/>
          </a:prstGeom>
          <a:noFill/>
        </p:spPr>
        <p:txBody>
          <a:bodyPr wrap="square" rtlCol="0">
            <a:spAutoFit/>
          </a:bodyPr>
          <a:lstStyle/>
          <a:p>
            <a:pPr algn="l">
              <a:lnSpc>
                <a:spcPct val="200000"/>
              </a:lnSpc>
            </a:pPr>
            <a:r>
              <a:rPr lang="zh-CN" altLang="en-US" sz="1000">
                <a:latin typeface="华文黑体" panose="02010600040101010101" charset="-122"/>
                <a:ea typeface="华文黑体" panose="02010600040101010101" charset="-122"/>
                <a:sym typeface="+mn-ea"/>
              </a:rPr>
              <a:t>I love you more than I've ever loved any woman. And I've waited longer for you than I've waited for any woman.I love you more than I've ever loved any woman. And I've waited longer for you than I've waited for any woman.</a:t>
            </a:r>
            <a:endParaRPr lang="en-US" altLang="zh-CN" sz="1050" dirty="0">
              <a:latin typeface="微软雅黑" panose="020B0503020204020204" pitchFamily="34" charset="-122"/>
              <a:ea typeface="微软雅黑" panose="020B0503020204020204" pitchFamily="34" charset="-122"/>
            </a:endParaRPr>
          </a:p>
        </p:txBody>
      </p:sp>
      <p:sp>
        <p:nvSpPr>
          <p:cNvPr id="28" name="文本框 27"/>
          <p:cNvSpPr txBox="1"/>
          <p:nvPr/>
        </p:nvSpPr>
        <p:spPr>
          <a:xfrm>
            <a:off x="1473200" y="4506595"/>
            <a:ext cx="3312160" cy="38608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zh-CN" altLang="en-US" sz="1600" dirty="0">
                <a:solidFill>
                  <a:srgbClr val="79B0AB"/>
                </a:solidFill>
                <a:latin typeface="华文黑体" panose="02010600040101010101" charset="-122"/>
                <a:ea typeface="华文黑体" panose="02010600040101010101" charset="-122"/>
                <a:sym typeface="+mn-ea"/>
              </a:rPr>
              <a:t>Click here to add your title</a:t>
            </a:r>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strips(downRight)">
                                      <p:cBhvr>
                                        <p:cTn id="7" dur="500"/>
                                        <p:tgtEl>
                                          <p:spTgt spid="24"/>
                                        </p:tgtEl>
                                      </p:cBhvr>
                                    </p:animEffect>
                                  </p:childTnLst>
                                </p:cTn>
                              </p:par>
                            </p:childTnLst>
                          </p:cTn>
                        </p:par>
                        <p:par>
                          <p:cTn id="8" fill="hold">
                            <p:stCondLst>
                              <p:cond delay="500"/>
                            </p:stCondLst>
                            <p:childTnLst>
                              <p:par>
                                <p:cTn id="9" presetID="14" presetClass="entr" presetSubtype="5" fill="hold" grpId="0" nodeType="afterEffect">
                                  <p:stCondLst>
                                    <p:cond delay="500"/>
                                  </p:stCondLst>
                                  <p:childTnLst>
                                    <p:set>
                                      <p:cBhvr>
                                        <p:cTn id="10" dur="1" fill="hold">
                                          <p:stCondLst>
                                            <p:cond delay="0"/>
                                          </p:stCondLst>
                                        </p:cTn>
                                        <p:tgtEl>
                                          <p:spTgt spid="23"/>
                                        </p:tgtEl>
                                        <p:attrNameLst>
                                          <p:attrName>style.visibility</p:attrName>
                                        </p:attrNameLst>
                                      </p:cBhvr>
                                      <p:to>
                                        <p:strVal val="visible"/>
                                      </p:to>
                                    </p:set>
                                    <p:animEffect transition="in" filter="randombar(vertical)">
                                      <p:cBhvr>
                                        <p:cTn id="11" dur="500"/>
                                        <p:tgtEl>
                                          <p:spTgt spid="23"/>
                                        </p:tgtEl>
                                      </p:cBhvr>
                                    </p:animEffect>
                                  </p:childTnLst>
                                </p:cTn>
                              </p:par>
                            </p:childTnLst>
                          </p:cTn>
                        </p:par>
                        <p:par>
                          <p:cTn id="12" fill="hold">
                            <p:stCondLst>
                              <p:cond delay="1500"/>
                            </p:stCondLst>
                            <p:childTnLst>
                              <p:par>
                                <p:cTn id="13" presetID="18" presetClass="entr" presetSubtype="6" fill="hold" grpId="0" nodeType="after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strips(downRight)">
                                      <p:cBhvr>
                                        <p:cTn id="15" dur="500"/>
                                        <p:tgtEl>
                                          <p:spTgt spid="26"/>
                                        </p:tgtEl>
                                      </p:cBhvr>
                                    </p:animEffect>
                                  </p:childTnLst>
                                </p:cTn>
                              </p:par>
                            </p:childTnLst>
                          </p:cTn>
                        </p:par>
                        <p:par>
                          <p:cTn id="16" fill="hold">
                            <p:stCondLst>
                              <p:cond delay="2000"/>
                            </p:stCondLst>
                            <p:childTnLst>
                              <p:par>
                                <p:cTn id="17" presetID="14" presetClass="entr" presetSubtype="5" fill="hold" grpId="0" nodeType="afterEffect">
                                  <p:stCondLst>
                                    <p:cond delay="500"/>
                                  </p:stCondLst>
                                  <p:childTnLst>
                                    <p:set>
                                      <p:cBhvr>
                                        <p:cTn id="18" dur="1" fill="hold">
                                          <p:stCondLst>
                                            <p:cond delay="0"/>
                                          </p:stCondLst>
                                        </p:cTn>
                                        <p:tgtEl>
                                          <p:spTgt spid="25"/>
                                        </p:tgtEl>
                                        <p:attrNameLst>
                                          <p:attrName>style.visibility</p:attrName>
                                        </p:attrNameLst>
                                      </p:cBhvr>
                                      <p:to>
                                        <p:strVal val="visible"/>
                                      </p:to>
                                    </p:set>
                                    <p:animEffect transition="in" filter="randombar(vertical)">
                                      <p:cBhvr>
                                        <p:cTn id="19" dur="500"/>
                                        <p:tgtEl>
                                          <p:spTgt spid="25"/>
                                        </p:tgtEl>
                                      </p:cBhvr>
                                    </p:animEffect>
                                  </p:childTnLst>
                                </p:cTn>
                              </p:par>
                            </p:childTnLst>
                          </p:cTn>
                        </p:par>
                        <p:par>
                          <p:cTn id="20" fill="hold">
                            <p:stCondLst>
                              <p:cond delay="3000"/>
                            </p:stCondLst>
                            <p:childTnLst>
                              <p:par>
                                <p:cTn id="21" presetID="18" presetClass="entr" presetSubtype="6" fill="hold" grpId="0" nodeType="afterEffect">
                                  <p:stCondLst>
                                    <p:cond delay="0"/>
                                  </p:stCondLst>
                                  <p:childTnLst>
                                    <p:set>
                                      <p:cBhvr>
                                        <p:cTn id="22" dur="1" fill="hold">
                                          <p:stCondLst>
                                            <p:cond delay="0"/>
                                          </p:stCondLst>
                                        </p:cTn>
                                        <p:tgtEl>
                                          <p:spTgt spid="28"/>
                                        </p:tgtEl>
                                        <p:attrNameLst>
                                          <p:attrName>style.visibility</p:attrName>
                                        </p:attrNameLst>
                                      </p:cBhvr>
                                      <p:to>
                                        <p:strVal val="visible"/>
                                      </p:to>
                                    </p:set>
                                    <p:animEffect transition="in" filter="strips(downRight)">
                                      <p:cBhvr>
                                        <p:cTn id="23" dur="500"/>
                                        <p:tgtEl>
                                          <p:spTgt spid="28"/>
                                        </p:tgtEl>
                                      </p:cBhvr>
                                    </p:animEffect>
                                  </p:childTnLst>
                                </p:cTn>
                              </p:par>
                            </p:childTnLst>
                          </p:cTn>
                        </p:par>
                        <p:par>
                          <p:cTn id="24" fill="hold">
                            <p:stCondLst>
                              <p:cond delay="3500"/>
                            </p:stCondLst>
                            <p:childTnLst>
                              <p:par>
                                <p:cTn id="25" presetID="14" presetClass="entr" presetSubtype="5" fill="hold" grpId="0" nodeType="afterEffect">
                                  <p:stCondLst>
                                    <p:cond delay="500"/>
                                  </p:stCondLst>
                                  <p:childTnLst>
                                    <p:set>
                                      <p:cBhvr>
                                        <p:cTn id="26" dur="1" fill="hold">
                                          <p:stCondLst>
                                            <p:cond delay="0"/>
                                          </p:stCondLst>
                                        </p:cTn>
                                        <p:tgtEl>
                                          <p:spTgt spid="27"/>
                                        </p:tgtEl>
                                        <p:attrNameLst>
                                          <p:attrName>style.visibility</p:attrName>
                                        </p:attrNameLst>
                                      </p:cBhvr>
                                      <p:to>
                                        <p:strVal val="visible"/>
                                      </p:to>
                                    </p:set>
                                    <p:animEffect transition="in" filter="randombar(vertical)">
                                      <p:cBhvr>
                                        <p:cTn id="27"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p:bldP spid="25" grpId="0"/>
      <p:bldP spid="26" grpId="0"/>
      <p:bldP spid="27" grpId="0"/>
      <p:bldP spid="2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39151" y="3488788"/>
            <a:ext cx="5060434" cy="2926079"/>
          </a:xfrm>
          <a:prstGeom prst="rect">
            <a:avLst/>
          </a:prstGeom>
          <a:solidFill>
            <a:schemeClr val="accent3">
              <a:alpha val="6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6096000" y="1099415"/>
            <a:ext cx="2242207" cy="1200329"/>
          </a:xfrm>
          <a:prstGeom prst="rect">
            <a:avLst/>
          </a:prstGeom>
          <a:noFill/>
        </p:spPr>
        <p:txBody>
          <a:bodyPr wrap="square" rtlCol="0">
            <a:spAutoFit/>
          </a:bodyPr>
          <a:lstStyle/>
          <a:p>
            <a:r>
              <a:rPr lang="en-US" altLang="zh-CN" sz="1200" dirty="0">
                <a:solidFill>
                  <a:schemeClr val="bg1"/>
                </a:solidFill>
                <a:latin typeface="Indie Flower" panose="02000000000000000000" pitchFamily="2" charset="0"/>
              </a:rPr>
              <a:t>You ask me if I love you</a:t>
            </a:r>
            <a:r>
              <a:rPr lang="zh-CN" altLang="en-US" sz="1200" dirty="0">
                <a:solidFill>
                  <a:schemeClr val="bg1"/>
                </a:solidFill>
                <a:latin typeface="Indie Flower" panose="02000000000000000000" pitchFamily="2" charset="0"/>
              </a:rPr>
              <a:t>，</a:t>
            </a:r>
            <a:r>
              <a:rPr lang="en-US" altLang="zh-CN" sz="1200" dirty="0">
                <a:solidFill>
                  <a:schemeClr val="bg1"/>
                </a:solidFill>
                <a:latin typeface="Indie Flower" panose="02000000000000000000" pitchFamily="2" charset="0"/>
              </a:rPr>
              <a:t>And I choke on my reply </a:t>
            </a:r>
            <a:r>
              <a:rPr lang="zh-CN" altLang="en-US" sz="1200" dirty="0">
                <a:solidFill>
                  <a:schemeClr val="bg1"/>
                </a:solidFill>
                <a:latin typeface="Indie Flower" panose="02000000000000000000" pitchFamily="2" charset="0"/>
              </a:rPr>
              <a:t>，</a:t>
            </a:r>
            <a:r>
              <a:rPr lang="en-US" altLang="zh-CN" sz="1200" dirty="0">
                <a:solidFill>
                  <a:schemeClr val="bg1"/>
                </a:solidFill>
                <a:latin typeface="Indie Flower" panose="02000000000000000000" pitchFamily="2" charset="0"/>
              </a:rPr>
              <a:t>I'd rather hurt you honestly.</a:t>
            </a:r>
          </a:p>
          <a:p>
            <a:r>
              <a:rPr lang="en-US" altLang="zh-CN" sz="1200" dirty="0">
                <a:solidFill>
                  <a:schemeClr val="bg1"/>
                </a:solidFill>
                <a:latin typeface="Indie Flower" panose="02000000000000000000" pitchFamily="2" charset="0"/>
              </a:rPr>
              <a:t>Than mislead you with a lie </a:t>
            </a:r>
          </a:p>
          <a:p>
            <a:r>
              <a:rPr lang="en-US" altLang="zh-CN" sz="1200" dirty="0">
                <a:solidFill>
                  <a:schemeClr val="bg1"/>
                </a:solidFill>
                <a:latin typeface="Indie Flower" panose="02000000000000000000" pitchFamily="2" charset="0"/>
              </a:rPr>
              <a:t>For who am I to judge you </a:t>
            </a:r>
          </a:p>
          <a:p>
            <a:r>
              <a:rPr lang="en-US" altLang="zh-CN" sz="1200" dirty="0">
                <a:solidFill>
                  <a:schemeClr val="bg1"/>
                </a:solidFill>
                <a:latin typeface="Indie Flower" panose="02000000000000000000" pitchFamily="2" charset="0"/>
              </a:rPr>
              <a:t>In what you say or do </a:t>
            </a:r>
          </a:p>
        </p:txBody>
      </p:sp>
      <p:sp>
        <p:nvSpPr>
          <p:cNvPr id="17" name="文本框 16"/>
          <p:cNvSpPr txBox="1"/>
          <p:nvPr/>
        </p:nvSpPr>
        <p:spPr>
          <a:xfrm>
            <a:off x="1376669" y="1126822"/>
            <a:ext cx="3801110" cy="1384995"/>
          </a:xfrm>
          <a:prstGeom prst="rect">
            <a:avLst/>
          </a:prstGeom>
          <a:noFill/>
        </p:spPr>
        <p:txBody>
          <a:bodyPr wrap="square" rtlCol="0">
            <a:spAutoFit/>
          </a:bodyPr>
          <a:lstStyle/>
          <a:p>
            <a:pPr algn="r">
              <a:lnSpc>
                <a:spcPct val="150000"/>
              </a:lnSpc>
            </a:pPr>
            <a:r>
              <a:rPr lang="en-US" altLang="zh-CN" sz="2800" dirty="0">
                <a:solidFill>
                  <a:srgbClr val="79B0AB"/>
                </a:solidFill>
                <a:latin typeface="华文黑体" panose="02010600040101010101" charset="-122"/>
                <a:ea typeface="华文黑体" panose="02010600040101010101" charset="-122"/>
              </a:rPr>
              <a:t>ALL OR NOTHING</a:t>
            </a:r>
          </a:p>
          <a:p>
            <a:pPr algn="r">
              <a:lnSpc>
                <a:spcPct val="150000"/>
              </a:lnSpc>
            </a:pPr>
            <a:r>
              <a:rPr lang="en-US" altLang="zh-CN" sz="2800" dirty="0">
                <a:solidFill>
                  <a:srgbClr val="79B0AB"/>
                </a:solidFill>
                <a:latin typeface="华文黑体" panose="02010600040101010101" charset="-122"/>
                <a:ea typeface="华文黑体" panose="02010600040101010101" charset="-122"/>
              </a:rPr>
              <a:t>NOW OR NEVER</a:t>
            </a:r>
            <a:endParaRPr lang="zh-CN" altLang="en-US" sz="2800" dirty="0">
              <a:solidFill>
                <a:srgbClr val="79B0AB"/>
              </a:solidFill>
              <a:latin typeface="华文黑体" panose="02010600040101010101" charset="-122"/>
              <a:ea typeface="华文黑体" panose="02010600040101010101" charset="-122"/>
            </a:endParaRPr>
          </a:p>
        </p:txBody>
      </p:sp>
      <p:sp>
        <p:nvSpPr>
          <p:cNvPr id="18" name="文本框 17"/>
          <p:cNvSpPr txBox="1"/>
          <p:nvPr/>
        </p:nvSpPr>
        <p:spPr>
          <a:xfrm>
            <a:off x="731192" y="4059334"/>
            <a:ext cx="4384675" cy="224536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fontAlgn="auto">
              <a:lnSpc>
                <a:spcPct val="200000"/>
              </a:lnSpc>
            </a:pPr>
            <a:r>
              <a:rPr lang="zh-CN" altLang="en-US" sz="1000" dirty="0">
                <a:solidFill>
                  <a:schemeClr val="tx1"/>
                </a:solidFill>
                <a:latin typeface="华文黑体" panose="02010600040101010101" charset="-122"/>
                <a:ea typeface="华文黑体" panose="02010600040101010101" charset="-122"/>
                <a:sym typeface="+mn-ea"/>
              </a:rPr>
              <a:t>I love you more than I've ever loved any woman. And I've waited longer for you than I've waited for any woman.</a:t>
            </a:r>
          </a:p>
          <a:p>
            <a:pPr algn="r" fontAlgn="auto">
              <a:lnSpc>
                <a:spcPct val="200000"/>
              </a:lnSpc>
            </a:pPr>
            <a:endParaRPr lang="zh-CN" altLang="en-US" sz="1000" dirty="0">
              <a:solidFill>
                <a:schemeClr val="tx1"/>
              </a:solidFill>
              <a:latin typeface="华文黑体" panose="02010600040101010101" charset="-122"/>
              <a:ea typeface="华文黑体" panose="02010600040101010101" charset="-122"/>
              <a:sym typeface="+mn-ea"/>
            </a:endParaRPr>
          </a:p>
          <a:p>
            <a:pPr algn="r" fontAlgn="auto">
              <a:lnSpc>
                <a:spcPct val="200000"/>
              </a:lnSpc>
            </a:pPr>
            <a:r>
              <a:rPr lang="zh-CN" altLang="en-US" sz="1000" dirty="0">
                <a:solidFill>
                  <a:schemeClr val="tx1"/>
                </a:solidFill>
                <a:latin typeface="华文黑体" panose="02010600040101010101" charset="-122"/>
                <a:ea typeface="华文黑体" panose="02010600040101010101" charset="-122"/>
                <a:sym typeface="+mn-ea"/>
              </a:rPr>
              <a:t>I love you more than I've ever loved any woman. And I've waited longer for you than I've waited for any woman.I love you more than I've ever loved any woman. And I've waited longer for you than I've waited for any woman.</a:t>
            </a:r>
          </a:p>
        </p:txBody>
      </p:sp>
      <p:sp>
        <p:nvSpPr>
          <p:cNvPr id="22" name="文本框 21"/>
          <p:cNvSpPr txBox="1"/>
          <p:nvPr/>
        </p:nvSpPr>
        <p:spPr>
          <a:xfrm>
            <a:off x="1438582" y="3625910"/>
            <a:ext cx="3677285" cy="4603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20000"/>
              </a:lnSpc>
            </a:pPr>
            <a:r>
              <a:rPr lang="zh-CN" altLang="en-US" sz="2000" dirty="0">
                <a:solidFill>
                  <a:schemeClr val="accent4">
                    <a:lumMod val="40000"/>
                    <a:lumOff val="60000"/>
                  </a:schemeClr>
                </a:solidFill>
                <a:latin typeface="华文黑体" panose="02010600040101010101" charset="-122"/>
                <a:ea typeface="华文黑体" panose="02010600040101010101" charset="-122"/>
                <a:sym typeface="+mn-ea"/>
              </a:rPr>
              <a:t>Click here to add your title</a:t>
            </a:r>
          </a:p>
        </p:txBody>
      </p:sp>
      <p:sp>
        <p:nvSpPr>
          <p:cNvPr id="5" name="矩形 4"/>
          <p:cNvSpPr/>
          <p:nvPr/>
        </p:nvSpPr>
        <p:spPr>
          <a:xfrm>
            <a:off x="8750105" y="318665"/>
            <a:ext cx="3219242" cy="6096203"/>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5505534" y="318665"/>
            <a:ext cx="3038622" cy="300131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5505534" y="3488789"/>
            <a:ext cx="3038622" cy="2926080"/>
          </a:xfrm>
          <a:prstGeom prst="rect">
            <a:avLst/>
          </a:prstGeom>
          <a:blipFill>
            <a:blip r:embed="rId5"/>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2"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strips(downRight)">
                                      <p:cBhvr>
                                        <p:cTn id="7" dur="500"/>
                                        <p:tgtEl>
                                          <p:spTgt spid="17"/>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wipe(left)">
                                      <p:cBhvr>
                                        <p:cTn id="11" dur="500"/>
                                        <p:tgtEl>
                                          <p:spTgt spid="22"/>
                                        </p:tgtEl>
                                      </p:cBhvr>
                                    </p:animEffect>
                                  </p:childTnLst>
                                </p:cTn>
                              </p:par>
                            </p:childTnLst>
                          </p:cTn>
                        </p:par>
                        <p:par>
                          <p:cTn id="12" fill="hold">
                            <p:stCondLst>
                              <p:cond delay="1000"/>
                            </p:stCondLst>
                            <p:childTnLst>
                              <p:par>
                                <p:cTn id="13" presetID="14" presetClass="entr" presetSubtype="5" fill="hold" grpId="1" nodeType="after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randombar(vertical)">
                                      <p:cBhvr>
                                        <p:cTn id="1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7" grpId="1"/>
      <p:bldP spid="17" grpId="2"/>
      <p:bldP spid="18" grpId="0"/>
      <p:bldP spid="18" grpId="1"/>
      <p:bldP spid="2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971665" y="692785"/>
            <a:ext cx="4875778" cy="2854325"/>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354330" y="692785"/>
            <a:ext cx="6617335" cy="2854325"/>
          </a:xfrm>
          <a:prstGeom prst="rect">
            <a:avLst/>
          </a:prstGeom>
          <a:solidFill>
            <a:srgbClr val="79B0AB">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grpSp>
        <p:nvGrpSpPr>
          <p:cNvPr id="4" name="组合 3"/>
          <p:cNvGrpSpPr/>
          <p:nvPr/>
        </p:nvGrpSpPr>
        <p:grpSpPr>
          <a:xfrm>
            <a:off x="6514465" y="1662430"/>
            <a:ext cx="914400" cy="914400"/>
            <a:chOff x="10820" y="4037"/>
            <a:chExt cx="1440" cy="1440"/>
          </a:xfrm>
        </p:grpSpPr>
        <p:sp>
          <p:nvSpPr>
            <p:cNvPr id="5" name="椭圆 4"/>
            <p:cNvSpPr/>
            <p:nvPr/>
          </p:nvSpPr>
          <p:spPr>
            <a:xfrm>
              <a:off x="10820" y="4037"/>
              <a:ext cx="1440" cy="1440"/>
            </a:xfrm>
            <a:prstGeom prst="ellipse">
              <a:avLst/>
            </a:prstGeom>
            <a:solidFill>
              <a:schemeClr val="accent4">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sp>
          <p:nvSpPr>
            <p:cNvPr id="6" name="KSO_Shape"/>
            <p:cNvSpPr/>
            <p:nvPr/>
          </p:nvSpPr>
          <p:spPr>
            <a:xfrm>
              <a:off x="11193" y="4507"/>
              <a:ext cx="695" cy="500"/>
            </a:xfrm>
            <a:custGeom>
              <a:avLst/>
              <a:gdLst>
                <a:gd name="connsiteX0" fmla="*/ 880442 w 1224136"/>
                <a:gd name="connsiteY0" fmla="*/ 361080 h 883138"/>
                <a:gd name="connsiteX1" fmla="*/ 1006456 w 1224136"/>
                <a:gd name="connsiteY1" fmla="*/ 487094 h 883138"/>
                <a:gd name="connsiteX2" fmla="*/ 880442 w 1224136"/>
                <a:gd name="connsiteY2" fmla="*/ 613108 h 883138"/>
                <a:gd name="connsiteX3" fmla="*/ 754428 w 1224136"/>
                <a:gd name="connsiteY3" fmla="*/ 487094 h 883138"/>
                <a:gd name="connsiteX4" fmla="*/ 880442 w 1224136"/>
                <a:gd name="connsiteY4" fmla="*/ 361080 h 883138"/>
                <a:gd name="connsiteX5" fmla="*/ 880442 w 1224136"/>
                <a:gd name="connsiteY5" fmla="*/ 235066 h 883138"/>
                <a:gd name="connsiteX6" fmla="*/ 628414 w 1224136"/>
                <a:gd name="connsiteY6" fmla="*/ 487094 h 883138"/>
                <a:gd name="connsiteX7" fmla="*/ 880442 w 1224136"/>
                <a:gd name="connsiteY7" fmla="*/ 739122 h 883138"/>
                <a:gd name="connsiteX8" fmla="*/ 1132470 w 1224136"/>
                <a:gd name="connsiteY8" fmla="*/ 487094 h 883138"/>
                <a:gd name="connsiteX9" fmla="*/ 880442 w 1224136"/>
                <a:gd name="connsiteY9" fmla="*/ 235066 h 883138"/>
                <a:gd name="connsiteX10" fmla="*/ 132017 w 1224136"/>
                <a:gd name="connsiteY10" fmla="*/ 91050 h 883138"/>
                <a:gd name="connsiteX11" fmla="*/ 1092119 w 1224136"/>
                <a:gd name="connsiteY11" fmla="*/ 91050 h 883138"/>
                <a:gd name="connsiteX12" fmla="*/ 1224136 w 1224136"/>
                <a:gd name="connsiteY12" fmla="*/ 223067 h 883138"/>
                <a:gd name="connsiteX13" fmla="*/ 1224136 w 1224136"/>
                <a:gd name="connsiteY13" fmla="*/ 751121 h 883138"/>
                <a:gd name="connsiteX14" fmla="*/ 1092119 w 1224136"/>
                <a:gd name="connsiteY14" fmla="*/ 883138 h 883138"/>
                <a:gd name="connsiteX15" fmla="*/ 132017 w 1224136"/>
                <a:gd name="connsiteY15" fmla="*/ 883138 h 883138"/>
                <a:gd name="connsiteX16" fmla="*/ 0 w 1224136"/>
                <a:gd name="connsiteY16" fmla="*/ 751121 h 883138"/>
                <a:gd name="connsiteX17" fmla="*/ 0 w 1224136"/>
                <a:gd name="connsiteY17" fmla="*/ 223067 h 883138"/>
                <a:gd name="connsiteX18" fmla="*/ 132017 w 1224136"/>
                <a:gd name="connsiteY18" fmla="*/ 91050 h 883138"/>
                <a:gd name="connsiteX19" fmla="*/ 156016 w 1224136"/>
                <a:gd name="connsiteY19" fmla="*/ 0 h 883138"/>
                <a:gd name="connsiteX20" fmla="*/ 348040 w 1224136"/>
                <a:gd name="connsiteY20" fmla="*/ 0 h 883138"/>
                <a:gd name="connsiteX21" fmla="*/ 360040 w 1224136"/>
                <a:gd name="connsiteY21" fmla="*/ 12000 h 883138"/>
                <a:gd name="connsiteX22" fmla="*/ 360040 w 1224136"/>
                <a:gd name="connsiteY22" fmla="*/ 60000 h 883138"/>
                <a:gd name="connsiteX23" fmla="*/ 348040 w 1224136"/>
                <a:gd name="connsiteY23" fmla="*/ 72000 h 883138"/>
                <a:gd name="connsiteX24" fmla="*/ 156016 w 1224136"/>
                <a:gd name="connsiteY24" fmla="*/ 72000 h 883138"/>
                <a:gd name="connsiteX25" fmla="*/ 144016 w 1224136"/>
                <a:gd name="connsiteY25" fmla="*/ 60000 h 883138"/>
                <a:gd name="connsiteX26" fmla="*/ 144016 w 1224136"/>
                <a:gd name="connsiteY26" fmla="*/ 12000 h 883138"/>
                <a:gd name="connsiteX27" fmla="*/ 156016 w 1224136"/>
                <a:gd name="connsiteY27" fmla="*/ 0 h 883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24136" h="883138">
                  <a:moveTo>
                    <a:pt x="880442" y="361080"/>
                  </a:moveTo>
                  <a:cubicBezTo>
                    <a:pt x="950038" y="361080"/>
                    <a:pt x="1006456" y="417498"/>
                    <a:pt x="1006456" y="487094"/>
                  </a:cubicBezTo>
                  <a:cubicBezTo>
                    <a:pt x="1006456" y="556690"/>
                    <a:pt x="950038" y="613108"/>
                    <a:pt x="880442" y="613108"/>
                  </a:cubicBezTo>
                  <a:cubicBezTo>
                    <a:pt x="810846" y="613108"/>
                    <a:pt x="754428" y="556690"/>
                    <a:pt x="754428" y="487094"/>
                  </a:cubicBezTo>
                  <a:cubicBezTo>
                    <a:pt x="754428" y="417498"/>
                    <a:pt x="810846" y="361080"/>
                    <a:pt x="880442" y="361080"/>
                  </a:cubicBezTo>
                  <a:close/>
                  <a:moveTo>
                    <a:pt x="880442" y="235066"/>
                  </a:moveTo>
                  <a:cubicBezTo>
                    <a:pt x="741251" y="235066"/>
                    <a:pt x="628414" y="347903"/>
                    <a:pt x="628414" y="487094"/>
                  </a:cubicBezTo>
                  <a:cubicBezTo>
                    <a:pt x="628414" y="626285"/>
                    <a:pt x="741251" y="739122"/>
                    <a:pt x="880442" y="739122"/>
                  </a:cubicBezTo>
                  <a:cubicBezTo>
                    <a:pt x="1019633" y="739122"/>
                    <a:pt x="1132470" y="626285"/>
                    <a:pt x="1132470" y="487094"/>
                  </a:cubicBezTo>
                  <a:cubicBezTo>
                    <a:pt x="1132470" y="347903"/>
                    <a:pt x="1019633" y="235066"/>
                    <a:pt x="880442" y="235066"/>
                  </a:cubicBezTo>
                  <a:close/>
                  <a:moveTo>
                    <a:pt x="132017" y="91050"/>
                  </a:moveTo>
                  <a:lnTo>
                    <a:pt x="1092119" y="91050"/>
                  </a:lnTo>
                  <a:cubicBezTo>
                    <a:pt x="1165030" y="91050"/>
                    <a:pt x="1224136" y="150156"/>
                    <a:pt x="1224136" y="223067"/>
                  </a:cubicBezTo>
                  <a:lnTo>
                    <a:pt x="1224136" y="751121"/>
                  </a:lnTo>
                  <a:cubicBezTo>
                    <a:pt x="1224136" y="824032"/>
                    <a:pt x="1165030" y="883138"/>
                    <a:pt x="1092119" y="883138"/>
                  </a:cubicBezTo>
                  <a:lnTo>
                    <a:pt x="132017" y="883138"/>
                  </a:lnTo>
                  <a:cubicBezTo>
                    <a:pt x="59106" y="883138"/>
                    <a:pt x="0" y="824032"/>
                    <a:pt x="0" y="751121"/>
                  </a:cubicBezTo>
                  <a:lnTo>
                    <a:pt x="0" y="223067"/>
                  </a:lnTo>
                  <a:cubicBezTo>
                    <a:pt x="0" y="150156"/>
                    <a:pt x="59106" y="91050"/>
                    <a:pt x="132017" y="91050"/>
                  </a:cubicBezTo>
                  <a:close/>
                  <a:moveTo>
                    <a:pt x="156016" y="0"/>
                  </a:moveTo>
                  <a:lnTo>
                    <a:pt x="348040" y="0"/>
                  </a:lnTo>
                  <a:cubicBezTo>
                    <a:pt x="354667" y="0"/>
                    <a:pt x="360040" y="5373"/>
                    <a:pt x="360040" y="12000"/>
                  </a:cubicBezTo>
                  <a:lnTo>
                    <a:pt x="360040" y="60000"/>
                  </a:lnTo>
                  <a:cubicBezTo>
                    <a:pt x="360040" y="66627"/>
                    <a:pt x="354667" y="72000"/>
                    <a:pt x="348040" y="72000"/>
                  </a:cubicBezTo>
                  <a:lnTo>
                    <a:pt x="156016" y="72000"/>
                  </a:lnTo>
                  <a:cubicBezTo>
                    <a:pt x="149389" y="72000"/>
                    <a:pt x="144016" y="66627"/>
                    <a:pt x="144016" y="60000"/>
                  </a:cubicBezTo>
                  <a:lnTo>
                    <a:pt x="144016" y="12000"/>
                  </a:lnTo>
                  <a:cubicBezTo>
                    <a:pt x="144016" y="5373"/>
                    <a:pt x="149389" y="0"/>
                    <a:pt x="156016"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mn-lt"/>
                <a:ea typeface="+mn-ea"/>
                <a:cs typeface="+mn-cs"/>
              </a:endParaRPr>
            </a:p>
          </p:txBody>
        </p:sp>
      </p:grpSp>
      <p:sp>
        <p:nvSpPr>
          <p:cNvPr id="7" name="文本框 6"/>
          <p:cNvSpPr txBox="1"/>
          <p:nvPr/>
        </p:nvSpPr>
        <p:spPr>
          <a:xfrm>
            <a:off x="554355" y="1334135"/>
            <a:ext cx="5960110" cy="2030095"/>
          </a:xfrm>
          <a:prstGeom prst="rect">
            <a:avLst/>
          </a:prstGeom>
          <a:noFill/>
        </p:spPr>
        <p:txBody>
          <a:bodyPr wrap="square" rtlCol="0">
            <a:spAutoFit/>
          </a:bodyPr>
          <a:lstStyle/>
          <a:p>
            <a:pPr algn="l" fontAlgn="auto">
              <a:lnSpc>
                <a:spcPct val="180000"/>
              </a:lnSpc>
            </a:pPr>
            <a:r>
              <a:rPr lang="zh-CN" altLang="en-US" sz="1000">
                <a:solidFill>
                  <a:schemeClr val="bg1"/>
                </a:solidFill>
                <a:latin typeface="Lora" panose="02000503000000020004" charset="0"/>
                <a:ea typeface="华文黑体" panose="02010600040101010101" charset="-122"/>
                <a:sym typeface="+mn-ea"/>
              </a:rPr>
              <a:t>I love you more than I've ever loved any woman. And I've waited longer for you than I've waited for any woman.I love you more than I've ever loved any woman. And I've waited longer for you than I've waited for any woman.</a:t>
            </a:r>
          </a:p>
          <a:p>
            <a:pPr algn="l" fontAlgn="auto">
              <a:lnSpc>
                <a:spcPct val="180000"/>
              </a:lnSpc>
            </a:pPr>
            <a:endParaRPr lang="zh-CN" altLang="en-US" sz="1000">
              <a:solidFill>
                <a:schemeClr val="bg1"/>
              </a:solidFill>
              <a:latin typeface="Lora" panose="02000503000000020004" charset="0"/>
              <a:ea typeface="华文黑体" panose="02010600040101010101" charset="-122"/>
              <a:sym typeface="+mn-ea"/>
            </a:endParaRPr>
          </a:p>
          <a:p>
            <a:pPr algn="l" fontAlgn="auto">
              <a:lnSpc>
                <a:spcPct val="180000"/>
              </a:lnSpc>
            </a:pPr>
            <a:r>
              <a:rPr lang="zh-CN" altLang="en-US" sz="1000">
                <a:solidFill>
                  <a:schemeClr val="bg1"/>
                </a:solidFill>
                <a:latin typeface="Lora" panose="02000503000000020004" charset="0"/>
                <a:ea typeface="华文黑体" panose="02010600040101010101" charset="-122"/>
                <a:sym typeface="+mn-ea"/>
              </a:rPr>
              <a:t>I love you more than I've ever loved any woman. And I've waited longer for you than I've waited for any woman.I love you more than I've ever loved any woman. And I've waited longer for you than I've waited for any woman.</a:t>
            </a:r>
          </a:p>
        </p:txBody>
      </p:sp>
      <p:sp>
        <p:nvSpPr>
          <p:cNvPr id="8" name="矩形 7"/>
          <p:cNvSpPr/>
          <p:nvPr/>
        </p:nvSpPr>
        <p:spPr>
          <a:xfrm>
            <a:off x="553720" y="948055"/>
            <a:ext cx="3481705" cy="386080"/>
          </a:xfrm>
          <a:prstGeom prst="rect">
            <a:avLst/>
          </a:prstGeom>
          <a:noFill/>
        </p:spPr>
        <p:txBody>
          <a:bodyPr wrap="square" rtlCol="0">
            <a:spAutoFit/>
          </a:bodyPr>
          <a:lstStyle/>
          <a:p>
            <a:pPr algn="l">
              <a:lnSpc>
                <a:spcPct val="120000"/>
              </a:lnSpc>
            </a:pPr>
            <a:r>
              <a:rPr lang="zh-CN" altLang="en-US" sz="1600" dirty="0">
                <a:solidFill>
                  <a:schemeClr val="bg1"/>
                </a:solidFill>
                <a:latin typeface="Lora" panose="02000503000000020004" charset="0"/>
                <a:ea typeface="华文黑体" panose="02010600040101010101" charset="-122"/>
                <a:sym typeface="+mn-ea"/>
              </a:rPr>
              <a:t>Click here to add your title</a:t>
            </a:r>
          </a:p>
        </p:txBody>
      </p:sp>
      <p:sp>
        <p:nvSpPr>
          <p:cNvPr id="9" name="文本框 8"/>
          <p:cNvSpPr txBox="1"/>
          <p:nvPr/>
        </p:nvSpPr>
        <p:spPr>
          <a:xfrm>
            <a:off x="2883850" y="4417060"/>
            <a:ext cx="8373110" cy="1753235"/>
          </a:xfrm>
          <a:prstGeom prst="rect">
            <a:avLst/>
          </a:prstGeom>
          <a:noFill/>
        </p:spPr>
        <p:txBody>
          <a:bodyPr wrap="square" rtlCol="0">
            <a:spAutoFit/>
          </a:bodyPr>
          <a:lstStyle/>
          <a:p>
            <a:pPr algn="r" fontAlgn="auto">
              <a:lnSpc>
                <a:spcPct val="180000"/>
              </a:lnSpc>
            </a:pPr>
            <a:r>
              <a:rPr lang="zh-CN" altLang="en-US" sz="1000" dirty="0">
                <a:solidFill>
                  <a:schemeClr val="tx1"/>
                </a:solidFill>
                <a:latin typeface="Lora" panose="02000503000000020004" charset="0"/>
                <a:ea typeface="华文黑体" panose="02010600040101010101" charset="-122"/>
                <a:sym typeface="+mn-ea"/>
              </a:rPr>
              <a:t>I love you more than I've ever loved any woman. And I've waited longer for you than I've waited for any woman.I love you more than I've ever loved any woman. </a:t>
            </a:r>
            <a:r>
              <a:rPr lang="zh-CN" altLang="en-US" sz="1000" dirty="0">
                <a:latin typeface="Lora" panose="02000503000000020004" charset="0"/>
                <a:ea typeface="华文黑体" panose="02010600040101010101" charset="-122"/>
                <a:sym typeface="+mn-ea"/>
              </a:rPr>
              <a:t>And I've waited longer for you than I've waited for any woman.I love you more than I've ever loved any woman. And I've waited longer for you than I've waited for any woman.</a:t>
            </a:r>
          </a:p>
          <a:p>
            <a:pPr algn="r" fontAlgn="auto">
              <a:lnSpc>
                <a:spcPct val="180000"/>
              </a:lnSpc>
            </a:pPr>
            <a:endParaRPr lang="zh-CN" altLang="en-US" sz="1000" dirty="0">
              <a:solidFill>
                <a:schemeClr val="tx1"/>
              </a:solidFill>
              <a:latin typeface="Lora" panose="02000503000000020004" charset="0"/>
              <a:ea typeface="华文黑体" panose="02010600040101010101" charset="-122"/>
              <a:sym typeface="+mn-ea"/>
            </a:endParaRPr>
          </a:p>
          <a:p>
            <a:pPr algn="r" fontAlgn="auto">
              <a:lnSpc>
                <a:spcPct val="180000"/>
              </a:lnSpc>
            </a:pPr>
            <a:r>
              <a:rPr lang="zh-CN" altLang="en-US" sz="1000" dirty="0">
                <a:solidFill>
                  <a:schemeClr val="tx1"/>
                </a:solidFill>
                <a:latin typeface="Lora" panose="02000503000000020004" charset="0"/>
                <a:ea typeface="华文黑体" panose="02010600040101010101" charset="-122"/>
                <a:sym typeface="+mn-ea"/>
              </a:rPr>
              <a:t>I love you more than I've ever loved any woman. And I've waited longer for you than I've waited for any woman.I love you more than I've ever loved any woman. And I've waited longer for you than I've waited for any woman.</a:t>
            </a:r>
          </a:p>
        </p:txBody>
      </p:sp>
      <p:sp>
        <p:nvSpPr>
          <p:cNvPr id="10" name="矩形 9"/>
          <p:cNvSpPr/>
          <p:nvPr/>
        </p:nvSpPr>
        <p:spPr>
          <a:xfrm>
            <a:off x="7775255" y="3856355"/>
            <a:ext cx="3481705" cy="386080"/>
          </a:xfrm>
          <a:prstGeom prst="rect">
            <a:avLst/>
          </a:prstGeom>
          <a:noFill/>
        </p:spPr>
        <p:txBody>
          <a:bodyPr wrap="square" rtlCol="0">
            <a:spAutoFit/>
          </a:bodyPr>
          <a:lstStyle/>
          <a:p>
            <a:pPr algn="r">
              <a:lnSpc>
                <a:spcPct val="120000"/>
              </a:lnSpc>
            </a:pPr>
            <a:r>
              <a:rPr lang="zh-CN" altLang="en-US" sz="1600" dirty="0">
                <a:solidFill>
                  <a:schemeClr val="accent4">
                    <a:lumMod val="40000"/>
                    <a:lumOff val="60000"/>
                  </a:schemeClr>
                </a:solidFill>
                <a:latin typeface="Lora" panose="02000503000000020004" charset="0"/>
                <a:ea typeface="华文黑体" panose="02010600040101010101" charset="-122"/>
                <a:sym typeface="+mn-ea"/>
              </a:rPr>
              <a:t>Click here to add your title</a:t>
            </a:r>
          </a:p>
        </p:txBody>
      </p:sp>
      <p:sp>
        <p:nvSpPr>
          <p:cNvPr id="11" name="文本框 10"/>
          <p:cNvSpPr txBox="1"/>
          <p:nvPr/>
        </p:nvSpPr>
        <p:spPr>
          <a:xfrm>
            <a:off x="551180" y="3822700"/>
            <a:ext cx="1994535" cy="230695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2400" b="1" dirty="0">
                <a:solidFill>
                  <a:srgbClr val="79B0AB"/>
                </a:solidFill>
                <a:latin typeface="Poppins SemiBold" panose="02000000000000000000" charset="0"/>
                <a:ea typeface="华文黑体" panose="02010600040101010101" charset="-122"/>
                <a:sym typeface="+mn-ea"/>
              </a:rPr>
              <a:t>ALL OR NOTHING</a:t>
            </a:r>
          </a:p>
          <a:p>
            <a:pPr>
              <a:lnSpc>
                <a:spcPct val="150000"/>
              </a:lnSpc>
            </a:pPr>
            <a:r>
              <a:rPr lang="zh-CN" altLang="en-US" sz="2400" b="1" dirty="0">
                <a:solidFill>
                  <a:srgbClr val="79B0AB"/>
                </a:solidFill>
                <a:latin typeface="Poppins SemiBold" panose="02000000000000000000" charset="0"/>
                <a:ea typeface="华文黑体" panose="02010600040101010101" charset="-122"/>
                <a:sym typeface="+mn-ea"/>
              </a:rPr>
              <a:t>NOW OR NEVER</a:t>
            </a:r>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ppt_x</p:attrName>
                                        </p:attrNameLst>
                                      </p:cBhvr>
                                      <p:tavLst>
                                        <p:tav tm="0">
                                          <p:val>
                                            <p:strVal val="#ppt_x-.2"/>
                                          </p:val>
                                        </p:tav>
                                        <p:tav tm="100000">
                                          <p:val>
                                            <p:strVal val="#ppt_x"/>
                                          </p:val>
                                        </p:tav>
                                      </p:tavLst>
                                    </p:anim>
                                    <p:anim calcmode="lin" valueType="num">
                                      <p:cBhvr>
                                        <p:cTn id="8" dur="500" fill="hold"/>
                                        <p:tgtEl>
                                          <p:spTgt spid="3"/>
                                        </p:tgtEl>
                                        <p:attrNameLst>
                                          <p:attrName>ppt_y</p:attrName>
                                        </p:attrNameLst>
                                      </p:cBhvr>
                                      <p:tavLst>
                                        <p:tav tm="0">
                                          <p:val>
                                            <p:strVal val="#ppt_y"/>
                                          </p:val>
                                        </p:tav>
                                        <p:tav tm="100000">
                                          <p:val>
                                            <p:strVal val="#ppt_y"/>
                                          </p:val>
                                        </p:tav>
                                      </p:tavLst>
                                    </p:anim>
                                    <p:animEffect transition="in" filter="wipe(right)" prLst="gradientSize: 0.1">
                                      <p:cBhvr>
                                        <p:cTn id="9" dur="500"/>
                                        <p:tgtEl>
                                          <p:spTgt spid="3"/>
                                        </p:tgtEl>
                                      </p:cBhvr>
                                    </p:animEffect>
                                  </p:childTnLst>
                                </p:cTn>
                              </p:par>
                            </p:childTnLst>
                          </p:cTn>
                        </p:par>
                        <p:par>
                          <p:cTn id="10" fill="hold">
                            <p:stCondLst>
                              <p:cond delay="500"/>
                            </p:stCondLst>
                            <p:childTnLst>
                              <p:par>
                                <p:cTn id="11" presetID="22" presetClass="entr" presetSubtype="8"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wipe(left)">
                                      <p:cBhvr>
                                        <p:cTn id="13" dur="500"/>
                                        <p:tgtEl>
                                          <p:spTgt spid="8"/>
                                        </p:tgtEl>
                                      </p:cBhvr>
                                    </p:animEffect>
                                  </p:childTnLst>
                                </p:cTn>
                              </p:par>
                            </p:childTnLst>
                          </p:cTn>
                        </p:par>
                        <p:par>
                          <p:cTn id="14" fill="hold">
                            <p:stCondLst>
                              <p:cond delay="1000"/>
                            </p:stCondLst>
                            <p:childTnLst>
                              <p:par>
                                <p:cTn id="15" presetID="42" presetClass="entr" presetSubtype="0" fill="hold" grpId="0" nodeType="after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anim calcmode="lin" valueType="num">
                                      <p:cBhvr>
                                        <p:cTn id="18" dur="500" fill="hold"/>
                                        <p:tgtEl>
                                          <p:spTgt spid="7"/>
                                        </p:tgtEl>
                                        <p:attrNameLst>
                                          <p:attrName>ppt_x</p:attrName>
                                        </p:attrNameLst>
                                      </p:cBhvr>
                                      <p:tavLst>
                                        <p:tav tm="0">
                                          <p:val>
                                            <p:strVal val="#ppt_x"/>
                                          </p:val>
                                        </p:tav>
                                        <p:tav tm="100000">
                                          <p:val>
                                            <p:strVal val="#ppt_x"/>
                                          </p:val>
                                        </p:tav>
                                      </p:tavLst>
                                    </p:anim>
                                    <p:anim calcmode="lin" valueType="num">
                                      <p:cBhvr>
                                        <p:cTn id="19" dur="500" fill="hold"/>
                                        <p:tgtEl>
                                          <p:spTgt spid="7"/>
                                        </p:tgtEl>
                                        <p:attrNameLst>
                                          <p:attrName>ppt_y</p:attrName>
                                        </p:attrNameLst>
                                      </p:cBhvr>
                                      <p:tavLst>
                                        <p:tav tm="0">
                                          <p:val>
                                            <p:strVal val="#ppt_y+.1"/>
                                          </p:val>
                                        </p:tav>
                                        <p:tav tm="100000">
                                          <p:val>
                                            <p:strVal val="#ppt_y"/>
                                          </p:val>
                                        </p:tav>
                                      </p:tavLst>
                                    </p:anim>
                                  </p:childTnLst>
                                </p:cTn>
                              </p:par>
                            </p:childTnLst>
                          </p:cTn>
                        </p:par>
                        <p:par>
                          <p:cTn id="20" fill="hold">
                            <p:stCondLst>
                              <p:cond delay="1500"/>
                            </p:stCondLst>
                            <p:childTnLst>
                              <p:par>
                                <p:cTn id="21" presetID="35" presetClass="entr" presetSubtype="0" fill="hold" nodeType="after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fade">
                                      <p:cBhvr>
                                        <p:cTn id="23" dur="500"/>
                                        <p:tgtEl>
                                          <p:spTgt spid="4"/>
                                        </p:tgtEl>
                                      </p:cBhvr>
                                    </p:animEffect>
                                    <p:anim calcmode="lin" valueType="num">
                                      <p:cBhvr>
                                        <p:cTn id="24" dur="500" fill="hold"/>
                                        <p:tgtEl>
                                          <p:spTgt spid="4"/>
                                        </p:tgtEl>
                                        <p:attrNameLst>
                                          <p:attrName>style.rotation</p:attrName>
                                        </p:attrNameLst>
                                      </p:cBhvr>
                                      <p:tavLst>
                                        <p:tav tm="0">
                                          <p:val>
                                            <p:fltVal val="720"/>
                                          </p:val>
                                        </p:tav>
                                        <p:tav tm="100000">
                                          <p:val>
                                            <p:fltVal val="0"/>
                                          </p:val>
                                        </p:tav>
                                      </p:tavLst>
                                    </p:anim>
                                    <p:anim calcmode="lin" valueType="num">
                                      <p:cBhvr>
                                        <p:cTn id="25" dur="500" fill="hold"/>
                                        <p:tgtEl>
                                          <p:spTgt spid="4"/>
                                        </p:tgtEl>
                                        <p:attrNameLst>
                                          <p:attrName>ppt_h</p:attrName>
                                        </p:attrNameLst>
                                      </p:cBhvr>
                                      <p:tavLst>
                                        <p:tav tm="0">
                                          <p:val>
                                            <p:fltVal val="0"/>
                                          </p:val>
                                        </p:tav>
                                        <p:tav tm="100000">
                                          <p:val>
                                            <p:strVal val="#ppt_h"/>
                                          </p:val>
                                        </p:tav>
                                      </p:tavLst>
                                    </p:anim>
                                    <p:anim calcmode="lin" valueType="num">
                                      <p:cBhvr>
                                        <p:cTn id="26" dur="500" fill="hold"/>
                                        <p:tgtEl>
                                          <p:spTgt spid="4"/>
                                        </p:tgtEl>
                                        <p:attrNameLst>
                                          <p:attrName>ppt_w</p:attrName>
                                        </p:attrNameLst>
                                      </p:cBhvr>
                                      <p:tavLst>
                                        <p:tav tm="0">
                                          <p:val>
                                            <p:fltVal val="0"/>
                                          </p:val>
                                        </p:tav>
                                        <p:tav tm="100000">
                                          <p:val>
                                            <p:strVal val="#ppt_w"/>
                                          </p:val>
                                        </p:tav>
                                      </p:tavLst>
                                    </p:anim>
                                  </p:childTnLst>
                                </p:cTn>
                              </p:par>
                            </p:childTnLst>
                          </p:cTn>
                        </p:par>
                        <p:par>
                          <p:cTn id="27" fill="hold">
                            <p:stCondLst>
                              <p:cond delay="2000"/>
                            </p:stCondLst>
                            <p:childTnLst>
                              <p:par>
                                <p:cTn id="28" presetID="22" presetClass="entr" presetSubtype="2" fill="hold" grpId="0" nodeType="after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wipe(right)">
                                      <p:cBhvr>
                                        <p:cTn id="30" dur="500"/>
                                        <p:tgtEl>
                                          <p:spTgt spid="11"/>
                                        </p:tgtEl>
                                      </p:cBhvr>
                                    </p:animEffect>
                                  </p:childTnLst>
                                </p:cTn>
                              </p:par>
                            </p:childTnLst>
                          </p:cTn>
                        </p:par>
                        <p:par>
                          <p:cTn id="31" fill="hold">
                            <p:stCondLst>
                              <p:cond delay="2500"/>
                            </p:stCondLst>
                            <p:childTnLst>
                              <p:par>
                                <p:cTn id="32" presetID="22" presetClass="entr" presetSubtype="2" fill="hold" grpId="0" nodeType="after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wipe(right)">
                                      <p:cBhvr>
                                        <p:cTn id="34" dur="500"/>
                                        <p:tgtEl>
                                          <p:spTgt spid="10"/>
                                        </p:tgtEl>
                                      </p:cBhvr>
                                    </p:animEffect>
                                  </p:childTnLst>
                                </p:cTn>
                              </p:par>
                            </p:childTnLst>
                          </p:cTn>
                        </p:par>
                        <p:par>
                          <p:cTn id="35" fill="hold">
                            <p:stCondLst>
                              <p:cond delay="3000"/>
                            </p:stCondLst>
                            <p:childTnLst>
                              <p:par>
                                <p:cTn id="36" presetID="42" presetClass="entr" presetSubtype="0" fill="hold" grpId="0" nodeType="after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fade">
                                      <p:cBhvr>
                                        <p:cTn id="38" dur="500"/>
                                        <p:tgtEl>
                                          <p:spTgt spid="9"/>
                                        </p:tgtEl>
                                      </p:cBhvr>
                                    </p:animEffect>
                                    <p:anim calcmode="lin" valueType="num">
                                      <p:cBhvr>
                                        <p:cTn id="39" dur="500" fill="hold"/>
                                        <p:tgtEl>
                                          <p:spTgt spid="9"/>
                                        </p:tgtEl>
                                        <p:attrNameLst>
                                          <p:attrName>ppt_x</p:attrName>
                                        </p:attrNameLst>
                                      </p:cBhvr>
                                      <p:tavLst>
                                        <p:tav tm="0">
                                          <p:val>
                                            <p:strVal val="#ppt_x"/>
                                          </p:val>
                                        </p:tav>
                                        <p:tav tm="100000">
                                          <p:val>
                                            <p:strVal val="#ppt_x"/>
                                          </p:val>
                                        </p:tav>
                                      </p:tavLst>
                                    </p:anim>
                                    <p:anim calcmode="lin" valueType="num">
                                      <p:cBhvr>
                                        <p:cTn id="40" dur="5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7" grpId="0"/>
      <p:bldP spid="8" grpId="0"/>
      <p:bldP spid="9" grpId="0"/>
      <p:bldP spid="10" grpId="0"/>
      <p:bldP spid="1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4079631" cy="6858000"/>
          </a:xfrm>
          <a:prstGeom prst="rect">
            <a:avLst/>
          </a:prstGeom>
        </p:spPr>
      </p:pic>
      <p:sp>
        <p:nvSpPr>
          <p:cNvPr id="18" name="图文框 17"/>
          <p:cNvSpPr/>
          <p:nvPr/>
        </p:nvSpPr>
        <p:spPr>
          <a:xfrm>
            <a:off x="7006843" y="709639"/>
            <a:ext cx="3797059" cy="5576539"/>
          </a:xfrm>
          <a:prstGeom prst="frame">
            <a:avLst>
              <a:gd name="adj1" fmla="val 1047"/>
            </a:avLst>
          </a:prstGeom>
          <a:solidFill>
            <a:srgbClr val="79B0AB"/>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3"/>
              </a:solidFill>
            </a:endParaRPr>
          </a:p>
        </p:txBody>
      </p:sp>
      <p:sp>
        <p:nvSpPr>
          <p:cNvPr id="47" name="矩形 46"/>
          <p:cNvSpPr/>
          <p:nvPr/>
        </p:nvSpPr>
        <p:spPr>
          <a:xfrm>
            <a:off x="6701349" y="1884944"/>
            <a:ext cx="4611936" cy="36056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p:cNvSpPr txBox="1"/>
          <p:nvPr/>
        </p:nvSpPr>
        <p:spPr>
          <a:xfrm>
            <a:off x="7351236" y="1089319"/>
            <a:ext cx="3312160" cy="39504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zh-CN" altLang="en-US" b="1" dirty="0">
                <a:solidFill>
                  <a:schemeClr val="accent4">
                    <a:lumMod val="40000"/>
                    <a:lumOff val="60000"/>
                  </a:schemeClr>
                </a:solidFill>
                <a:latin typeface="华文黑体" panose="02010600040101010101" charset="-122"/>
                <a:ea typeface="华文黑体" panose="02010600040101010101" charset="-122"/>
                <a:sym typeface="+mn-ea"/>
              </a:rPr>
              <a:t>Click here to add your title</a:t>
            </a:r>
          </a:p>
        </p:txBody>
      </p:sp>
      <p:sp>
        <p:nvSpPr>
          <p:cNvPr id="46" name="文本框 45"/>
          <p:cNvSpPr txBox="1"/>
          <p:nvPr/>
        </p:nvSpPr>
        <p:spPr>
          <a:xfrm>
            <a:off x="6713034" y="2584186"/>
            <a:ext cx="4384675" cy="255454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auto">
              <a:lnSpc>
                <a:spcPct val="200000"/>
              </a:lnSpc>
            </a:pPr>
            <a:r>
              <a:rPr lang="zh-CN" altLang="en-US" sz="1000" dirty="0">
                <a:solidFill>
                  <a:schemeClr val="tx1"/>
                </a:solidFill>
                <a:latin typeface="华文黑体" panose="02010600040101010101" charset="-122"/>
                <a:ea typeface="华文黑体" panose="02010600040101010101" charset="-122"/>
                <a:sym typeface="+mn-ea"/>
              </a:rPr>
              <a:t>I love you more than I've ever loved any woman. And I've waited longer for you than I've waited for any woman.</a:t>
            </a:r>
          </a:p>
          <a:p>
            <a:pPr algn="ctr" fontAlgn="auto">
              <a:lnSpc>
                <a:spcPct val="200000"/>
              </a:lnSpc>
            </a:pPr>
            <a:endParaRPr lang="zh-CN" altLang="en-US" sz="1000" dirty="0">
              <a:solidFill>
                <a:schemeClr val="tx1"/>
              </a:solidFill>
              <a:latin typeface="华文黑体" panose="02010600040101010101" charset="-122"/>
              <a:ea typeface="华文黑体" panose="02010600040101010101" charset="-122"/>
              <a:sym typeface="+mn-ea"/>
            </a:endParaRPr>
          </a:p>
          <a:p>
            <a:pPr algn="ctr" fontAlgn="auto">
              <a:lnSpc>
                <a:spcPct val="200000"/>
              </a:lnSpc>
            </a:pPr>
            <a:r>
              <a:rPr lang="zh-CN" altLang="en-US" sz="1000" dirty="0">
                <a:solidFill>
                  <a:schemeClr val="tx1"/>
                </a:solidFill>
                <a:latin typeface="华文黑体" panose="02010600040101010101" charset="-122"/>
                <a:ea typeface="华文黑体" panose="02010600040101010101" charset="-122"/>
                <a:sym typeface="+mn-ea"/>
              </a:rPr>
              <a:t>I love you more than I've ever loved any woman. And I've waited longer for you than I've waited for any woman.I love you more than I've ever loved any woman. </a:t>
            </a:r>
            <a:endParaRPr lang="en-US" altLang="zh-CN" sz="1000" dirty="0">
              <a:solidFill>
                <a:schemeClr val="tx1"/>
              </a:solidFill>
              <a:latin typeface="华文黑体" panose="02010600040101010101" charset="-122"/>
              <a:ea typeface="华文黑体" panose="02010600040101010101" charset="-122"/>
              <a:sym typeface="+mn-ea"/>
            </a:endParaRPr>
          </a:p>
          <a:p>
            <a:pPr algn="ctr" fontAlgn="auto">
              <a:lnSpc>
                <a:spcPct val="200000"/>
              </a:lnSpc>
            </a:pPr>
            <a:endParaRPr lang="en-US" altLang="zh-CN" sz="1000" dirty="0">
              <a:latin typeface="华文黑体" panose="02010600040101010101" charset="-122"/>
              <a:ea typeface="华文黑体" panose="02010600040101010101" charset="-122"/>
              <a:sym typeface="+mn-ea"/>
            </a:endParaRPr>
          </a:p>
          <a:p>
            <a:pPr algn="ctr" fontAlgn="auto">
              <a:lnSpc>
                <a:spcPct val="200000"/>
              </a:lnSpc>
            </a:pPr>
            <a:endParaRPr lang="zh-CN" altLang="en-US" sz="1000" dirty="0">
              <a:solidFill>
                <a:schemeClr val="tx1"/>
              </a:solidFill>
              <a:latin typeface="华文黑体" panose="02010600040101010101" charset="-122"/>
              <a:ea typeface="华文黑体" panose="02010600040101010101" charset="-122"/>
              <a:sym typeface="+mn-ea"/>
            </a:endParaRPr>
          </a:p>
        </p:txBody>
      </p:sp>
      <p:sp>
        <p:nvSpPr>
          <p:cNvPr id="6" name="矩形 5"/>
          <p:cNvSpPr/>
          <p:nvPr/>
        </p:nvSpPr>
        <p:spPr>
          <a:xfrm>
            <a:off x="0" y="6025126"/>
            <a:ext cx="5036234" cy="851095"/>
          </a:xfrm>
          <a:prstGeom prst="rect">
            <a:avLst/>
          </a:prstGeom>
          <a:solidFill>
            <a:srgbClr val="79B0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文本框 43"/>
          <p:cNvSpPr txBox="1"/>
          <p:nvPr/>
        </p:nvSpPr>
        <p:spPr>
          <a:xfrm>
            <a:off x="0" y="6084185"/>
            <a:ext cx="4938583" cy="661271"/>
          </a:xfrm>
          <a:prstGeom prst="rect">
            <a:avLst/>
          </a:prstGeom>
          <a:noFill/>
        </p:spPr>
        <p:txBody>
          <a:bodyPr wrap="square" rtlCol="0">
            <a:spAutoFit/>
          </a:bodyPr>
          <a:lstStyle/>
          <a:p>
            <a:pPr>
              <a:lnSpc>
                <a:spcPct val="200000"/>
              </a:lnSpc>
            </a:pPr>
            <a:r>
              <a:rPr lang="zh-CN" altLang="en-US" sz="1000" dirty="0">
                <a:latin typeface="华文黑体" panose="02010600040101010101" charset="-122"/>
                <a:ea typeface="华文黑体" panose="02010600040101010101" charset="-122"/>
                <a:sym typeface="+mn-ea"/>
              </a:rPr>
              <a:t>I love you more than I've ever loved any woman. And I've waited longer for you than I've waited for any woman</a:t>
            </a:r>
            <a:endParaRPr lang="en-US" altLang="zh-CN" sz="105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strips(downRight)">
                                      <p:cBhvr>
                                        <p:cTn id="7" dur="500"/>
                                        <p:tgtEl>
                                          <p:spTgt spid="22"/>
                                        </p:tgtEl>
                                      </p:cBhvr>
                                    </p:animEffect>
                                  </p:childTnLst>
                                </p:cTn>
                              </p:par>
                            </p:childTnLst>
                          </p:cTn>
                        </p:par>
                        <p:par>
                          <p:cTn id="8" fill="hold">
                            <p:stCondLst>
                              <p:cond delay="500"/>
                            </p:stCondLst>
                            <p:childTnLst>
                              <p:par>
                                <p:cTn id="9" presetID="14" presetClass="entr" presetSubtype="5" fill="hold" grpId="0" nodeType="afterEffect">
                                  <p:stCondLst>
                                    <p:cond delay="500"/>
                                  </p:stCondLst>
                                  <p:childTnLst>
                                    <p:set>
                                      <p:cBhvr>
                                        <p:cTn id="10" dur="1" fill="hold">
                                          <p:stCondLst>
                                            <p:cond delay="0"/>
                                          </p:stCondLst>
                                        </p:cTn>
                                        <p:tgtEl>
                                          <p:spTgt spid="44"/>
                                        </p:tgtEl>
                                        <p:attrNameLst>
                                          <p:attrName>style.visibility</p:attrName>
                                        </p:attrNameLst>
                                      </p:cBhvr>
                                      <p:to>
                                        <p:strVal val="visible"/>
                                      </p:to>
                                    </p:set>
                                    <p:animEffect transition="in" filter="randombar(vertical)">
                                      <p:cBhvr>
                                        <p:cTn id="11" dur="500"/>
                                        <p:tgtEl>
                                          <p:spTgt spid="44"/>
                                        </p:tgtEl>
                                      </p:cBhvr>
                                    </p:animEffect>
                                  </p:childTnLst>
                                </p:cTn>
                              </p:par>
                            </p:childTnLst>
                          </p:cTn>
                        </p:par>
                        <p:par>
                          <p:cTn id="12" fill="hold">
                            <p:stCondLst>
                              <p:cond delay="1500"/>
                            </p:stCondLst>
                            <p:childTnLst>
                              <p:par>
                                <p:cTn id="13" presetID="14" presetClass="entr" presetSubtype="5" fill="hold" grpId="1" nodeType="afterEffect">
                                  <p:stCondLst>
                                    <p:cond delay="0"/>
                                  </p:stCondLst>
                                  <p:childTnLst>
                                    <p:set>
                                      <p:cBhvr>
                                        <p:cTn id="14" dur="1" fill="hold">
                                          <p:stCondLst>
                                            <p:cond delay="0"/>
                                          </p:stCondLst>
                                        </p:cTn>
                                        <p:tgtEl>
                                          <p:spTgt spid="46"/>
                                        </p:tgtEl>
                                        <p:attrNameLst>
                                          <p:attrName>style.visibility</p:attrName>
                                        </p:attrNameLst>
                                      </p:cBhvr>
                                      <p:to>
                                        <p:strVal val="visible"/>
                                      </p:to>
                                    </p:set>
                                    <p:animEffect transition="in" filter="randombar(vertical)">
                                      <p:cBhvr>
                                        <p:cTn id="15"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46" grpId="0"/>
      <p:bldP spid="46" grpId="1"/>
      <p:bldP spid="4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9369425" y="650122"/>
            <a:ext cx="2282825" cy="2158365"/>
          </a:xfrm>
          <a:prstGeom prst="rect">
            <a:avLst/>
          </a:prstGeom>
          <a:noFill/>
        </p:spPr>
        <p:txBody>
          <a:bodyPr wrap="square" rtlCol="0">
            <a:spAutoFit/>
          </a:bodyPr>
          <a:lstStyle/>
          <a:p>
            <a:pPr algn="r">
              <a:lnSpc>
                <a:spcPct val="140000"/>
              </a:lnSpc>
            </a:pPr>
            <a:r>
              <a:rPr lang="en-US" altLang="zh-CN" sz="2400" dirty="0">
                <a:solidFill>
                  <a:srgbClr val="79B0AB"/>
                </a:solidFill>
                <a:latin typeface="Poppins SemiBold" panose="02000000000000000000" charset="0"/>
                <a:ea typeface="华文黑体" panose="02010600040101010101" charset="-122"/>
              </a:rPr>
              <a:t>ALL OR</a:t>
            </a:r>
          </a:p>
          <a:p>
            <a:pPr algn="r">
              <a:lnSpc>
                <a:spcPct val="140000"/>
              </a:lnSpc>
            </a:pPr>
            <a:r>
              <a:rPr lang="en-US" altLang="zh-CN" sz="2400" dirty="0">
                <a:solidFill>
                  <a:srgbClr val="79B0AB"/>
                </a:solidFill>
                <a:latin typeface="Poppins SemiBold" panose="02000000000000000000" charset="0"/>
                <a:ea typeface="华文黑体" panose="02010600040101010101" charset="-122"/>
              </a:rPr>
              <a:t>NOTHING</a:t>
            </a:r>
          </a:p>
          <a:p>
            <a:pPr algn="r">
              <a:lnSpc>
                <a:spcPct val="140000"/>
              </a:lnSpc>
            </a:pPr>
            <a:r>
              <a:rPr lang="en-US" altLang="zh-CN" sz="2400" dirty="0">
                <a:solidFill>
                  <a:srgbClr val="79B0AB"/>
                </a:solidFill>
                <a:latin typeface="Poppins SemiBold" panose="02000000000000000000" charset="0"/>
                <a:ea typeface="华文黑体" panose="02010600040101010101" charset="-122"/>
              </a:rPr>
              <a:t>NOW OR</a:t>
            </a:r>
          </a:p>
          <a:p>
            <a:pPr algn="r">
              <a:lnSpc>
                <a:spcPct val="140000"/>
              </a:lnSpc>
            </a:pPr>
            <a:r>
              <a:rPr lang="en-US" altLang="zh-CN" sz="2400" dirty="0">
                <a:solidFill>
                  <a:srgbClr val="79B0AB"/>
                </a:solidFill>
                <a:latin typeface="Poppins SemiBold" panose="02000000000000000000" charset="0"/>
                <a:ea typeface="华文黑体" panose="02010600040101010101" charset="-122"/>
              </a:rPr>
              <a:t>NEVER</a:t>
            </a:r>
          </a:p>
        </p:txBody>
      </p:sp>
      <p:sp>
        <p:nvSpPr>
          <p:cNvPr id="14" name="文本框 13"/>
          <p:cNvSpPr txBox="1"/>
          <p:nvPr/>
        </p:nvSpPr>
        <p:spPr>
          <a:xfrm>
            <a:off x="9936480" y="2808487"/>
            <a:ext cx="1802130" cy="3170099"/>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fontAlgn="auto">
              <a:lnSpc>
                <a:spcPct val="200000"/>
              </a:lnSpc>
            </a:pPr>
            <a:r>
              <a:rPr lang="zh-CN" altLang="en-US" sz="1000" dirty="0">
                <a:solidFill>
                  <a:schemeClr val="tx1"/>
                </a:solidFill>
                <a:latin typeface="华文黑体" panose="02010600040101010101" charset="-122"/>
                <a:ea typeface="华文黑体" panose="02010600040101010101" charset="-122"/>
                <a:sym typeface="+mn-ea"/>
              </a:rPr>
              <a:t>I love you more than I've ever loved any woman. And I've waited longer for you than I've waited for any woman.I love you more than I've ever loved any woman. And I've waited longer for you than I've waited for any woman.</a:t>
            </a:r>
          </a:p>
        </p:txBody>
      </p:sp>
      <p:sp>
        <p:nvSpPr>
          <p:cNvPr id="2" name="矩形 1"/>
          <p:cNvSpPr/>
          <p:nvPr/>
        </p:nvSpPr>
        <p:spPr>
          <a:xfrm>
            <a:off x="759655" y="534572"/>
            <a:ext cx="9003323" cy="5767754"/>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2"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strips(downRight)">
                                      <p:cBhvr>
                                        <p:cTn id="7" dur="500"/>
                                        <p:tgtEl>
                                          <p:spTgt spid="10"/>
                                        </p:tgtEl>
                                      </p:cBhvr>
                                    </p:animEffect>
                                  </p:childTnLst>
                                </p:cTn>
                              </p:par>
                            </p:childTnLst>
                          </p:cTn>
                        </p:par>
                        <p:par>
                          <p:cTn id="8" fill="hold">
                            <p:stCondLst>
                              <p:cond delay="500"/>
                            </p:stCondLst>
                            <p:childTnLst>
                              <p:par>
                                <p:cTn id="9" presetID="14" presetClass="entr" presetSubtype="5" fill="hold" grpId="1"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randombar(vertical)">
                                      <p:cBhvr>
                                        <p:cTn id="11"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0" grpId="1"/>
      <p:bldP spid="10" grpId="2"/>
      <p:bldP spid="14" grpId="0"/>
      <p:bldP spid="14" grpId="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58000"/>
          </a:xfrm>
          <a:prstGeom prst="rect">
            <a:avLst/>
          </a:prstGeom>
          <a:solidFill>
            <a:srgbClr val="79B0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1088404" y="951492"/>
            <a:ext cx="1476375" cy="5016758"/>
          </a:xfrm>
          <a:prstGeom prst="rect">
            <a:avLst/>
          </a:prstGeom>
          <a:noFill/>
        </p:spPr>
        <p:txBody>
          <a:bodyPr wrap="square" rtlCol="0">
            <a:spAutoFit/>
          </a:bodyPr>
          <a:lstStyle/>
          <a:p>
            <a:r>
              <a:rPr lang="zh-CN" altLang="en-US" sz="8000" spc="300" dirty="0">
                <a:solidFill>
                  <a:schemeClr val="bg1"/>
                </a:solidFill>
                <a:latin typeface="微软雅黑" panose="020B0503020204020204" pitchFamily="34" charset="-122"/>
                <a:ea typeface="微软雅黑" panose="020B0503020204020204" pitchFamily="34" charset="-122"/>
              </a:rPr>
              <a:t>谢谢观看</a:t>
            </a:r>
          </a:p>
        </p:txBody>
      </p:sp>
      <p:pic>
        <p:nvPicPr>
          <p:cNvPr id="9" name="Jacoo - Crossing Winds (Original)">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976980" y="-406400"/>
            <a:ext cx="812800" cy="812800"/>
          </a:xfrm>
          <a:prstGeom prst="rect">
            <a:avLst/>
          </a:prstGeom>
        </p:spPr>
      </p:pic>
      <p:sp>
        <p:nvSpPr>
          <p:cNvPr id="13" name="矩形 12"/>
          <p:cNvSpPr/>
          <p:nvPr/>
        </p:nvSpPr>
        <p:spPr>
          <a:xfrm>
            <a:off x="534572" y="406400"/>
            <a:ext cx="11015003" cy="6106942"/>
          </a:xfrm>
          <a:prstGeom prst="rect">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平行四边形 1"/>
          <p:cNvSpPr/>
          <p:nvPr/>
        </p:nvSpPr>
        <p:spPr>
          <a:xfrm>
            <a:off x="7508201" y="1"/>
            <a:ext cx="4766653" cy="6858000"/>
          </a:xfrm>
          <a:custGeom>
            <a:avLst/>
            <a:gdLst>
              <a:gd name="connsiteX0" fmla="*/ 0 w 3935895"/>
              <a:gd name="connsiteY0" fmla="*/ 6858000 h 6858000"/>
              <a:gd name="connsiteX1" fmla="*/ 983974 w 3935895"/>
              <a:gd name="connsiteY1" fmla="*/ 0 h 6858000"/>
              <a:gd name="connsiteX2" fmla="*/ 3935895 w 3935895"/>
              <a:gd name="connsiteY2" fmla="*/ 0 h 6858000"/>
              <a:gd name="connsiteX3" fmla="*/ 2951921 w 3935895"/>
              <a:gd name="connsiteY3" fmla="*/ 6858000 h 6858000"/>
              <a:gd name="connsiteX4" fmla="*/ 0 w 3935895"/>
              <a:gd name="connsiteY4" fmla="*/ 6858000 h 6858000"/>
              <a:gd name="connsiteX0-1" fmla="*/ 0 w 3936659"/>
              <a:gd name="connsiteY0-2" fmla="*/ 6858000 h 6858000"/>
              <a:gd name="connsiteX1-3" fmla="*/ 983974 w 3936659"/>
              <a:gd name="connsiteY1-4" fmla="*/ 0 h 6858000"/>
              <a:gd name="connsiteX2-5" fmla="*/ 3935895 w 3936659"/>
              <a:gd name="connsiteY2-6" fmla="*/ 0 h 6858000"/>
              <a:gd name="connsiteX3-7" fmla="*/ 3936659 w 3936659"/>
              <a:gd name="connsiteY3-8" fmla="*/ 6858000 h 6858000"/>
              <a:gd name="connsiteX4-9" fmla="*/ 0 w 3936659"/>
              <a:gd name="connsiteY4-10" fmla="*/ 6858000 h 6858000"/>
              <a:gd name="connsiteX0-11" fmla="*/ 0 w 4766653"/>
              <a:gd name="connsiteY0-12" fmla="*/ 6843932 h 6858000"/>
              <a:gd name="connsiteX1-13" fmla="*/ 1813968 w 4766653"/>
              <a:gd name="connsiteY1-14" fmla="*/ 0 h 6858000"/>
              <a:gd name="connsiteX2-15" fmla="*/ 4765889 w 4766653"/>
              <a:gd name="connsiteY2-16" fmla="*/ 0 h 6858000"/>
              <a:gd name="connsiteX3-17" fmla="*/ 4766653 w 4766653"/>
              <a:gd name="connsiteY3-18" fmla="*/ 6858000 h 6858000"/>
              <a:gd name="connsiteX4-19" fmla="*/ 0 w 4766653"/>
              <a:gd name="connsiteY4-20" fmla="*/ 6843932 h 6858000"/>
              <a:gd name="connsiteX0-21" fmla="*/ 0 w 4766653"/>
              <a:gd name="connsiteY0-22" fmla="*/ 6843932 h 6858000"/>
              <a:gd name="connsiteX1-23" fmla="*/ 1420072 w 4766653"/>
              <a:gd name="connsiteY1-24" fmla="*/ 0 h 6858000"/>
              <a:gd name="connsiteX2-25" fmla="*/ 4765889 w 4766653"/>
              <a:gd name="connsiteY2-26" fmla="*/ 0 h 6858000"/>
              <a:gd name="connsiteX3-27" fmla="*/ 4766653 w 4766653"/>
              <a:gd name="connsiteY3-28" fmla="*/ 6858000 h 6858000"/>
              <a:gd name="connsiteX4-29" fmla="*/ 0 w 4766653"/>
              <a:gd name="connsiteY4-30" fmla="*/ 6843932 h 6858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4766653" h="6858000">
                <a:moveTo>
                  <a:pt x="0" y="6843932"/>
                </a:moveTo>
                <a:lnTo>
                  <a:pt x="1420072" y="0"/>
                </a:lnTo>
                <a:lnTo>
                  <a:pt x="4765889" y="0"/>
                </a:lnTo>
                <a:cubicBezTo>
                  <a:pt x="4766144" y="2286000"/>
                  <a:pt x="4766398" y="4572000"/>
                  <a:pt x="4766653" y="6858000"/>
                </a:cubicBezTo>
                <a:lnTo>
                  <a:pt x="0" y="6843932"/>
                </a:lnTo>
                <a:close/>
              </a:path>
            </a:pathLst>
          </a:custGeom>
          <a:blipFill dpi="0" rotWithShape="0">
            <a:blip r:embed="rId6"/>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9"/>
                                        </p:tgtEl>
                                      </p:cBhvr>
                                    </p:cmd>
                                  </p:childTnLst>
                                </p:cTn>
                              </p:par>
                            </p:childTnLst>
                          </p:cTn>
                        </p:par>
                        <p:par>
                          <p:cTn id="7" fill="hold">
                            <p:stCondLst>
                              <p:cond delay="0"/>
                            </p:stCondLst>
                            <p:childTnLst>
                              <p:par>
                                <p:cTn id="8" presetID="10" presetClass="entr" presetSubtype="0" fill="hold" grpId="0" nodeType="after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childTnLst>
                          </p:cTn>
                        </p:par>
                        <p:par>
                          <p:cTn id="11" fill="hold">
                            <p:stCondLst>
                              <p:cond delay="500"/>
                            </p:stCondLst>
                            <p:childTnLst>
                              <p:par>
                                <p:cTn id="12" presetID="22" presetClass="entr" presetSubtype="2" fill="hold" grpId="0" nodeType="after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wipe(right)">
                                      <p:cBhvr>
                                        <p:cTn id="14" dur="500"/>
                                        <p:tgtEl>
                                          <p:spTgt spid="13"/>
                                        </p:tgtEl>
                                      </p:cBhvr>
                                    </p:animEffect>
                                  </p:childTnLst>
                                </p:cTn>
                              </p:par>
                            </p:childTnLst>
                          </p:cTn>
                        </p:par>
                        <p:par>
                          <p:cTn id="15" fill="hold">
                            <p:stCondLst>
                              <p:cond delay="1000"/>
                            </p:stCondLst>
                            <p:childTnLst>
                              <p:par>
                                <p:cTn id="16" presetID="10" presetClass="entr" presetSubtype="0"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numSld="999" showWhenStopped="0">
                <p:cTn id="19" repeatCount="indefinite" fill="remove" display="0">
                  <p:stCondLst>
                    <p:cond delay="indefinite"/>
                  </p:stCondLst>
                  <p:endCondLst>
                    <p:cond evt="onStopAudio" delay="0">
                      <p:tgtEl>
                        <p:sldTgt/>
                      </p:tgtEl>
                    </p:cond>
                  </p:endCondLst>
                </p:cTn>
                <p:tgtEl>
                  <p:spTgt spid="9"/>
                </p:tgtEl>
              </p:cMediaNode>
            </p:audio>
          </p:childTnLst>
        </p:cTn>
      </p:par>
    </p:tnLst>
    <p:bldLst>
      <p:bldP spid="5" grpId="0"/>
      <p:bldP spid="13" grpId="0" animBg="1"/>
      <p:bldP spid="2" grpId="0" animBg="1"/>
    </p:bldLst>
  </p:timing>
</p:sld>
</file>

<file path=ppt/theme/theme1.xml><?xml version="1.0" encoding="utf-8"?>
<a:theme xmlns:a="http://schemas.openxmlformats.org/drawingml/2006/main" name="Office 主题​​">
  <a:themeElements>
    <a:clrScheme name="Office">
      <a:dk1>
        <a:srgbClr val="000000"/>
      </a:dk1>
      <a:lt1>
        <a:srgbClr val="FFFFFF"/>
      </a:lt1>
      <a:dk2>
        <a:srgbClr val="768395"/>
      </a:dk2>
      <a:lt2>
        <a:srgbClr val="F0F0F0"/>
      </a:lt2>
      <a:accent1>
        <a:srgbClr val="035249"/>
      </a:accent1>
      <a:accent2>
        <a:srgbClr val="049373"/>
      </a:accent2>
      <a:accent3>
        <a:srgbClr val="64BF9C"/>
      </a:accent3>
      <a:accent4>
        <a:srgbClr val="C20116"/>
      </a:accent4>
      <a:accent5>
        <a:srgbClr val="FC9703"/>
      </a:accent5>
      <a:accent6>
        <a:srgbClr val="847C78"/>
      </a:accent6>
      <a:hlink>
        <a:srgbClr val="035249"/>
      </a:hlink>
      <a:folHlink>
        <a:srgbClr val="BFBFBF"/>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rgbClr val="000000"/>
    </a:dk1>
    <a:lt1>
      <a:srgbClr val="FFFFFF"/>
    </a:lt1>
    <a:dk2>
      <a:srgbClr val="768395"/>
    </a:dk2>
    <a:lt2>
      <a:srgbClr val="F0F0F0"/>
    </a:lt2>
    <a:accent1>
      <a:srgbClr val="035249"/>
    </a:accent1>
    <a:accent2>
      <a:srgbClr val="049373"/>
    </a:accent2>
    <a:accent3>
      <a:srgbClr val="64BF9C"/>
    </a:accent3>
    <a:accent4>
      <a:srgbClr val="C20116"/>
    </a:accent4>
    <a:accent5>
      <a:srgbClr val="FC9703"/>
    </a:accent5>
    <a:accent6>
      <a:srgbClr val="847C78"/>
    </a:accent6>
    <a:hlink>
      <a:srgbClr val="035249"/>
    </a:hlink>
    <a:folHlink>
      <a:srgbClr val="BFBFBF"/>
    </a:folHlink>
  </a:clrScheme>
</a:themeOverride>
</file>

<file path=docProps/app.xml><?xml version="1.0" encoding="utf-8"?>
<Properties xmlns="http://schemas.openxmlformats.org/officeDocument/2006/extended-properties" xmlns:vt="http://schemas.openxmlformats.org/officeDocument/2006/docPropsVTypes">
  <TotalTime>2</TotalTime>
  <Words>2365</Words>
  <Application>Microsoft Office PowerPoint</Application>
  <PresentationFormat>宽屏</PresentationFormat>
  <Paragraphs>127</Paragraphs>
  <Slides>18</Slides>
  <Notes>18</Notes>
  <HiddenSlides>0</HiddenSlides>
  <MMClips>2</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18</vt:i4>
      </vt:variant>
    </vt:vector>
  </HeadingPairs>
  <TitlesOfParts>
    <vt:vector size="28" baseType="lpstr">
      <vt:lpstr>Indie Flower</vt:lpstr>
      <vt:lpstr>Lora</vt:lpstr>
      <vt:lpstr>Poppins SemiBold</vt:lpstr>
      <vt:lpstr>等线</vt:lpstr>
      <vt:lpstr>等线 Light</vt:lpstr>
      <vt:lpstr>华文黑体</vt:lpstr>
      <vt:lpstr>微软雅黑</vt:lpstr>
      <vt:lpstr>Arial</vt:lpstr>
      <vt:lpstr>Calibri</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zhitech001@163.com</cp:lastModifiedBy>
  <cp:revision>8</cp:revision>
  <dcterms:created xsi:type="dcterms:W3CDTF">2018-12-13T04:49:14Z</dcterms:created>
  <dcterms:modified xsi:type="dcterms:W3CDTF">2019-08-26T03:57:27Z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2052-1.2.5.490</vt:lpwstr>
  </property>
</Properties>
</file>